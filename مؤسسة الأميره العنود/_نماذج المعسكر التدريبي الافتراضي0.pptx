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tl="1" saveSubsetFonts="1">
  <p:sldMasterIdLst>
    <p:sldMasterId id="2147483648" r:id="rId4"/>
    <p:sldMasterId id="2147483696" r:id="rId5"/>
  </p:sldMasterIdLst>
  <p:notesMasterIdLst>
    <p:notesMasterId r:id="rId17"/>
  </p:notesMasterIdLst>
  <p:sldIdLst>
    <p:sldId id="1515" r:id="rId6"/>
    <p:sldId id="1525" r:id="rId7"/>
    <p:sldId id="1529" r:id="rId8"/>
    <p:sldId id="1523" r:id="rId9"/>
    <p:sldId id="1517" r:id="rId10"/>
    <p:sldId id="1521" r:id="rId11"/>
    <p:sldId id="1526" r:id="rId12"/>
    <p:sldId id="1530" r:id="rId13"/>
    <p:sldId id="1531" r:id="rId14"/>
    <p:sldId id="1532" r:id="rId15"/>
    <p:sldId id="1533" r:id="rId16"/>
  </p:sldIdLst>
  <p:sldSz cx="12192000" cy="6858000"/>
  <p:notesSz cx="6858000" cy="9144000"/>
  <p:defaultTextStyle>
    <a:defPPr>
      <a:defRPr lang="ar-SA"/>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6CC42"/>
    <a:srgbClr val="2FBFC0"/>
    <a:srgbClr val="104C5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D55D080-1506-4F7D-8AAB-7451ED6D2990}" v="95" dt="2024-07-15T06:35:28.170"/>
  </p1510:revLst>
</p1510:revInfo>
</file>

<file path=ppt/tableStyles.xml><?xml version="1.0" encoding="utf-8"?>
<a:tblStyleLst xmlns:a="http://schemas.openxmlformats.org/drawingml/2006/main" def="{5C22544A-7EE6-4342-B048-85BDC9FD1C3A}">
  <a:tblStyle styleId="{5C22544A-7EE6-4342-B048-85BDC9FD1C3A}" styleName="نمط متوسط 2 - تمييز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85005" autoAdjust="0"/>
    <p:restoredTop sz="94216" autoAdjust="0"/>
  </p:normalViewPr>
  <p:slideViewPr>
    <p:cSldViewPr snapToGrid="0">
      <p:cViewPr>
        <p:scale>
          <a:sx n="72" d="100"/>
          <a:sy n="72" d="100"/>
        </p:scale>
        <p:origin x="660" y="5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slide" Target="slides/slide8.xml"/><Relationship Id="rId18"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tableStyles" Target="tableStyles.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slide" Target="slides/slide11.xml"/><Relationship Id="rId20"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5" Type="http://schemas.openxmlformats.org/officeDocument/2006/relationships/slideMaster" Target="slideMasters/slideMaster2.xml"/><Relationship Id="rId15" Type="http://schemas.openxmlformats.org/officeDocument/2006/relationships/slide" Target="slides/slide10.xml"/><Relationship Id="rId10" Type="http://schemas.openxmlformats.org/officeDocument/2006/relationships/slide" Target="slides/slide5.xml"/><Relationship Id="rId19"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microsoft.com/office/2015/10/relationships/revisionInfo" Target="revisionInfo.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عنصر نائب للرأس 1"/>
          <p:cNvSpPr>
            <a:spLocks noGrp="1"/>
          </p:cNvSpPr>
          <p:nvPr>
            <p:ph type="hdr" sz="quarter"/>
          </p:nvPr>
        </p:nvSpPr>
        <p:spPr>
          <a:xfrm>
            <a:off x="3886200" y="0"/>
            <a:ext cx="2971800" cy="458788"/>
          </a:xfrm>
          <a:prstGeom prst="rect">
            <a:avLst/>
          </a:prstGeom>
        </p:spPr>
        <p:txBody>
          <a:bodyPr vert="horz" lIns="91440" tIns="45720" rIns="91440" bIns="45720" rtlCol="1"/>
          <a:lstStyle>
            <a:lvl1pPr algn="l">
              <a:defRPr sz="1200"/>
            </a:lvl1pPr>
          </a:lstStyle>
          <a:p>
            <a:endParaRPr lang="en-US"/>
          </a:p>
        </p:txBody>
      </p:sp>
      <p:sp>
        <p:nvSpPr>
          <p:cNvPr id="3" name="عنصر نائب للتاريخ 2"/>
          <p:cNvSpPr>
            <a:spLocks noGrp="1"/>
          </p:cNvSpPr>
          <p:nvPr>
            <p:ph type="dt" idx="1"/>
          </p:nvPr>
        </p:nvSpPr>
        <p:spPr>
          <a:xfrm>
            <a:off x="1588" y="0"/>
            <a:ext cx="2971800" cy="458788"/>
          </a:xfrm>
          <a:prstGeom prst="rect">
            <a:avLst/>
          </a:prstGeom>
        </p:spPr>
        <p:txBody>
          <a:bodyPr vert="horz" lIns="91440" tIns="45720" rIns="91440" bIns="45720" rtlCol="1"/>
          <a:lstStyle>
            <a:lvl1pPr algn="r">
              <a:defRPr sz="1200"/>
            </a:lvl1pPr>
          </a:lstStyle>
          <a:p>
            <a:fld id="{F75E34CB-EDAD-49AE-8EF8-E8C026AD38E1}" type="datetimeFigureOut">
              <a:rPr lang="en-US" smtClean="0"/>
              <a:t>1/19/2026</a:t>
            </a:fld>
            <a:endParaRPr lang="en-US"/>
          </a:p>
        </p:txBody>
      </p:sp>
      <p:sp>
        <p:nvSpPr>
          <p:cNvPr id="4" name="عنصر نائب لصورة الشريحة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1" anchor="ctr"/>
          <a:lstStyle/>
          <a:p>
            <a:endParaRPr lang="en-US"/>
          </a:p>
        </p:txBody>
      </p:sp>
      <p:sp>
        <p:nvSpPr>
          <p:cNvPr id="5" name="عنصر نائب للملاحظات 4"/>
          <p:cNvSpPr>
            <a:spLocks noGrp="1"/>
          </p:cNvSpPr>
          <p:nvPr>
            <p:ph type="body" sz="quarter" idx="3"/>
          </p:nvPr>
        </p:nvSpPr>
        <p:spPr>
          <a:xfrm>
            <a:off x="685800" y="4400550"/>
            <a:ext cx="5486400" cy="3600450"/>
          </a:xfrm>
          <a:prstGeom prst="rect">
            <a:avLst/>
          </a:prstGeom>
        </p:spPr>
        <p:txBody>
          <a:bodyPr vert="horz" lIns="91440" tIns="45720" rIns="91440" bIns="45720" rtlCol="1"/>
          <a:lstStyle/>
          <a:p>
            <a:pPr lvl="0"/>
            <a:r>
              <a:rPr lang="ar-SA"/>
              <a:t>انقر لتحرير أنماط نص الشكل الرئيسي</a:t>
            </a:r>
          </a:p>
          <a:p>
            <a:pPr lvl="1"/>
            <a:r>
              <a:rPr lang="ar-SA"/>
              <a:t>المستوى الثاني</a:t>
            </a:r>
          </a:p>
          <a:p>
            <a:pPr lvl="2"/>
            <a:r>
              <a:rPr lang="ar-SA"/>
              <a:t>المستوى الثالث</a:t>
            </a:r>
          </a:p>
          <a:p>
            <a:pPr lvl="3"/>
            <a:r>
              <a:rPr lang="ar-SA"/>
              <a:t>المستوى الرابع</a:t>
            </a:r>
          </a:p>
          <a:p>
            <a:pPr lvl="4"/>
            <a:r>
              <a:rPr lang="ar-SA"/>
              <a:t>المستوى الخامس</a:t>
            </a:r>
            <a:endParaRPr lang="en-US"/>
          </a:p>
        </p:txBody>
      </p:sp>
      <p:sp>
        <p:nvSpPr>
          <p:cNvPr id="6" name="عنصر نائب للتذييل 5"/>
          <p:cNvSpPr>
            <a:spLocks noGrp="1"/>
          </p:cNvSpPr>
          <p:nvPr>
            <p:ph type="ftr" sz="quarter" idx="4"/>
          </p:nvPr>
        </p:nvSpPr>
        <p:spPr>
          <a:xfrm>
            <a:off x="3886200" y="8685213"/>
            <a:ext cx="2971800" cy="458787"/>
          </a:xfrm>
          <a:prstGeom prst="rect">
            <a:avLst/>
          </a:prstGeom>
        </p:spPr>
        <p:txBody>
          <a:bodyPr vert="horz" lIns="91440" tIns="45720" rIns="91440" bIns="45720" rtlCol="1" anchor="b"/>
          <a:lstStyle>
            <a:lvl1pPr algn="l">
              <a:defRPr sz="1200"/>
            </a:lvl1pPr>
          </a:lstStyle>
          <a:p>
            <a:endParaRPr lang="en-US"/>
          </a:p>
        </p:txBody>
      </p:sp>
      <p:sp>
        <p:nvSpPr>
          <p:cNvPr id="7" name="عنصر نائب لرقم الشريحة 6"/>
          <p:cNvSpPr>
            <a:spLocks noGrp="1"/>
          </p:cNvSpPr>
          <p:nvPr>
            <p:ph type="sldNum" sz="quarter" idx="5"/>
          </p:nvPr>
        </p:nvSpPr>
        <p:spPr>
          <a:xfrm>
            <a:off x="1588" y="8685213"/>
            <a:ext cx="2971800" cy="458787"/>
          </a:xfrm>
          <a:prstGeom prst="rect">
            <a:avLst/>
          </a:prstGeom>
        </p:spPr>
        <p:txBody>
          <a:bodyPr vert="horz" lIns="91440" tIns="45720" rIns="91440" bIns="45720" rtlCol="1" anchor="b"/>
          <a:lstStyle>
            <a:lvl1pPr algn="r">
              <a:defRPr sz="1200"/>
            </a:lvl1pPr>
          </a:lstStyle>
          <a:p>
            <a:fld id="{B45AF5AA-D1F2-4EBE-9075-A351E0815CFE}" type="slidenum">
              <a:rPr lang="en-US" smtClean="0"/>
              <a:t>‹#›</a:t>
            </a:fld>
            <a:endParaRPr lang="en-US"/>
          </a:p>
        </p:txBody>
      </p:sp>
    </p:spTree>
    <p:extLst>
      <p:ext uri="{BB962C8B-B14F-4D97-AF65-F5344CB8AC3E}">
        <p14:creationId xmlns:p14="http://schemas.microsoft.com/office/powerpoint/2010/main" val="70890223"/>
      </p:ext>
    </p:extLst>
  </p:cSld>
  <p:clrMap bg1="lt1" tx1="dk1" bg2="lt2" tx2="dk2" accent1="accent1" accent2="accent2" accent3="accent3" accent4="accent4" accent5="accent5" accent6="accent6" hlink="hlink" folHlink="folHlink"/>
  <p:notesStyle>
    <a:lvl1pPr marL="0" algn="r" defTabSz="914400" rtl="1" eaLnBrk="1" latinLnBrk="0" hangingPunct="1">
      <a:defRPr sz="1200" kern="1200">
        <a:solidFill>
          <a:schemeClr val="tx1"/>
        </a:solidFill>
        <a:latin typeface="+mn-lt"/>
        <a:ea typeface="+mn-ea"/>
        <a:cs typeface="+mn-cs"/>
      </a:defRPr>
    </a:lvl1pPr>
    <a:lvl2pPr marL="457200" algn="r" defTabSz="914400" rtl="1" eaLnBrk="1" latinLnBrk="0" hangingPunct="1">
      <a:defRPr sz="1200" kern="1200">
        <a:solidFill>
          <a:schemeClr val="tx1"/>
        </a:solidFill>
        <a:latin typeface="+mn-lt"/>
        <a:ea typeface="+mn-ea"/>
        <a:cs typeface="+mn-cs"/>
      </a:defRPr>
    </a:lvl2pPr>
    <a:lvl3pPr marL="914400" algn="r" defTabSz="914400" rtl="1" eaLnBrk="1" latinLnBrk="0" hangingPunct="1">
      <a:defRPr sz="1200" kern="1200">
        <a:solidFill>
          <a:schemeClr val="tx1"/>
        </a:solidFill>
        <a:latin typeface="+mn-lt"/>
        <a:ea typeface="+mn-ea"/>
        <a:cs typeface="+mn-cs"/>
      </a:defRPr>
    </a:lvl3pPr>
    <a:lvl4pPr marL="1371600" algn="r" defTabSz="914400" rtl="1" eaLnBrk="1" latinLnBrk="0" hangingPunct="1">
      <a:defRPr sz="1200" kern="1200">
        <a:solidFill>
          <a:schemeClr val="tx1"/>
        </a:solidFill>
        <a:latin typeface="+mn-lt"/>
        <a:ea typeface="+mn-ea"/>
        <a:cs typeface="+mn-cs"/>
      </a:defRPr>
    </a:lvl4pPr>
    <a:lvl5pPr marL="1828800" algn="r" defTabSz="914400" rtl="1" eaLnBrk="1" latinLnBrk="0" hangingPunct="1">
      <a:defRPr sz="1200" kern="1200">
        <a:solidFill>
          <a:schemeClr val="tx1"/>
        </a:solidFill>
        <a:latin typeface="+mn-lt"/>
        <a:ea typeface="+mn-ea"/>
        <a:cs typeface="+mn-cs"/>
      </a:defRPr>
    </a:lvl5pPr>
    <a:lvl6pPr marL="2286000" algn="r" defTabSz="914400" rtl="1" eaLnBrk="1" latinLnBrk="0" hangingPunct="1">
      <a:defRPr sz="1200" kern="1200">
        <a:solidFill>
          <a:schemeClr val="tx1"/>
        </a:solidFill>
        <a:latin typeface="+mn-lt"/>
        <a:ea typeface="+mn-ea"/>
        <a:cs typeface="+mn-cs"/>
      </a:defRPr>
    </a:lvl6pPr>
    <a:lvl7pPr marL="2743200" algn="r" defTabSz="914400" rtl="1" eaLnBrk="1" latinLnBrk="0" hangingPunct="1">
      <a:defRPr sz="1200" kern="1200">
        <a:solidFill>
          <a:schemeClr val="tx1"/>
        </a:solidFill>
        <a:latin typeface="+mn-lt"/>
        <a:ea typeface="+mn-ea"/>
        <a:cs typeface="+mn-cs"/>
      </a:defRPr>
    </a:lvl7pPr>
    <a:lvl8pPr marL="3200400" algn="r" defTabSz="914400" rtl="1" eaLnBrk="1" latinLnBrk="0" hangingPunct="1">
      <a:defRPr sz="1200" kern="1200">
        <a:solidFill>
          <a:schemeClr val="tx1"/>
        </a:solidFill>
        <a:latin typeface="+mn-lt"/>
        <a:ea typeface="+mn-ea"/>
        <a:cs typeface="+mn-cs"/>
      </a:defRPr>
    </a:lvl8pPr>
    <a:lvl9pPr marL="3657600" algn="r" defTabSz="914400" rtl="1"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عنصر نائب لصورة الشريحة 1"/>
          <p:cNvSpPr>
            <a:spLocks noGrp="1" noRot="1" noChangeAspect="1"/>
          </p:cNvSpPr>
          <p:nvPr>
            <p:ph type="sldImg"/>
          </p:nvPr>
        </p:nvSpPr>
        <p:spPr/>
      </p:sp>
      <p:sp>
        <p:nvSpPr>
          <p:cNvPr id="3" name="عنصر نائب للملاحظات 2"/>
          <p:cNvSpPr>
            <a:spLocks noGrp="1"/>
          </p:cNvSpPr>
          <p:nvPr>
            <p:ph type="body" idx="1"/>
          </p:nvPr>
        </p:nvSpPr>
        <p:spPr/>
        <p:txBody>
          <a:bodyPr/>
          <a:lstStyle/>
          <a:p>
            <a:endParaRPr lang="ar-SA" dirty="0"/>
          </a:p>
        </p:txBody>
      </p:sp>
      <p:sp>
        <p:nvSpPr>
          <p:cNvPr id="4" name="عنصر نائب لرقم الشريحة 3"/>
          <p:cNvSpPr>
            <a:spLocks noGrp="1"/>
          </p:cNvSpPr>
          <p:nvPr>
            <p:ph type="sldNum" sz="quarter" idx="5"/>
          </p:nvPr>
        </p:nvSpPr>
        <p:spPr/>
        <p:txBody>
          <a:bodyPr/>
          <a:lstStyle/>
          <a:p>
            <a:fld id="{B45AF5AA-D1F2-4EBE-9075-A351E0815CFE}" type="slidenum">
              <a:rPr lang="en-US" smtClean="0"/>
              <a:t>2</a:t>
            </a:fld>
            <a:endParaRPr lang="en-US"/>
          </a:p>
        </p:txBody>
      </p:sp>
    </p:spTree>
    <p:extLst>
      <p:ext uri="{BB962C8B-B14F-4D97-AF65-F5344CB8AC3E}">
        <p14:creationId xmlns:p14="http://schemas.microsoft.com/office/powerpoint/2010/main" val="46902786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عنصر نائب لصورة الشريحة 1"/>
          <p:cNvSpPr>
            <a:spLocks noGrp="1" noRot="1" noChangeAspect="1"/>
          </p:cNvSpPr>
          <p:nvPr>
            <p:ph type="sldImg"/>
          </p:nvPr>
        </p:nvSpPr>
        <p:spPr/>
      </p:sp>
      <p:sp>
        <p:nvSpPr>
          <p:cNvPr id="3" name="عنصر نائب للملاحظات 2"/>
          <p:cNvSpPr>
            <a:spLocks noGrp="1"/>
          </p:cNvSpPr>
          <p:nvPr>
            <p:ph type="body" idx="1"/>
          </p:nvPr>
        </p:nvSpPr>
        <p:spPr/>
        <p:txBody>
          <a:bodyPr/>
          <a:lstStyle/>
          <a:p>
            <a:endParaRPr lang="en-US"/>
          </a:p>
        </p:txBody>
      </p:sp>
      <p:sp>
        <p:nvSpPr>
          <p:cNvPr id="4" name="عنصر نائب لرقم الشريحة 3"/>
          <p:cNvSpPr>
            <a:spLocks noGrp="1"/>
          </p:cNvSpPr>
          <p:nvPr>
            <p:ph type="sldNum" sz="quarter" idx="5"/>
          </p:nvPr>
        </p:nvSpPr>
        <p:spPr/>
        <p:txBody>
          <a:bodyPr/>
          <a:lstStyle/>
          <a:p>
            <a:fld id="{B45AF5AA-D1F2-4EBE-9075-A351E0815CFE}" type="slidenum">
              <a:rPr lang="en-US" smtClean="0"/>
              <a:t>6</a:t>
            </a:fld>
            <a:endParaRPr lang="en-US"/>
          </a:p>
        </p:txBody>
      </p:sp>
    </p:spTree>
    <p:extLst>
      <p:ext uri="{BB962C8B-B14F-4D97-AF65-F5344CB8AC3E}">
        <p14:creationId xmlns:p14="http://schemas.microsoft.com/office/powerpoint/2010/main" val="226648142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عنصر نائب لصورة الشريحة 1"/>
          <p:cNvSpPr>
            <a:spLocks noGrp="1" noRot="1" noChangeAspect="1"/>
          </p:cNvSpPr>
          <p:nvPr>
            <p:ph type="sldImg"/>
          </p:nvPr>
        </p:nvSpPr>
        <p:spPr/>
      </p:sp>
      <p:sp>
        <p:nvSpPr>
          <p:cNvPr id="3" name="عنصر نائب للملاحظات 2"/>
          <p:cNvSpPr>
            <a:spLocks noGrp="1"/>
          </p:cNvSpPr>
          <p:nvPr>
            <p:ph type="body" idx="1"/>
          </p:nvPr>
        </p:nvSpPr>
        <p:spPr/>
        <p:txBody>
          <a:bodyPr/>
          <a:lstStyle/>
          <a:p>
            <a:endParaRPr lang="en-US"/>
          </a:p>
        </p:txBody>
      </p:sp>
      <p:sp>
        <p:nvSpPr>
          <p:cNvPr id="4" name="عنصر نائب لرقم الشريحة 3"/>
          <p:cNvSpPr>
            <a:spLocks noGrp="1"/>
          </p:cNvSpPr>
          <p:nvPr>
            <p:ph type="sldNum" sz="quarter" idx="5"/>
          </p:nvPr>
        </p:nvSpPr>
        <p:spPr/>
        <p:txBody>
          <a:bodyPr/>
          <a:lstStyle/>
          <a:p>
            <a:fld id="{B45AF5AA-D1F2-4EBE-9075-A351E0815CFE}" type="slidenum">
              <a:rPr lang="en-US" smtClean="0"/>
              <a:t>7</a:t>
            </a:fld>
            <a:endParaRPr lang="en-US"/>
          </a:p>
        </p:txBody>
      </p:sp>
    </p:spTree>
    <p:extLst>
      <p:ext uri="{BB962C8B-B14F-4D97-AF65-F5344CB8AC3E}">
        <p14:creationId xmlns:p14="http://schemas.microsoft.com/office/powerpoint/2010/main" val="333906041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عنصر نائب لصورة الشريحة 1"/>
          <p:cNvSpPr>
            <a:spLocks noGrp="1" noRot="1" noChangeAspect="1" noEditPoints="1"/>
          </p:cNvSpPr>
          <p:nvPr>
            <p:ph type="sldImg"/>
          </p:nvPr>
        </p:nvSpPr>
        <p:spPr/>
        <p:txBody>
          <a:bodyPr/>
          <a:lstStyle/>
          <a:p>
            <a:endParaRPr/>
          </a:p>
        </p:txBody>
      </p:sp>
      <p:sp>
        <p:nvSpPr>
          <p:cNvPr id="3" name="عنصر نائب للملاحظات 2"/>
          <p:cNvSpPr>
            <a:spLocks noGrp="1" noEditPoints="1"/>
          </p:cNvSpPr>
          <p:nvPr>
            <p:ph type="body" idx="1"/>
          </p:nvPr>
        </p:nvSpPr>
        <p:spPr/>
        <p:txBody>
          <a:bodyPr/>
          <a:lstStyle/>
          <a:p>
            <a:endParaRPr lang="en-US" dirty="0"/>
          </a:p>
        </p:txBody>
      </p:sp>
      <p:sp>
        <p:nvSpPr>
          <p:cNvPr id="4" name="عنصر نائب لرقم الشريحة 3"/>
          <p:cNvSpPr>
            <a:spLocks noGrp="1" noEditPoints="1"/>
          </p:cNvSpPr>
          <p:nvPr>
            <p:ph type="sldNum" sz="quarter" idx="5"/>
          </p:nvPr>
        </p:nvSpPr>
        <p:spPr/>
        <p:txBody>
          <a:bodyPr/>
          <a:lstStyle/>
          <a:p>
            <a:pPr marL="0" marR="0" lvl="0" indent="0" algn="l" defTabSz="914400" rtl="1" eaLnBrk="1" fontAlgn="auto" latinLnBrk="0" hangingPunct="1">
              <a:lnSpc>
                <a:spcPct val="100000"/>
              </a:lnSpc>
              <a:spcBef>
                <a:spcPts val="0"/>
              </a:spcBef>
              <a:spcAft>
                <a:spcPts val="0"/>
              </a:spcAft>
              <a:buClrTx/>
              <a:buSzTx/>
              <a:buFontTx/>
              <a:buNone/>
              <a:tabLst/>
              <a:defRPr/>
            </a:pPr>
            <a:fld id="{A2AFE184-D2EA-41FB-AA82-C488BB9EF285}" type="slidenum">
              <a:rPr kumimoji="0" lang="ar-SA" sz="1200" b="0" i="0" u="none" strike="noStrike" kern="1200" cap="none" spc="0" normalizeH="0" baseline="0" noProof="0" smtClean="0">
                <a:ln>
                  <a:noFill/>
                </a:ln>
                <a:solidFill>
                  <a:prstClr val="black"/>
                </a:solidFill>
                <a:effectLst/>
                <a:uLnTx/>
                <a:uFillTx/>
                <a:latin typeface="Calibri" panose="020F0502020204030204"/>
                <a:ea typeface="+mn-ea"/>
                <a:cs typeface="Tajawal" pitchFamily="2" charset="-78"/>
              </a:rPr>
              <a:pPr marL="0" marR="0" lvl="0" indent="0" algn="l" defTabSz="914400" rtl="1" eaLnBrk="1" fontAlgn="auto" latinLnBrk="0" hangingPunct="1">
                <a:lnSpc>
                  <a:spcPct val="100000"/>
                </a:lnSpc>
                <a:spcBef>
                  <a:spcPts val="0"/>
                </a:spcBef>
                <a:spcAft>
                  <a:spcPts val="0"/>
                </a:spcAft>
                <a:buClrTx/>
                <a:buSzTx/>
                <a:buFontTx/>
                <a:buNone/>
                <a:tabLst/>
                <a:defRPr/>
              </a:pPr>
              <a:t>10</a:t>
            </a:fld>
            <a:endParaRPr kumimoji="0" lang="ar-SA" sz="1200" b="0" i="0" u="none" strike="noStrike" kern="1200" cap="none" spc="0" normalizeH="0" baseline="0" noProof="0">
              <a:ln>
                <a:noFill/>
              </a:ln>
              <a:solidFill>
                <a:prstClr val="black"/>
              </a:solidFill>
              <a:effectLst/>
              <a:uLnTx/>
              <a:uFillTx/>
              <a:latin typeface="Calibri" panose="020F0502020204030204"/>
              <a:ea typeface="+mn-ea"/>
              <a:cs typeface="Tajawal" pitchFamily="2" charset="-78"/>
            </a:endParaRPr>
          </a:p>
        </p:txBody>
      </p:sp>
    </p:spTree>
    <p:extLst>
      <p:ext uri="{BB962C8B-B14F-4D97-AF65-F5344CB8AC3E}">
        <p14:creationId xmlns:p14="http://schemas.microsoft.com/office/powerpoint/2010/main" val="347988435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عنصر نائب لصورة الشريحة 1"/>
          <p:cNvSpPr>
            <a:spLocks noGrp="1" noRot="1" noChangeAspect="1" noEditPoints="1"/>
          </p:cNvSpPr>
          <p:nvPr>
            <p:ph type="sldImg"/>
          </p:nvPr>
        </p:nvSpPr>
        <p:spPr/>
        <p:txBody>
          <a:bodyPr/>
          <a:lstStyle/>
          <a:p>
            <a:endParaRPr/>
          </a:p>
        </p:txBody>
      </p:sp>
      <p:sp>
        <p:nvSpPr>
          <p:cNvPr id="3" name="عنصر نائب للملاحظات 2"/>
          <p:cNvSpPr>
            <a:spLocks noGrp="1" noEditPoints="1"/>
          </p:cNvSpPr>
          <p:nvPr>
            <p:ph type="body" idx="1"/>
          </p:nvPr>
        </p:nvSpPr>
        <p:spPr/>
        <p:txBody>
          <a:bodyPr/>
          <a:lstStyle/>
          <a:p>
            <a:endParaRPr lang="en-US" dirty="0"/>
          </a:p>
        </p:txBody>
      </p:sp>
      <p:sp>
        <p:nvSpPr>
          <p:cNvPr id="4" name="عنصر نائب لرقم الشريحة 3"/>
          <p:cNvSpPr>
            <a:spLocks noGrp="1" noEditPoints="1"/>
          </p:cNvSpPr>
          <p:nvPr>
            <p:ph type="sldNum" sz="quarter" idx="5"/>
          </p:nvPr>
        </p:nvSpPr>
        <p:spPr/>
        <p:txBody>
          <a:bodyPr/>
          <a:lstStyle/>
          <a:p>
            <a:pPr marL="0" marR="0" lvl="0" indent="0" algn="l" defTabSz="914400" rtl="1" eaLnBrk="1" fontAlgn="auto" latinLnBrk="0" hangingPunct="1">
              <a:lnSpc>
                <a:spcPct val="100000"/>
              </a:lnSpc>
              <a:spcBef>
                <a:spcPts val="0"/>
              </a:spcBef>
              <a:spcAft>
                <a:spcPts val="0"/>
              </a:spcAft>
              <a:buClrTx/>
              <a:buSzTx/>
              <a:buFontTx/>
              <a:buNone/>
              <a:tabLst/>
              <a:defRPr/>
            </a:pPr>
            <a:fld id="{A2AFE184-D2EA-41FB-AA82-C488BB9EF285}" type="slidenum">
              <a:rPr kumimoji="0" lang="ar-SA" sz="1200" b="0" i="0" u="none" strike="noStrike" kern="1200" cap="none" spc="0" normalizeH="0" baseline="0" noProof="0" smtClean="0">
                <a:ln>
                  <a:noFill/>
                </a:ln>
                <a:solidFill>
                  <a:prstClr val="black"/>
                </a:solidFill>
                <a:effectLst/>
                <a:uLnTx/>
                <a:uFillTx/>
                <a:latin typeface="Calibri" panose="020F0502020204030204"/>
                <a:ea typeface="+mn-ea"/>
                <a:cs typeface="Tajawal" pitchFamily="2" charset="-78"/>
              </a:rPr>
              <a:pPr marL="0" marR="0" lvl="0" indent="0" algn="l" defTabSz="914400" rtl="1" eaLnBrk="1" fontAlgn="auto" latinLnBrk="0" hangingPunct="1">
                <a:lnSpc>
                  <a:spcPct val="100000"/>
                </a:lnSpc>
                <a:spcBef>
                  <a:spcPts val="0"/>
                </a:spcBef>
                <a:spcAft>
                  <a:spcPts val="0"/>
                </a:spcAft>
                <a:buClrTx/>
                <a:buSzTx/>
                <a:buFontTx/>
                <a:buNone/>
                <a:tabLst/>
                <a:defRPr/>
              </a:pPr>
              <a:t>11</a:t>
            </a:fld>
            <a:endParaRPr kumimoji="0" lang="ar-SA" sz="1200" b="0" i="0" u="none" strike="noStrike" kern="1200" cap="none" spc="0" normalizeH="0" baseline="0" noProof="0">
              <a:ln>
                <a:noFill/>
              </a:ln>
              <a:solidFill>
                <a:prstClr val="black"/>
              </a:solidFill>
              <a:effectLst/>
              <a:uLnTx/>
              <a:uFillTx/>
              <a:latin typeface="Calibri" panose="020F0502020204030204"/>
              <a:ea typeface="+mn-ea"/>
              <a:cs typeface="Tajawal" pitchFamily="2" charset="-78"/>
            </a:endParaRPr>
          </a:p>
        </p:txBody>
      </p:sp>
    </p:spTree>
    <p:extLst>
      <p:ext uri="{BB962C8B-B14F-4D97-AF65-F5344CB8AC3E}">
        <p14:creationId xmlns:p14="http://schemas.microsoft.com/office/powerpoint/2010/main" val="177276883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شريحة عنوان">
    <p:spTree>
      <p:nvGrpSpPr>
        <p:cNvPr id="1" name=""/>
        <p:cNvGrpSpPr/>
        <p:nvPr/>
      </p:nvGrpSpPr>
      <p:grpSpPr>
        <a:xfrm>
          <a:off x="0" y="0"/>
          <a:ext cx="0" cy="0"/>
          <a:chOff x="0" y="0"/>
          <a:chExt cx="0" cy="0"/>
        </a:xfrm>
      </p:grpSpPr>
      <p:sp>
        <p:nvSpPr>
          <p:cNvPr id="2" name="عنوان 1">
            <a:extLst>
              <a:ext uri="{FF2B5EF4-FFF2-40B4-BE49-F238E27FC236}">
                <a16:creationId xmlns:a16="http://schemas.microsoft.com/office/drawing/2014/main" id="{E7BCF3B7-E9E8-EE6B-5E09-1DC2FE255A7B}"/>
              </a:ext>
            </a:extLst>
          </p:cNvPr>
          <p:cNvSpPr>
            <a:spLocks noGrp="1"/>
          </p:cNvSpPr>
          <p:nvPr>
            <p:ph type="ctrTitle"/>
          </p:nvPr>
        </p:nvSpPr>
        <p:spPr>
          <a:xfrm>
            <a:off x="1524000" y="1122363"/>
            <a:ext cx="9144000" cy="2387600"/>
          </a:xfrm>
        </p:spPr>
        <p:txBody>
          <a:bodyPr anchor="b"/>
          <a:lstStyle>
            <a:lvl1pPr algn="ctr">
              <a:defRPr sz="6000"/>
            </a:lvl1pPr>
          </a:lstStyle>
          <a:p>
            <a:r>
              <a:rPr lang="ar-SA"/>
              <a:t>انقر لتحرير نمط عنوان الشكل الرئيسي</a:t>
            </a:r>
          </a:p>
        </p:txBody>
      </p:sp>
      <p:sp>
        <p:nvSpPr>
          <p:cNvPr id="3" name="عنوان فرعي 2">
            <a:extLst>
              <a:ext uri="{FF2B5EF4-FFF2-40B4-BE49-F238E27FC236}">
                <a16:creationId xmlns:a16="http://schemas.microsoft.com/office/drawing/2014/main" id="{7B6BC471-9403-7030-2E46-4C3106832BE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ar-SA"/>
              <a:t>انقر لتحرير نمط العنوان الفرعي للشكل الرئيسي</a:t>
            </a:r>
          </a:p>
        </p:txBody>
      </p:sp>
      <p:sp>
        <p:nvSpPr>
          <p:cNvPr id="4" name="عنصر نائب للتاريخ 3">
            <a:extLst>
              <a:ext uri="{FF2B5EF4-FFF2-40B4-BE49-F238E27FC236}">
                <a16:creationId xmlns:a16="http://schemas.microsoft.com/office/drawing/2014/main" id="{14956A83-7136-BA7B-469C-6E767402E6FC}"/>
              </a:ext>
            </a:extLst>
          </p:cNvPr>
          <p:cNvSpPr>
            <a:spLocks noGrp="1"/>
          </p:cNvSpPr>
          <p:nvPr>
            <p:ph type="dt" sz="half" idx="10"/>
          </p:nvPr>
        </p:nvSpPr>
        <p:spPr/>
        <p:txBody>
          <a:bodyPr/>
          <a:lstStyle/>
          <a:p>
            <a:fld id="{606AE7FA-DEA4-465A-87FF-3A93749E1C63}" type="datetimeFigureOut">
              <a:rPr lang="ar-SA" smtClean="0"/>
              <a:t>01/08/47</a:t>
            </a:fld>
            <a:endParaRPr lang="ar-SA"/>
          </a:p>
        </p:txBody>
      </p:sp>
      <p:sp>
        <p:nvSpPr>
          <p:cNvPr id="5" name="عنصر نائب للتذييل 4">
            <a:extLst>
              <a:ext uri="{FF2B5EF4-FFF2-40B4-BE49-F238E27FC236}">
                <a16:creationId xmlns:a16="http://schemas.microsoft.com/office/drawing/2014/main" id="{A88FC4AF-8B25-5EA5-2CCD-B9B24A6DE563}"/>
              </a:ext>
            </a:extLst>
          </p:cNvPr>
          <p:cNvSpPr>
            <a:spLocks noGrp="1"/>
          </p:cNvSpPr>
          <p:nvPr>
            <p:ph type="ftr" sz="quarter" idx="11"/>
          </p:nvPr>
        </p:nvSpPr>
        <p:spPr/>
        <p:txBody>
          <a:bodyPr/>
          <a:lstStyle/>
          <a:p>
            <a:endParaRPr lang="ar-SA"/>
          </a:p>
        </p:txBody>
      </p:sp>
      <p:sp>
        <p:nvSpPr>
          <p:cNvPr id="6" name="عنصر نائب لرقم الشريحة 5">
            <a:extLst>
              <a:ext uri="{FF2B5EF4-FFF2-40B4-BE49-F238E27FC236}">
                <a16:creationId xmlns:a16="http://schemas.microsoft.com/office/drawing/2014/main" id="{6F12AA54-6DD7-1FC7-CC39-A2A6635DCEA1}"/>
              </a:ext>
            </a:extLst>
          </p:cNvPr>
          <p:cNvSpPr>
            <a:spLocks noGrp="1"/>
          </p:cNvSpPr>
          <p:nvPr>
            <p:ph type="sldNum" sz="quarter" idx="12"/>
          </p:nvPr>
        </p:nvSpPr>
        <p:spPr/>
        <p:txBody>
          <a:bodyPr/>
          <a:lstStyle/>
          <a:p>
            <a:fld id="{EBE5842E-1D0B-4A7D-A4F8-22A6BEDCC963}" type="slidenum">
              <a:rPr lang="ar-SA" smtClean="0"/>
              <a:t>‹#›</a:t>
            </a:fld>
            <a:endParaRPr lang="ar-SA"/>
          </a:p>
        </p:txBody>
      </p:sp>
    </p:spTree>
    <p:extLst>
      <p:ext uri="{BB962C8B-B14F-4D97-AF65-F5344CB8AC3E}">
        <p14:creationId xmlns:p14="http://schemas.microsoft.com/office/powerpoint/2010/main" val="403125658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عنوان ومحتوى">
    <p:spTree>
      <p:nvGrpSpPr>
        <p:cNvPr id="1" name=""/>
        <p:cNvGrpSpPr/>
        <p:nvPr/>
      </p:nvGrpSpPr>
      <p:grpSpPr>
        <a:xfrm>
          <a:off x="0" y="0"/>
          <a:ext cx="0" cy="0"/>
          <a:chOff x="0" y="0"/>
          <a:chExt cx="0" cy="0"/>
        </a:xfrm>
      </p:grpSpPr>
      <p:sp>
        <p:nvSpPr>
          <p:cNvPr id="2" name="عنوان 1">
            <a:extLst>
              <a:ext uri="{FF2B5EF4-FFF2-40B4-BE49-F238E27FC236}">
                <a16:creationId xmlns:a16="http://schemas.microsoft.com/office/drawing/2014/main" id="{BBBB2C15-2076-738A-403C-8C30068BEFA1}"/>
              </a:ext>
            </a:extLst>
          </p:cNvPr>
          <p:cNvSpPr>
            <a:spLocks noGrp="1"/>
          </p:cNvSpPr>
          <p:nvPr>
            <p:ph type="title"/>
          </p:nvPr>
        </p:nvSpPr>
        <p:spPr/>
        <p:txBody>
          <a:bodyPr/>
          <a:lstStyle/>
          <a:p>
            <a:r>
              <a:rPr lang="ar-SA"/>
              <a:t>انقر لتحرير نمط عنوان الشكل الرئيسي</a:t>
            </a:r>
          </a:p>
        </p:txBody>
      </p:sp>
      <p:sp>
        <p:nvSpPr>
          <p:cNvPr id="3" name="عنصر نائب للمحتوى 2">
            <a:extLst>
              <a:ext uri="{FF2B5EF4-FFF2-40B4-BE49-F238E27FC236}">
                <a16:creationId xmlns:a16="http://schemas.microsoft.com/office/drawing/2014/main" id="{4954804D-ABD8-4988-AB0C-CD25667F18E8}"/>
              </a:ext>
            </a:extLst>
          </p:cNvPr>
          <p:cNvSpPr>
            <a:spLocks noGrp="1"/>
          </p:cNvSpPr>
          <p:nvPr>
            <p:ph idx="1"/>
          </p:nvPr>
        </p:nvSpPr>
        <p:spPr/>
        <p:txBody>
          <a:bodyPr/>
          <a:lstStyle/>
          <a:p>
            <a:pPr lvl="0"/>
            <a:r>
              <a:rPr lang="ar-SA"/>
              <a:t>انقر لتحرير أنماط نص الشكل الرئيسي</a:t>
            </a:r>
          </a:p>
          <a:p>
            <a:pPr lvl="1"/>
            <a:r>
              <a:rPr lang="ar-SA"/>
              <a:t>المستوى الثاني</a:t>
            </a:r>
          </a:p>
          <a:p>
            <a:pPr lvl="2"/>
            <a:r>
              <a:rPr lang="ar-SA"/>
              <a:t>المستوى الثالث</a:t>
            </a:r>
          </a:p>
          <a:p>
            <a:pPr lvl="3"/>
            <a:r>
              <a:rPr lang="ar-SA"/>
              <a:t>المستوى الرابع</a:t>
            </a:r>
          </a:p>
          <a:p>
            <a:pPr lvl="4"/>
            <a:r>
              <a:rPr lang="ar-SA"/>
              <a:t>المستوى الخامس</a:t>
            </a:r>
          </a:p>
        </p:txBody>
      </p:sp>
      <p:sp>
        <p:nvSpPr>
          <p:cNvPr id="4" name="عنصر نائب للتاريخ 3">
            <a:extLst>
              <a:ext uri="{FF2B5EF4-FFF2-40B4-BE49-F238E27FC236}">
                <a16:creationId xmlns:a16="http://schemas.microsoft.com/office/drawing/2014/main" id="{3AFF6F7D-5F32-315C-6894-9EC7F73B61DA}"/>
              </a:ext>
            </a:extLst>
          </p:cNvPr>
          <p:cNvSpPr>
            <a:spLocks noGrp="1"/>
          </p:cNvSpPr>
          <p:nvPr>
            <p:ph type="dt" sz="half" idx="10"/>
          </p:nvPr>
        </p:nvSpPr>
        <p:spPr/>
        <p:txBody>
          <a:bodyPr/>
          <a:lstStyle/>
          <a:p>
            <a:fld id="{606AE7FA-DEA4-465A-87FF-3A93749E1C63}" type="datetimeFigureOut">
              <a:rPr lang="ar-SA" smtClean="0"/>
              <a:t>01/08/47</a:t>
            </a:fld>
            <a:endParaRPr lang="ar-SA"/>
          </a:p>
        </p:txBody>
      </p:sp>
      <p:sp>
        <p:nvSpPr>
          <p:cNvPr id="5" name="عنصر نائب للتذييل 4">
            <a:extLst>
              <a:ext uri="{FF2B5EF4-FFF2-40B4-BE49-F238E27FC236}">
                <a16:creationId xmlns:a16="http://schemas.microsoft.com/office/drawing/2014/main" id="{B4C50DFD-38A6-E773-4DEF-BF3FE9B6218C}"/>
              </a:ext>
            </a:extLst>
          </p:cNvPr>
          <p:cNvSpPr>
            <a:spLocks noGrp="1"/>
          </p:cNvSpPr>
          <p:nvPr>
            <p:ph type="ftr" sz="quarter" idx="11"/>
          </p:nvPr>
        </p:nvSpPr>
        <p:spPr/>
        <p:txBody>
          <a:bodyPr/>
          <a:lstStyle/>
          <a:p>
            <a:endParaRPr lang="ar-SA"/>
          </a:p>
        </p:txBody>
      </p:sp>
      <p:sp>
        <p:nvSpPr>
          <p:cNvPr id="6" name="عنصر نائب لرقم الشريحة 5">
            <a:extLst>
              <a:ext uri="{FF2B5EF4-FFF2-40B4-BE49-F238E27FC236}">
                <a16:creationId xmlns:a16="http://schemas.microsoft.com/office/drawing/2014/main" id="{FA9B4B89-683A-3F24-7FAA-94DC86F5903C}"/>
              </a:ext>
            </a:extLst>
          </p:cNvPr>
          <p:cNvSpPr>
            <a:spLocks noGrp="1"/>
          </p:cNvSpPr>
          <p:nvPr>
            <p:ph type="sldNum" sz="quarter" idx="12"/>
          </p:nvPr>
        </p:nvSpPr>
        <p:spPr/>
        <p:txBody>
          <a:bodyPr/>
          <a:lstStyle/>
          <a:p>
            <a:fld id="{EBE5842E-1D0B-4A7D-A4F8-22A6BEDCC963}" type="slidenum">
              <a:rPr lang="ar-SA" smtClean="0"/>
              <a:t>‹#›</a:t>
            </a:fld>
            <a:endParaRPr lang="ar-SA"/>
          </a:p>
        </p:txBody>
      </p:sp>
    </p:spTree>
    <p:extLst>
      <p:ext uri="{BB962C8B-B14F-4D97-AF65-F5344CB8AC3E}">
        <p14:creationId xmlns:p14="http://schemas.microsoft.com/office/powerpoint/2010/main" val="53105829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عنوان المقطع">
    <p:spTree>
      <p:nvGrpSpPr>
        <p:cNvPr id="1" name=""/>
        <p:cNvGrpSpPr/>
        <p:nvPr/>
      </p:nvGrpSpPr>
      <p:grpSpPr>
        <a:xfrm>
          <a:off x="0" y="0"/>
          <a:ext cx="0" cy="0"/>
          <a:chOff x="0" y="0"/>
          <a:chExt cx="0" cy="0"/>
        </a:xfrm>
      </p:grpSpPr>
      <p:sp>
        <p:nvSpPr>
          <p:cNvPr id="2" name="عنوان 1">
            <a:extLst>
              <a:ext uri="{FF2B5EF4-FFF2-40B4-BE49-F238E27FC236}">
                <a16:creationId xmlns:a16="http://schemas.microsoft.com/office/drawing/2014/main" id="{F1FFC560-B8D2-0EAA-1D81-8EE9F0542DD1}"/>
              </a:ext>
            </a:extLst>
          </p:cNvPr>
          <p:cNvSpPr>
            <a:spLocks noGrp="1"/>
          </p:cNvSpPr>
          <p:nvPr>
            <p:ph type="title"/>
          </p:nvPr>
        </p:nvSpPr>
        <p:spPr>
          <a:xfrm>
            <a:off x="831850" y="1709738"/>
            <a:ext cx="10515600" cy="2852737"/>
          </a:xfrm>
        </p:spPr>
        <p:txBody>
          <a:bodyPr anchor="b"/>
          <a:lstStyle>
            <a:lvl1pPr>
              <a:defRPr sz="6000"/>
            </a:lvl1pPr>
          </a:lstStyle>
          <a:p>
            <a:r>
              <a:rPr lang="ar-SA"/>
              <a:t>انقر لتحرير نمط عنوان الشكل الرئيسي</a:t>
            </a:r>
          </a:p>
        </p:txBody>
      </p:sp>
      <p:sp>
        <p:nvSpPr>
          <p:cNvPr id="3" name="عنصر نائب للنص 2">
            <a:extLst>
              <a:ext uri="{FF2B5EF4-FFF2-40B4-BE49-F238E27FC236}">
                <a16:creationId xmlns:a16="http://schemas.microsoft.com/office/drawing/2014/main" id="{DFA765C9-1AD4-AE3A-6DAB-E172DBAAE097}"/>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ar-SA"/>
              <a:t>انقر لتحرير أنماط نص الشكل الرئيسي</a:t>
            </a:r>
          </a:p>
        </p:txBody>
      </p:sp>
      <p:sp>
        <p:nvSpPr>
          <p:cNvPr id="4" name="عنصر نائب للتاريخ 3">
            <a:extLst>
              <a:ext uri="{FF2B5EF4-FFF2-40B4-BE49-F238E27FC236}">
                <a16:creationId xmlns:a16="http://schemas.microsoft.com/office/drawing/2014/main" id="{2B297C74-20AB-5EF0-320A-CED9FDB4A1F9}"/>
              </a:ext>
            </a:extLst>
          </p:cNvPr>
          <p:cNvSpPr>
            <a:spLocks noGrp="1"/>
          </p:cNvSpPr>
          <p:nvPr>
            <p:ph type="dt" sz="half" idx="10"/>
          </p:nvPr>
        </p:nvSpPr>
        <p:spPr/>
        <p:txBody>
          <a:bodyPr/>
          <a:lstStyle/>
          <a:p>
            <a:fld id="{606AE7FA-DEA4-465A-87FF-3A93749E1C63}" type="datetimeFigureOut">
              <a:rPr lang="ar-SA" smtClean="0"/>
              <a:t>01/08/47</a:t>
            </a:fld>
            <a:endParaRPr lang="ar-SA"/>
          </a:p>
        </p:txBody>
      </p:sp>
      <p:sp>
        <p:nvSpPr>
          <p:cNvPr id="5" name="عنصر نائب للتذييل 4">
            <a:extLst>
              <a:ext uri="{FF2B5EF4-FFF2-40B4-BE49-F238E27FC236}">
                <a16:creationId xmlns:a16="http://schemas.microsoft.com/office/drawing/2014/main" id="{6A21DACF-446D-15A6-26AF-933BA613734C}"/>
              </a:ext>
            </a:extLst>
          </p:cNvPr>
          <p:cNvSpPr>
            <a:spLocks noGrp="1"/>
          </p:cNvSpPr>
          <p:nvPr>
            <p:ph type="ftr" sz="quarter" idx="11"/>
          </p:nvPr>
        </p:nvSpPr>
        <p:spPr/>
        <p:txBody>
          <a:bodyPr/>
          <a:lstStyle/>
          <a:p>
            <a:endParaRPr lang="ar-SA"/>
          </a:p>
        </p:txBody>
      </p:sp>
      <p:sp>
        <p:nvSpPr>
          <p:cNvPr id="6" name="عنصر نائب لرقم الشريحة 5">
            <a:extLst>
              <a:ext uri="{FF2B5EF4-FFF2-40B4-BE49-F238E27FC236}">
                <a16:creationId xmlns:a16="http://schemas.microsoft.com/office/drawing/2014/main" id="{281D7A48-4A14-C7F6-A576-982EF47A26C1}"/>
              </a:ext>
            </a:extLst>
          </p:cNvPr>
          <p:cNvSpPr>
            <a:spLocks noGrp="1"/>
          </p:cNvSpPr>
          <p:nvPr>
            <p:ph type="sldNum" sz="quarter" idx="12"/>
          </p:nvPr>
        </p:nvSpPr>
        <p:spPr/>
        <p:txBody>
          <a:bodyPr/>
          <a:lstStyle/>
          <a:p>
            <a:fld id="{EBE5842E-1D0B-4A7D-A4F8-22A6BEDCC963}" type="slidenum">
              <a:rPr lang="ar-SA" smtClean="0"/>
              <a:t>‹#›</a:t>
            </a:fld>
            <a:endParaRPr lang="ar-SA"/>
          </a:p>
        </p:txBody>
      </p:sp>
    </p:spTree>
    <p:extLst>
      <p:ext uri="{BB962C8B-B14F-4D97-AF65-F5344CB8AC3E}">
        <p14:creationId xmlns:p14="http://schemas.microsoft.com/office/powerpoint/2010/main" val="340364057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محتويان">
    <p:spTree>
      <p:nvGrpSpPr>
        <p:cNvPr id="1" name=""/>
        <p:cNvGrpSpPr/>
        <p:nvPr/>
      </p:nvGrpSpPr>
      <p:grpSpPr>
        <a:xfrm>
          <a:off x="0" y="0"/>
          <a:ext cx="0" cy="0"/>
          <a:chOff x="0" y="0"/>
          <a:chExt cx="0" cy="0"/>
        </a:xfrm>
      </p:grpSpPr>
      <p:sp>
        <p:nvSpPr>
          <p:cNvPr id="2" name="عنوان 1">
            <a:extLst>
              <a:ext uri="{FF2B5EF4-FFF2-40B4-BE49-F238E27FC236}">
                <a16:creationId xmlns:a16="http://schemas.microsoft.com/office/drawing/2014/main" id="{97E9EFF3-4F43-7116-038D-5A52168B75C6}"/>
              </a:ext>
            </a:extLst>
          </p:cNvPr>
          <p:cNvSpPr>
            <a:spLocks noGrp="1"/>
          </p:cNvSpPr>
          <p:nvPr>
            <p:ph type="title"/>
          </p:nvPr>
        </p:nvSpPr>
        <p:spPr/>
        <p:txBody>
          <a:bodyPr/>
          <a:lstStyle/>
          <a:p>
            <a:r>
              <a:rPr lang="ar-SA"/>
              <a:t>انقر لتحرير نمط عنوان الشكل الرئيسي</a:t>
            </a:r>
          </a:p>
        </p:txBody>
      </p:sp>
      <p:sp>
        <p:nvSpPr>
          <p:cNvPr id="3" name="عنصر نائب للمحتوى 2">
            <a:extLst>
              <a:ext uri="{FF2B5EF4-FFF2-40B4-BE49-F238E27FC236}">
                <a16:creationId xmlns:a16="http://schemas.microsoft.com/office/drawing/2014/main" id="{7327F9B7-1F49-36D6-C022-3E2BC7BAC22B}"/>
              </a:ext>
            </a:extLst>
          </p:cNvPr>
          <p:cNvSpPr>
            <a:spLocks noGrp="1"/>
          </p:cNvSpPr>
          <p:nvPr>
            <p:ph sz="half" idx="1"/>
          </p:nvPr>
        </p:nvSpPr>
        <p:spPr>
          <a:xfrm>
            <a:off x="838200" y="1825625"/>
            <a:ext cx="5181600" cy="4351338"/>
          </a:xfrm>
        </p:spPr>
        <p:txBody>
          <a:bodyPr/>
          <a:lstStyle/>
          <a:p>
            <a:pPr lvl="0"/>
            <a:r>
              <a:rPr lang="ar-SA"/>
              <a:t>انقر لتحرير أنماط نص الشكل الرئيسي</a:t>
            </a:r>
          </a:p>
          <a:p>
            <a:pPr lvl="1"/>
            <a:r>
              <a:rPr lang="ar-SA"/>
              <a:t>المستوى الثاني</a:t>
            </a:r>
          </a:p>
          <a:p>
            <a:pPr lvl="2"/>
            <a:r>
              <a:rPr lang="ar-SA"/>
              <a:t>المستوى الثالث</a:t>
            </a:r>
          </a:p>
          <a:p>
            <a:pPr lvl="3"/>
            <a:r>
              <a:rPr lang="ar-SA"/>
              <a:t>المستوى الرابع</a:t>
            </a:r>
          </a:p>
          <a:p>
            <a:pPr lvl="4"/>
            <a:r>
              <a:rPr lang="ar-SA"/>
              <a:t>المستوى الخامس</a:t>
            </a:r>
          </a:p>
        </p:txBody>
      </p:sp>
      <p:sp>
        <p:nvSpPr>
          <p:cNvPr id="4" name="عنصر نائب للمحتوى 3">
            <a:extLst>
              <a:ext uri="{FF2B5EF4-FFF2-40B4-BE49-F238E27FC236}">
                <a16:creationId xmlns:a16="http://schemas.microsoft.com/office/drawing/2014/main" id="{4E66AC4C-DFFC-B026-4906-2E944C4FC017}"/>
              </a:ext>
            </a:extLst>
          </p:cNvPr>
          <p:cNvSpPr>
            <a:spLocks noGrp="1"/>
          </p:cNvSpPr>
          <p:nvPr>
            <p:ph sz="half" idx="2"/>
          </p:nvPr>
        </p:nvSpPr>
        <p:spPr>
          <a:xfrm>
            <a:off x="6172200" y="1825625"/>
            <a:ext cx="5181600" cy="4351338"/>
          </a:xfrm>
        </p:spPr>
        <p:txBody>
          <a:bodyPr/>
          <a:lstStyle/>
          <a:p>
            <a:pPr lvl="0"/>
            <a:r>
              <a:rPr lang="ar-SA"/>
              <a:t>انقر لتحرير أنماط نص الشكل الرئيسي</a:t>
            </a:r>
          </a:p>
          <a:p>
            <a:pPr lvl="1"/>
            <a:r>
              <a:rPr lang="ar-SA"/>
              <a:t>المستوى الثاني</a:t>
            </a:r>
          </a:p>
          <a:p>
            <a:pPr lvl="2"/>
            <a:r>
              <a:rPr lang="ar-SA"/>
              <a:t>المستوى الثالث</a:t>
            </a:r>
          </a:p>
          <a:p>
            <a:pPr lvl="3"/>
            <a:r>
              <a:rPr lang="ar-SA"/>
              <a:t>المستوى الرابع</a:t>
            </a:r>
          </a:p>
          <a:p>
            <a:pPr lvl="4"/>
            <a:r>
              <a:rPr lang="ar-SA"/>
              <a:t>المستوى الخامس</a:t>
            </a:r>
          </a:p>
        </p:txBody>
      </p:sp>
      <p:sp>
        <p:nvSpPr>
          <p:cNvPr id="5" name="عنصر نائب للتاريخ 4">
            <a:extLst>
              <a:ext uri="{FF2B5EF4-FFF2-40B4-BE49-F238E27FC236}">
                <a16:creationId xmlns:a16="http://schemas.microsoft.com/office/drawing/2014/main" id="{063F9DB4-A8FE-3001-DDA1-E54EDAE1E3AE}"/>
              </a:ext>
            </a:extLst>
          </p:cNvPr>
          <p:cNvSpPr>
            <a:spLocks noGrp="1"/>
          </p:cNvSpPr>
          <p:nvPr>
            <p:ph type="dt" sz="half" idx="10"/>
          </p:nvPr>
        </p:nvSpPr>
        <p:spPr/>
        <p:txBody>
          <a:bodyPr/>
          <a:lstStyle/>
          <a:p>
            <a:fld id="{606AE7FA-DEA4-465A-87FF-3A93749E1C63}" type="datetimeFigureOut">
              <a:rPr lang="ar-SA" smtClean="0"/>
              <a:t>01/08/47</a:t>
            </a:fld>
            <a:endParaRPr lang="ar-SA"/>
          </a:p>
        </p:txBody>
      </p:sp>
      <p:sp>
        <p:nvSpPr>
          <p:cNvPr id="6" name="عنصر نائب للتذييل 5">
            <a:extLst>
              <a:ext uri="{FF2B5EF4-FFF2-40B4-BE49-F238E27FC236}">
                <a16:creationId xmlns:a16="http://schemas.microsoft.com/office/drawing/2014/main" id="{9C417BFD-7303-3C3D-49A2-C37CFD420939}"/>
              </a:ext>
            </a:extLst>
          </p:cNvPr>
          <p:cNvSpPr>
            <a:spLocks noGrp="1"/>
          </p:cNvSpPr>
          <p:nvPr>
            <p:ph type="ftr" sz="quarter" idx="11"/>
          </p:nvPr>
        </p:nvSpPr>
        <p:spPr/>
        <p:txBody>
          <a:bodyPr/>
          <a:lstStyle/>
          <a:p>
            <a:endParaRPr lang="ar-SA"/>
          </a:p>
        </p:txBody>
      </p:sp>
      <p:sp>
        <p:nvSpPr>
          <p:cNvPr id="7" name="عنصر نائب لرقم الشريحة 6">
            <a:extLst>
              <a:ext uri="{FF2B5EF4-FFF2-40B4-BE49-F238E27FC236}">
                <a16:creationId xmlns:a16="http://schemas.microsoft.com/office/drawing/2014/main" id="{A849A797-2F16-DD8B-5ECB-8127A47CC204}"/>
              </a:ext>
            </a:extLst>
          </p:cNvPr>
          <p:cNvSpPr>
            <a:spLocks noGrp="1"/>
          </p:cNvSpPr>
          <p:nvPr>
            <p:ph type="sldNum" sz="quarter" idx="12"/>
          </p:nvPr>
        </p:nvSpPr>
        <p:spPr/>
        <p:txBody>
          <a:bodyPr/>
          <a:lstStyle/>
          <a:p>
            <a:fld id="{EBE5842E-1D0B-4A7D-A4F8-22A6BEDCC963}" type="slidenum">
              <a:rPr lang="ar-SA" smtClean="0"/>
              <a:t>‹#›</a:t>
            </a:fld>
            <a:endParaRPr lang="ar-SA"/>
          </a:p>
        </p:txBody>
      </p:sp>
    </p:spTree>
    <p:extLst>
      <p:ext uri="{BB962C8B-B14F-4D97-AF65-F5344CB8AC3E}">
        <p14:creationId xmlns:p14="http://schemas.microsoft.com/office/powerpoint/2010/main" val="411644809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مقارنة">
    <p:spTree>
      <p:nvGrpSpPr>
        <p:cNvPr id="1" name=""/>
        <p:cNvGrpSpPr/>
        <p:nvPr/>
      </p:nvGrpSpPr>
      <p:grpSpPr>
        <a:xfrm>
          <a:off x="0" y="0"/>
          <a:ext cx="0" cy="0"/>
          <a:chOff x="0" y="0"/>
          <a:chExt cx="0" cy="0"/>
        </a:xfrm>
      </p:grpSpPr>
      <p:sp>
        <p:nvSpPr>
          <p:cNvPr id="2" name="عنوان 1">
            <a:extLst>
              <a:ext uri="{FF2B5EF4-FFF2-40B4-BE49-F238E27FC236}">
                <a16:creationId xmlns:a16="http://schemas.microsoft.com/office/drawing/2014/main" id="{2CDC75A9-5EE6-1D6F-C35A-2A9084F3EF4D}"/>
              </a:ext>
            </a:extLst>
          </p:cNvPr>
          <p:cNvSpPr>
            <a:spLocks noGrp="1"/>
          </p:cNvSpPr>
          <p:nvPr>
            <p:ph type="title"/>
          </p:nvPr>
        </p:nvSpPr>
        <p:spPr>
          <a:xfrm>
            <a:off x="839788" y="365125"/>
            <a:ext cx="10515600" cy="1325563"/>
          </a:xfrm>
        </p:spPr>
        <p:txBody>
          <a:bodyPr/>
          <a:lstStyle/>
          <a:p>
            <a:r>
              <a:rPr lang="ar-SA"/>
              <a:t>انقر لتحرير نمط عنوان الشكل الرئيسي</a:t>
            </a:r>
          </a:p>
        </p:txBody>
      </p:sp>
      <p:sp>
        <p:nvSpPr>
          <p:cNvPr id="3" name="عنصر نائب للنص 2">
            <a:extLst>
              <a:ext uri="{FF2B5EF4-FFF2-40B4-BE49-F238E27FC236}">
                <a16:creationId xmlns:a16="http://schemas.microsoft.com/office/drawing/2014/main" id="{B53CC157-0E39-C218-5A05-E9C3E8F75A1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ar-SA"/>
              <a:t>انقر لتحرير أنماط نص الشكل الرئيسي</a:t>
            </a:r>
          </a:p>
        </p:txBody>
      </p:sp>
      <p:sp>
        <p:nvSpPr>
          <p:cNvPr id="4" name="عنصر نائب للمحتوى 3">
            <a:extLst>
              <a:ext uri="{FF2B5EF4-FFF2-40B4-BE49-F238E27FC236}">
                <a16:creationId xmlns:a16="http://schemas.microsoft.com/office/drawing/2014/main" id="{382A693F-DBBC-2585-5B17-03AF2B2E86CE}"/>
              </a:ext>
            </a:extLst>
          </p:cNvPr>
          <p:cNvSpPr>
            <a:spLocks noGrp="1"/>
          </p:cNvSpPr>
          <p:nvPr>
            <p:ph sz="half" idx="2"/>
          </p:nvPr>
        </p:nvSpPr>
        <p:spPr>
          <a:xfrm>
            <a:off x="839788" y="2505075"/>
            <a:ext cx="5157787" cy="3684588"/>
          </a:xfrm>
        </p:spPr>
        <p:txBody>
          <a:bodyPr/>
          <a:lstStyle/>
          <a:p>
            <a:pPr lvl="0"/>
            <a:r>
              <a:rPr lang="ar-SA"/>
              <a:t>انقر لتحرير أنماط نص الشكل الرئيسي</a:t>
            </a:r>
          </a:p>
          <a:p>
            <a:pPr lvl="1"/>
            <a:r>
              <a:rPr lang="ar-SA"/>
              <a:t>المستوى الثاني</a:t>
            </a:r>
          </a:p>
          <a:p>
            <a:pPr lvl="2"/>
            <a:r>
              <a:rPr lang="ar-SA"/>
              <a:t>المستوى الثالث</a:t>
            </a:r>
          </a:p>
          <a:p>
            <a:pPr lvl="3"/>
            <a:r>
              <a:rPr lang="ar-SA"/>
              <a:t>المستوى الرابع</a:t>
            </a:r>
          </a:p>
          <a:p>
            <a:pPr lvl="4"/>
            <a:r>
              <a:rPr lang="ar-SA"/>
              <a:t>المستوى الخامس</a:t>
            </a:r>
          </a:p>
        </p:txBody>
      </p:sp>
      <p:sp>
        <p:nvSpPr>
          <p:cNvPr id="5" name="عنصر نائب للنص 4">
            <a:extLst>
              <a:ext uri="{FF2B5EF4-FFF2-40B4-BE49-F238E27FC236}">
                <a16:creationId xmlns:a16="http://schemas.microsoft.com/office/drawing/2014/main" id="{8B39A6F3-13E8-E47E-CC08-6EF3C79FB68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ar-SA"/>
              <a:t>انقر لتحرير أنماط نص الشكل الرئيسي</a:t>
            </a:r>
          </a:p>
        </p:txBody>
      </p:sp>
      <p:sp>
        <p:nvSpPr>
          <p:cNvPr id="6" name="عنصر نائب للمحتوى 5">
            <a:extLst>
              <a:ext uri="{FF2B5EF4-FFF2-40B4-BE49-F238E27FC236}">
                <a16:creationId xmlns:a16="http://schemas.microsoft.com/office/drawing/2014/main" id="{8C6044E8-0F03-A776-1E87-083EB0C8A760}"/>
              </a:ext>
            </a:extLst>
          </p:cNvPr>
          <p:cNvSpPr>
            <a:spLocks noGrp="1"/>
          </p:cNvSpPr>
          <p:nvPr>
            <p:ph sz="quarter" idx="4"/>
          </p:nvPr>
        </p:nvSpPr>
        <p:spPr>
          <a:xfrm>
            <a:off x="6172200" y="2505075"/>
            <a:ext cx="5183188" cy="3684588"/>
          </a:xfrm>
        </p:spPr>
        <p:txBody>
          <a:bodyPr/>
          <a:lstStyle/>
          <a:p>
            <a:pPr lvl="0"/>
            <a:r>
              <a:rPr lang="ar-SA"/>
              <a:t>انقر لتحرير أنماط نص الشكل الرئيسي</a:t>
            </a:r>
          </a:p>
          <a:p>
            <a:pPr lvl="1"/>
            <a:r>
              <a:rPr lang="ar-SA"/>
              <a:t>المستوى الثاني</a:t>
            </a:r>
          </a:p>
          <a:p>
            <a:pPr lvl="2"/>
            <a:r>
              <a:rPr lang="ar-SA"/>
              <a:t>المستوى الثالث</a:t>
            </a:r>
          </a:p>
          <a:p>
            <a:pPr lvl="3"/>
            <a:r>
              <a:rPr lang="ar-SA"/>
              <a:t>المستوى الرابع</a:t>
            </a:r>
          </a:p>
          <a:p>
            <a:pPr lvl="4"/>
            <a:r>
              <a:rPr lang="ar-SA"/>
              <a:t>المستوى الخامس</a:t>
            </a:r>
          </a:p>
        </p:txBody>
      </p:sp>
      <p:sp>
        <p:nvSpPr>
          <p:cNvPr id="7" name="عنصر نائب للتاريخ 6">
            <a:extLst>
              <a:ext uri="{FF2B5EF4-FFF2-40B4-BE49-F238E27FC236}">
                <a16:creationId xmlns:a16="http://schemas.microsoft.com/office/drawing/2014/main" id="{3E7EFCB2-3CED-DF60-EC55-185265DD2D08}"/>
              </a:ext>
            </a:extLst>
          </p:cNvPr>
          <p:cNvSpPr>
            <a:spLocks noGrp="1"/>
          </p:cNvSpPr>
          <p:nvPr>
            <p:ph type="dt" sz="half" idx="10"/>
          </p:nvPr>
        </p:nvSpPr>
        <p:spPr/>
        <p:txBody>
          <a:bodyPr/>
          <a:lstStyle/>
          <a:p>
            <a:fld id="{606AE7FA-DEA4-465A-87FF-3A93749E1C63}" type="datetimeFigureOut">
              <a:rPr lang="ar-SA" smtClean="0"/>
              <a:t>01/08/47</a:t>
            </a:fld>
            <a:endParaRPr lang="ar-SA"/>
          </a:p>
        </p:txBody>
      </p:sp>
      <p:sp>
        <p:nvSpPr>
          <p:cNvPr id="8" name="عنصر نائب للتذييل 7">
            <a:extLst>
              <a:ext uri="{FF2B5EF4-FFF2-40B4-BE49-F238E27FC236}">
                <a16:creationId xmlns:a16="http://schemas.microsoft.com/office/drawing/2014/main" id="{3A43DC88-9124-5CA3-E4CE-9A4C479F1D5D}"/>
              </a:ext>
            </a:extLst>
          </p:cNvPr>
          <p:cNvSpPr>
            <a:spLocks noGrp="1"/>
          </p:cNvSpPr>
          <p:nvPr>
            <p:ph type="ftr" sz="quarter" idx="11"/>
          </p:nvPr>
        </p:nvSpPr>
        <p:spPr/>
        <p:txBody>
          <a:bodyPr/>
          <a:lstStyle/>
          <a:p>
            <a:endParaRPr lang="ar-SA"/>
          </a:p>
        </p:txBody>
      </p:sp>
      <p:sp>
        <p:nvSpPr>
          <p:cNvPr id="9" name="عنصر نائب لرقم الشريحة 8">
            <a:extLst>
              <a:ext uri="{FF2B5EF4-FFF2-40B4-BE49-F238E27FC236}">
                <a16:creationId xmlns:a16="http://schemas.microsoft.com/office/drawing/2014/main" id="{DFA179F0-7088-9456-4CBC-9E45FE16159F}"/>
              </a:ext>
            </a:extLst>
          </p:cNvPr>
          <p:cNvSpPr>
            <a:spLocks noGrp="1"/>
          </p:cNvSpPr>
          <p:nvPr>
            <p:ph type="sldNum" sz="quarter" idx="12"/>
          </p:nvPr>
        </p:nvSpPr>
        <p:spPr/>
        <p:txBody>
          <a:bodyPr/>
          <a:lstStyle/>
          <a:p>
            <a:fld id="{EBE5842E-1D0B-4A7D-A4F8-22A6BEDCC963}" type="slidenum">
              <a:rPr lang="ar-SA" smtClean="0"/>
              <a:t>‹#›</a:t>
            </a:fld>
            <a:endParaRPr lang="ar-SA"/>
          </a:p>
        </p:txBody>
      </p:sp>
    </p:spTree>
    <p:extLst>
      <p:ext uri="{BB962C8B-B14F-4D97-AF65-F5344CB8AC3E}">
        <p14:creationId xmlns:p14="http://schemas.microsoft.com/office/powerpoint/2010/main" val="475393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عنوان فقط">
    <p:spTree>
      <p:nvGrpSpPr>
        <p:cNvPr id="1" name=""/>
        <p:cNvGrpSpPr/>
        <p:nvPr/>
      </p:nvGrpSpPr>
      <p:grpSpPr>
        <a:xfrm>
          <a:off x="0" y="0"/>
          <a:ext cx="0" cy="0"/>
          <a:chOff x="0" y="0"/>
          <a:chExt cx="0" cy="0"/>
        </a:xfrm>
      </p:grpSpPr>
      <p:sp>
        <p:nvSpPr>
          <p:cNvPr id="2" name="عنوان 1">
            <a:extLst>
              <a:ext uri="{FF2B5EF4-FFF2-40B4-BE49-F238E27FC236}">
                <a16:creationId xmlns:a16="http://schemas.microsoft.com/office/drawing/2014/main" id="{98648FA7-1908-165F-6E81-95E041553DCE}"/>
              </a:ext>
            </a:extLst>
          </p:cNvPr>
          <p:cNvSpPr>
            <a:spLocks noGrp="1"/>
          </p:cNvSpPr>
          <p:nvPr>
            <p:ph type="title"/>
          </p:nvPr>
        </p:nvSpPr>
        <p:spPr/>
        <p:txBody>
          <a:bodyPr/>
          <a:lstStyle/>
          <a:p>
            <a:r>
              <a:rPr lang="ar-SA"/>
              <a:t>انقر لتحرير نمط عنوان الشكل الرئيسي</a:t>
            </a:r>
          </a:p>
        </p:txBody>
      </p:sp>
      <p:sp>
        <p:nvSpPr>
          <p:cNvPr id="3" name="عنصر نائب للتاريخ 2">
            <a:extLst>
              <a:ext uri="{FF2B5EF4-FFF2-40B4-BE49-F238E27FC236}">
                <a16:creationId xmlns:a16="http://schemas.microsoft.com/office/drawing/2014/main" id="{4FD3ACFC-4631-9B70-9CE9-C7D69B00A3D9}"/>
              </a:ext>
            </a:extLst>
          </p:cNvPr>
          <p:cNvSpPr>
            <a:spLocks noGrp="1"/>
          </p:cNvSpPr>
          <p:nvPr>
            <p:ph type="dt" sz="half" idx="10"/>
          </p:nvPr>
        </p:nvSpPr>
        <p:spPr/>
        <p:txBody>
          <a:bodyPr/>
          <a:lstStyle/>
          <a:p>
            <a:fld id="{606AE7FA-DEA4-465A-87FF-3A93749E1C63}" type="datetimeFigureOut">
              <a:rPr lang="ar-SA" smtClean="0"/>
              <a:t>01/08/47</a:t>
            </a:fld>
            <a:endParaRPr lang="ar-SA"/>
          </a:p>
        </p:txBody>
      </p:sp>
      <p:sp>
        <p:nvSpPr>
          <p:cNvPr id="4" name="عنصر نائب للتذييل 3">
            <a:extLst>
              <a:ext uri="{FF2B5EF4-FFF2-40B4-BE49-F238E27FC236}">
                <a16:creationId xmlns:a16="http://schemas.microsoft.com/office/drawing/2014/main" id="{C9CA05C6-725A-F09C-79CD-F20E626C937D}"/>
              </a:ext>
            </a:extLst>
          </p:cNvPr>
          <p:cNvSpPr>
            <a:spLocks noGrp="1"/>
          </p:cNvSpPr>
          <p:nvPr>
            <p:ph type="ftr" sz="quarter" idx="11"/>
          </p:nvPr>
        </p:nvSpPr>
        <p:spPr/>
        <p:txBody>
          <a:bodyPr/>
          <a:lstStyle/>
          <a:p>
            <a:endParaRPr lang="ar-SA"/>
          </a:p>
        </p:txBody>
      </p:sp>
      <p:sp>
        <p:nvSpPr>
          <p:cNvPr id="5" name="عنصر نائب لرقم الشريحة 4">
            <a:extLst>
              <a:ext uri="{FF2B5EF4-FFF2-40B4-BE49-F238E27FC236}">
                <a16:creationId xmlns:a16="http://schemas.microsoft.com/office/drawing/2014/main" id="{42C198E1-80A6-A07F-FEF4-D804ED8C5B27}"/>
              </a:ext>
            </a:extLst>
          </p:cNvPr>
          <p:cNvSpPr>
            <a:spLocks noGrp="1"/>
          </p:cNvSpPr>
          <p:nvPr>
            <p:ph type="sldNum" sz="quarter" idx="12"/>
          </p:nvPr>
        </p:nvSpPr>
        <p:spPr/>
        <p:txBody>
          <a:bodyPr/>
          <a:lstStyle/>
          <a:p>
            <a:fld id="{EBE5842E-1D0B-4A7D-A4F8-22A6BEDCC963}" type="slidenum">
              <a:rPr lang="ar-SA" smtClean="0"/>
              <a:t>‹#›</a:t>
            </a:fld>
            <a:endParaRPr lang="ar-SA"/>
          </a:p>
        </p:txBody>
      </p:sp>
    </p:spTree>
    <p:extLst>
      <p:ext uri="{BB962C8B-B14F-4D97-AF65-F5344CB8AC3E}">
        <p14:creationId xmlns:p14="http://schemas.microsoft.com/office/powerpoint/2010/main" val="359863218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فارغ">
    <p:spTree>
      <p:nvGrpSpPr>
        <p:cNvPr id="1" name=""/>
        <p:cNvGrpSpPr/>
        <p:nvPr/>
      </p:nvGrpSpPr>
      <p:grpSpPr>
        <a:xfrm>
          <a:off x="0" y="0"/>
          <a:ext cx="0" cy="0"/>
          <a:chOff x="0" y="0"/>
          <a:chExt cx="0" cy="0"/>
        </a:xfrm>
      </p:grpSpPr>
      <p:sp>
        <p:nvSpPr>
          <p:cNvPr id="2" name="عنصر نائب للتاريخ 1">
            <a:extLst>
              <a:ext uri="{FF2B5EF4-FFF2-40B4-BE49-F238E27FC236}">
                <a16:creationId xmlns:a16="http://schemas.microsoft.com/office/drawing/2014/main" id="{68D1AA6B-95E7-AF2F-18DA-51D1ECDFB85A}"/>
              </a:ext>
            </a:extLst>
          </p:cNvPr>
          <p:cNvSpPr>
            <a:spLocks noGrp="1"/>
          </p:cNvSpPr>
          <p:nvPr>
            <p:ph type="dt" sz="half" idx="10"/>
          </p:nvPr>
        </p:nvSpPr>
        <p:spPr/>
        <p:txBody>
          <a:bodyPr/>
          <a:lstStyle/>
          <a:p>
            <a:fld id="{606AE7FA-DEA4-465A-87FF-3A93749E1C63}" type="datetimeFigureOut">
              <a:rPr lang="ar-SA" smtClean="0"/>
              <a:t>01/08/47</a:t>
            </a:fld>
            <a:endParaRPr lang="ar-SA"/>
          </a:p>
        </p:txBody>
      </p:sp>
      <p:sp>
        <p:nvSpPr>
          <p:cNvPr id="3" name="عنصر نائب للتذييل 2">
            <a:extLst>
              <a:ext uri="{FF2B5EF4-FFF2-40B4-BE49-F238E27FC236}">
                <a16:creationId xmlns:a16="http://schemas.microsoft.com/office/drawing/2014/main" id="{B8AC0FB2-ECB1-4EAB-0157-0EE087C78598}"/>
              </a:ext>
            </a:extLst>
          </p:cNvPr>
          <p:cNvSpPr>
            <a:spLocks noGrp="1"/>
          </p:cNvSpPr>
          <p:nvPr>
            <p:ph type="ftr" sz="quarter" idx="11"/>
          </p:nvPr>
        </p:nvSpPr>
        <p:spPr/>
        <p:txBody>
          <a:bodyPr/>
          <a:lstStyle/>
          <a:p>
            <a:endParaRPr lang="ar-SA"/>
          </a:p>
        </p:txBody>
      </p:sp>
      <p:sp>
        <p:nvSpPr>
          <p:cNvPr id="4" name="عنصر نائب لرقم الشريحة 3">
            <a:extLst>
              <a:ext uri="{FF2B5EF4-FFF2-40B4-BE49-F238E27FC236}">
                <a16:creationId xmlns:a16="http://schemas.microsoft.com/office/drawing/2014/main" id="{CB29E975-B8F1-077C-3FD4-B2793EE6060C}"/>
              </a:ext>
            </a:extLst>
          </p:cNvPr>
          <p:cNvSpPr>
            <a:spLocks noGrp="1"/>
          </p:cNvSpPr>
          <p:nvPr>
            <p:ph type="sldNum" sz="quarter" idx="12"/>
          </p:nvPr>
        </p:nvSpPr>
        <p:spPr/>
        <p:txBody>
          <a:bodyPr/>
          <a:lstStyle/>
          <a:p>
            <a:fld id="{EBE5842E-1D0B-4A7D-A4F8-22A6BEDCC963}" type="slidenum">
              <a:rPr lang="ar-SA" smtClean="0"/>
              <a:t>‹#›</a:t>
            </a:fld>
            <a:endParaRPr lang="ar-SA"/>
          </a:p>
        </p:txBody>
      </p:sp>
    </p:spTree>
    <p:extLst>
      <p:ext uri="{BB962C8B-B14F-4D97-AF65-F5344CB8AC3E}">
        <p14:creationId xmlns:p14="http://schemas.microsoft.com/office/powerpoint/2010/main" val="3501312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محتوى مع تسمية توضيحية">
    <p:spTree>
      <p:nvGrpSpPr>
        <p:cNvPr id="1" name=""/>
        <p:cNvGrpSpPr/>
        <p:nvPr/>
      </p:nvGrpSpPr>
      <p:grpSpPr>
        <a:xfrm>
          <a:off x="0" y="0"/>
          <a:ext cx="0" cy="0"/>
          <a:chOff x="0" y="0"/>
          <a:chExt cx="0" cy="0"/>
        </a:xfrm>
      </p:grpSpPr>
      <p:sp>
        <p:nvSpPr>
          <p:cNvPr id="2" name="عنوان 1">
            <a:extLst>
              <a:ext uri="{FF2B5EF4-FFF2-40B4-BE49-F238E27FC236}">
                <a16:creationId xmlns:a16="http://schemas.microsoft.com/office/drawing/2014/main" id="{17C3FCA7-659A-DE2F-DA11-09E649579BCF}"/>
              </a:ext>
            </a:extLst>
          </p:cNvPr>
          <p:cNvSpPr>
            <a:spLocks noGrp="1"/>
          </p:cNvSpPr>
          <p:nvPr>
            <p:ph type="title"/>
          </p:nvPr>
        </p:nvSpPr>
        <p:spPr>
          <a:xfrm>
            <a:off x="839788" y="457200"/>
            <a:ext cx="3932237" cy="1600200"/>
          </a:xfrm>
        </p:spPr>
        <p:txBody>
          <a:bodyPr anchor="b"/>
          <a:lstStyle>
            <a:lvl1pPr>
              <a:defRPr sz="3200"/>
            </a:lvl1pPr>
          </a:lstStyle>
          <a:p>
            <a:r>
              <a:rPr lang="ar-SA"/>
              <a:t>انقر لتحرير نمط عنوان الشكل الرئيسي</a:t>
            </a:r>
          </a:p>
        </p:txBody>
      </p:sp>
      <p:sp>
        <p:nvSpPr>
          <p:cNvPr id="3" name="عنصر نائب للمحتوى 2">
            <a:extLst>
              <a:ext uri="{FF2B5EF4-FFF2-40B4-BE49-F238E27FC236}">
                <a16:creationId xmlns:a16="http://schemas.microsoft.com/office/drawing/2014/main" id="{FEE13205-4629-5EEC-D2AF-A78157952A5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ar-SA"/>
              <a:t>انقر لتحرير أنماط نص الشكل الرئيسي</a:t>
            </a:r>
          </a:p>
          <a:p>
            <a:pPr lvl="1"/>
            <a:r>
              <a:rPr lang="ar-SA"/>
              <a:t>المستوى الثاني</a:t>
            </a:r>
          </a:p>
          <a:p>
            <a:pPr lvl="2"/>
            <a:r>
              <a:rPr lang="ar-SA"/>
              <a:t>المستوى الثالث</a:t>
            </a:r>
          </a:p>
          <a:p>
            <a:pPr lvl="3"/>
            <a:r>
              <a:rPr lang="ar-SA"/>
              <a:t>المستوى الرابع</a:t>
            </a:r>
          </a:p>
          <a:p>
            <a:pPr lvl="4"/>
            <a:r>
              <a:rPr lang="ar-SA"/>
              <a:t>المستوى الخامس</a:t>
            </a:r>
          </a:p>
        </p:txBody>
      </p:sp>
      <p:sp>
        <p:nvSpPr>
          <p:cNvPr id="4" name="عنصر نائب للنص 3">
            <a:extLst>
              <a:ext uri="{FF2B5EF4-FFF2-40B4-BE49-F238E27FC236}">
                <a16:creationId xmlns:a16="http://schemas.microsoft.com/office/drawing/2014/main" id="{44600E99-2B6A-6F47-9F69-3457088DC83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ar-SA"/>
              <a:t>انقر لتحرير أنماط نص الشكل الرئيسي</a:t>
            </a:r>
          </a:p>
        </p:txBody>
      </p:sp>
      <p:sp>
        <p:nvSpPr>
          <p:cNvPr id="5" name="عنصر نائب للتاريخ 4">
            <a:extLst>
              <a:ext uri="{FF2B5EF4-FFF2-40B4-BE49-F238E27FC236}">
                <a16:creationId xmlns:a16="http://schemas.microsoft.com/office/drawing/2014/main" id="{6D974189-106D-59E6-D229-4048B82DACE9}"/>
              </a:ext>
            </a:extLst>
          </p:cNvPr>
          <p:cNvSpPr>
            <a:spLocks noGrp="1"/>
          </p:cNvSpPr>
          <p:nvPr>
            <p:ph type="dt" sz="half" idx="10"/>
          </p:nvPr>
        </p:nvSpPr>
        <p:spPr/>
        <p:txBody>
          <a:bodyPr/>
          <a:lstStyle/>
          <a:p>
            <a:fld id="{606AE7FA-DEA4-465A-87FF-3A93749E1C63}" type="datetimeFigureOut">
              <a:rPr lang="ar-SA" smtClean="0"/>
              <a:t>01/08/47</a:t>
            </a:fld>
            <a:endParaRPr lang="ar-SA"/>
          </a:p>
        </p:txBody>
      </p:sp>
      <p:sp>
        <p:nvSpPr>
          <p:cNvPr id="6" name="عنصر نائب للتذييل 5">
            <a:extLst>
              <a:ext uri="{FF2B5EF4-FFF2-40B4-BE49-F238E27FC236}">
                <a16:creationId xmlns:a16="http://schemas.microsoft.com/office/drawing/2014/main" id="{55877250-EC6B-F9FA-30BF-98B2B3421E5B}"/>
              </a:ext>
            </a:extLst>
          </p:cNvPr>
          <p:cNvSpPr>
            <a:spLocks noGrp="1"/>
          </p:cNvSpPr>
          <p:nvPr>
            <p:ph type="ftr" sz="quarter" idx="11"/>
          </p:nvPr>
        </p:nvSpPr>
        <p:spPr/>
        <p:txBody>
          <a:bodyPr/>
          <a:lstStyle/>
          <a:p>
            <a:endParaRPr lang="ar-SA"/>
          </a:p>
        </p:txBody>
      </p:sp>
      <p:sp>
        <p:nvSpPr>
          <p:cNvPr id="7" name="عنصر نائب لرقم الشريحة 6">
            <a:extLst>
              <a:ext uri="{FF2B5EF4-FFF2-40B4-BE49-F238E27FC236}">
                <a16:creationId xmlns:a16="http://schemas.microsoft.com/office/drawing/2014/main" id="{51C47D7E-7A5C-345A-B56A-4E61FECF6458}"/>
              </a:ext>
            </a:extLst>
          </p:cNvPr>
          <p:cNvSpPr>
            <a:spLocks noGrp="1"/>
          </p:cNvSpPr>
          <p:nvPr>
            <p:ph type="sldNum" sz="quarter" idx="12"/>
          </p:nvPr>
        </p:nvSpPr>
        <p:spPr/>
        <p:txBody>
          <a:bodyPr/>
          <a:lstStyle/>
          <a:p>
            <a:fld id="{EBE5842E-1D0B-4A7D-A4F8-22A6BEDCC963}" type="slidenum">
              <a:rPr lang="ar-SA" smtClean="0"/>
              <a:t>‹#›</a:t>
            </a:fld>
            <a:endParaRPr lang="ar-SA"/>
          </a:p>
        </p:txBody>
      </p:sp>
    </p:spTree>
    <p:extLst>
      <p:ext uri="{BB962C8B-B14F-4D97-AF65-F5344CB8AC3E}">
        <p14:creationId xmlns:p14="http://schemas.microsoft.com/office/powerpoint/2010/main" val="125554344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صورة مع تسمية توضيحية">
    <p:spTree>
      <p:nvGrpSpPr>
        <p:cNvPr id="1" name=""/>
        <p:cNvGrpSpPr/>
        <p:nvPr/>
      </p:nvGrpSpPr>
      <p:grpSpPr>
        <a:xfrm>
          <a:off x="0" y="0"/>
          <a:ext cx="0" cy="0"/>
          <a:chOff x="0" y="0"/>
          <a:chExt cx="0" cy="0"/>
        </a:xfrm>
      </p:grpSpPr>
      <p:sp>
        <p:nvSpPr>
          <p:cNvPr id="2" name="عنوان 1">
            <a:extLst>
              <a:ext uri="{FF2B5EF4-FFF2-40B4-BE49-F238E27FC236}">
                <a16:creationId xmlns:a16="http://schemas.microsoft.com/office/drawing/2014/main" id="{37C10BB5-4360-84F3-694B-D2711BDCE509}"/>
              </a:ext>
            </a:extLst>
          </p:cNvPr>
          <p:cNvSpPr>
            <a:spLocks noGrp="1"/>
          </p:cNvSpPr>
          <p:nvPr>
            <p:ph type="title"/>
          </p:nvPr>
        </p:nvSpPr>
        <p:spPr>
          <a:xfrm>
            <a:off x="839788" y="457200"/>
            <a:ext cx="3932237" cy="1600200"/>
          </a:xfrm>
        </p:spPr>
        <p:txBody>
          <a:bodyPr anchor="b"/>
          <a:lstStyle>
            <a:lvl1pPr>
              <a:defRPr sz="3200"/>
            </a:lvl1pPr>
          </a:lstStyle>
          <a:p>
            <a:r>
              <a:rPr lang="ar-SA"/>
              <a:t>انقر لتحرير نمط عنوان الشكل الرئيسي</a:t>
            </a:r>
          </a:p>
        </p:txBody>
      </p:sp>
      <p:sp>
        <p:nvSpPr>
          <p:cNvPr id="3" name="عنصر نائب للصورة 2">
            <a:extLst>
              <a:ext uri="{FF2B5EF4-FFF2-40B4-BE49-F238E27FC236}">
                <a16:creationId xmlns:a16="http://schemas.microsoft.com/office/drawing/2014/main" id="{6A2DAE48-F6F1-6831-882F-5E86087A72F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ar-SA"/>
          </a:p>
        </p:txBody>
      </p:sp>
      <p:sp>
        <p:nvSpPr>
          <p:cNvPr id="4" name="عنصر نائب للنص 3">
            <a:extLst>
              <a:ext uri="{FF2B5EF4-FFF2-40B4-BE49-F238E27FC236}">
                <a16:creationId xmlns:a16="http://schemas.microsoft.com/office/drawing/2014/main" id="{AE5EE78B-5381-253B-5944-F9BBEE03765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ar-SA"/>
              <a:t>انقر لتحرير أنماط نص الشكل الرئيسي</a:t>
            </a:r>
          </a:p>
        </p:txBody>
      </p:sp>
      <p:sp>
        <p:nvSpPr>
          <p:cNvPr id="5" name="عنصر نائب للتاريخ 4">
            <a:extLst>
              <a:ext uri="{FF2B5EF4-FFF2-40B4-BE49-F238E27FC236}">
                <a16:creationId xmlns:a16="http://schemas.microsoft.com/office/drawing/2014/main" id="{813D88A3-689C-C6B0-BDCE-006EFF0BACCE}"/>
              </a:ext>
            </a:extLst>
          </p:cNvPr>
          <p:cNvSpPr>
            <a:spLocks noGrp="1"/>
          </p:cNvSpPr>
          <p:nvPr>
            <p:ph type="dt" sz="half" idx="10"/>
          </p:nvPr>
        </p:nvSpPr>
        <p:spPr/>
        <p:txBody>
          <a:bodyPr/>
          <a:lstStyle/>
          <a:p>
            <a:fld id="{606AE7FA-DEA4-465A-87FF-3A93749E1C63}" type="datetimeFigureOut">
              <a:rPr lang="ar-SA" smtClean="0"/>
              <a:t>01/08/47</a:t>
            </a:fld>
            <a:endParaRPr lang="ar-SA"/>
          </a:p>
        </p:txBody>
      </p:sp>
      <p:sp>
        <p:nvSpPr>
          <p:cNvPr id="6" name="عنصر نائب للتذييل 5">
            <a:extLst>
              <a:ext uri="{FF2B5EF4-FFF2-40B4-BE49-F238E27FC236}">
                <a16:creationId xmlns:a16="http://schemas.microsoft.com/office/drawing/2014/main" id="{7A3E1E81-A430-8FA8-A8B0-075F3CD68971}"/>
              </a:ext>
            </a:extLst>
          </p:cNvPr>
          <p:cNvSpPr>
            <a:spLocks noGrp="1"/>
          </p:cNvSpPr>
          <p:nvPr>
            <p:ph type="ftr" sz="quarter" idx="11"/>
          </p:nvPr>
        </p:nvSpPr>
        <p:spPr/>
        <p:txBody>
          <a:bodyPr/>
          <a:lstStyle/>
          <a:p>
            <a:endParaRPr lang="ar-SA"/>
          </a:p>
        </p:txBody>
      </p:sp>
      <p:sp>
        <p:nvSpPr>
          <p:cNvPr id="7" name="عنصر نائب لرقم الشريحة 6">
            <a:extLst>
              <a:ext uri="{FF2B5EF4-FFF2-40B4-BE49-F238E27FC236}">
                <a16:creationId xmlns:a16="http://schemas.microsoft.com/office/drawing/2014/main" id="{8D8A9D3D-B2FE-A562-366A-ED9690243BBC}"/>
              </a:ext>
            </a:extLst>
          </p:cNvPr>
          <p:cNvSpPr>
            <a:spLocks noGrp="1"/>
          </p:cNvSpPr>
          <p:nvPr>
            <p:ph type="sldNum" sz="quarter" idx="12"/>
          </p:nvPr>
        </p:nvSpPr>
        <p:spPr/>
        <p:txBody>
          <a:bodyPr/>
          <a:lstStyle/>
          <a:p>
            <a:fld id="{EBE5842E-1D0B-4A7D-A4F8-22A6BEDCC963}" type="slidenum">
              <a:rPr lang="ar-SA" smtClean="0"/>
              <a:t>‹#›</a:t>
            </a:fld>
            <a:endParaRPr lang="ar-SA"/>
          </a:p>
        </p:txBody>
      </p:sp>
    </p:spTree>
    <p:extLst>
      <p:ext uri="{BB962C8B-B14F-4D97-AF65-F5344CB8AC3E}">
        <p14:creationId xmlns:p14="http://schemas.microsoft.com/office/powerpoint/2010/main" val="187238951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عنوان ونص عمودي">
    <p:spTree>
      <p:nvGrpSpPr>
        <p:cNvPr id="1" name=""/>
        <p:cNvGrpSpPr/>
        <p:nvPr/>
      </p:nvGrpSpPr>
      <p:grpSpPr>
        <a:xfrm>
          <a:off x="0" y="0"/>
          <a:ext cx="0" cy="0"/>
          <a:chOff x="0" y="0"/>
          <a:chExt cx="0" cy="0"/>
        </a:xfrm>
      </p:grpSpPr>
      <p:sp>
        <p:nvSpPr>
          <p:cNvPr id="2" name="عنوان 1">
            <a:extLst>
              <a:ext uri="{FF2B5EF4-FFF2-40B4-BE49-F238E27FC236}">
                <a16:creationId xmlns:a16="http://schemas.microsoft.com/office/drawing/2014/main" id="{A9B2F68E-FCA4-E1B7-8E88-0664F02AEE60}"/>
              </a:ext>
            </a:extLst>
          </p:cNvPr>
          <p:cNvSpPr>
            <a:spLocks noGrp="1"/>
          </p:cNvSpPr>
          <p:nvPr>
            <p:ph type="title"/>
          </p:nvPr>
        </p:nvSpPr>
        <p:spPr/>
        <p:txBody>
          <a:bodyPr/>
          <a:lstStyle/>
          <a:p>
            <a:r>
              <a:rPr lang="ar-SA"/>
              <a:t>انقر لتحرير نمط عنوان الشكل الرئيسي</a:t>
            </a:r>
          </a:p>
        </p:txBody>
      </p:sp>
      <p:sp>
        <p:nvSpPr>
          <p:cNvPr id="3" name="عنصر نائب للعنوان العمودي 2">
            <a:extLst>
              <a:ext uri="{FF2B5EF4-FFF2-40B4-BE49-F238E27FC236}">
                <a16:creationId xmlns:a16="http://schemas.microsoft.com/office/drawing/2014/main" id="{13E74687-98EA-71BC-BD7D-7622C2DF14A4}"/>
              </a:ext>
            </a:extLst>
          </p:cNvPr>
          <p:cNvSpPr>
            <a:spLocks noGrp="1"/>
          </p:cNvSpPr>
          <p:nvPr>
            <p:ph type="body" orient="vert" idx="1"/>
          </p:nvPr>
        </p:nvSpPr>
        <p:spPr/>
        <p:txBody>
          <a:bodyPr vert="eaVert"/>
          <a:lstStyle/>
          <a:p>
            <a:pPr lvl="0"/>
            <a:r>
              <a:rPr lang="ar-SA"/>
              <a:t>انقر لتحرير أنماط نص الشكل الرئيسي</a:t>
            </a:r>
          </a:p>
          <a:p>
            <a:pPr lvl="1"/>
            <a:r>
              <a:rPr lang="ar-SA"/>
              <a:t>المستوى الثاني</a:t>
            </a:r>
          </a:p>
          <a:p>
            <a:pPr lvl="2"/>
            <a:r>
              <a:rPr lang="ar-SA"/>
              <a:t>المستوى الثالث</a:t>
            </a:r>
          </a:p>
          <a:p>
            <a:pPr lvl="3"/>
            <a:r>
              <a:rPr lang="ar-SA"/>
              <a:t>المستوى الرابع</a:t>
            </a:r>
          </a:p>
          <a:p>
            <a:pPr lvl="4"/>
            <a:r>
              <a:rPr lang="ar-SA"/>
              <a:t>المستوى الخامس</a:t>
            </a:r>
          </a:p>
        </p:txBody>
      </p:sp>
      <p:sp>
        <p:nvSpPr>
          <p:cNvPr id="4" name="عنصر نائب للتاريخ 3">
            <a:extLst>
              <a:ext uri="{FF2B5EF4-FFF2-40B4-BE49-F238E27FC236}">
                <a16:creationId xmlns:a16="http://schemas.microsoft.com/office/drawing/2014/main" id="{BBDDA2FF-6340-0190-DF54-A392B7CBE26A}"/>
              </a:ext>
            </a:extLst>
          </p:cNvPr>
          <p:cNvSpPr>
            <a:spLocks noGrp="1"/>
          </p:cNvSpPr>
          <p:nvPr>
            <p:ph type="dt" sz="half" idx="10"/>
          </p:nvPr>
        </p:nvSpPr>
        <p:spPr/>
        <p:txBody>
          <a:bodyPr/>
          <a:lstStyle/>
          <a:p>
            <a:fld id="{606AE7FA-DEA4-465A-87FF-3A93749E1C63}" type="datetimeFigureOut">
              <a:rPr lang="ar-SA" smtClean="0"/>
              <a:t>01/08/47</a:t>
            </a:fld>
            <a:endParaRPr lang="ar-SA"/>
          </a:p>
        </p:txBody>
      </p:sp>
      <p:sp>
        <p:nvSpPr>
          <p:cNvPr id="5" name="عنصر نائب للتذييل 4">
            <a:extLst>
              <a:ext uri="{FF2B5EF4-FFF2-40B4-BE49-F238E27FC236}">
                <a16:creationId xmlns:a16="http://schemas.microsoft.com/office/drawing/2014/main" id="{89B58F64-EF9E-D9E6-4DE8-E22DE22DA265}"/>
              </a:ext>
            </a:extLst>
          </p:cNvPr>
          <p:cNvSpPr>
            <a:spLocks noGrp="1"/>
          </p:cNvSpPr>
          <p:nvPr>
            <p:ph type="ftr" sz="quarter" idx="11"/>
          </p:nvPr>
        </p:nvSpPr>
        <p:spPr/>
        <p:txBody>
          <a:bodyPr/>
          <a:lstStyle/>
          <a:p>
            <a:endParaRPr lang="ar-SA"/>
          </a:p>
        </p:txBody>
      </p:sp>
      <p:sp>
        <p:nvSpPr>
          <p:cNvPr id="6" name="عنصر نائب لرقم الشريحة 5">
            <a:extLst>
              <a:ext uri="{FF2B5EF4-FFF2-40B4-BE49-F238E27FC236}">
                <a16:creationId xmlns:a16="http://schemas.microsoft.com/office/drawing/2014/main" id="{CD57AD7D-6BDB-BEDA-53E9-B99CC14038E5}"/>
              </a:ext>
            </a:extLst>
          </p:cNvPr>
          <p:cNvSpPr>
            <a:spLocks noGrp="1"/>
          </p:cNvSpPr>
          <p:nvPr>
            <p:ph type="sldNum" sz="quarter" idx="12"/>
          </p:nvPr>
        </p:nvSpPr>
        <p:spPr/>
        <p:txBody>
          <a:bodyPr/>
          <a:lstStyle/>
          <a:p>
            <a:fld id="{EBE5842E-1D0B-4A7D-A4F8-22A6BEDCC963}" type="slidenum">
              <a:rPr lang="ar-SA" smtClean="0"/>
              <a:t>‹#›</a:t>
            </a:fld>
            <a:endParaRPr lang="ar-SA"/>
          </a:p>
        </p:txBody>
      </p:sp>
    </p:spTree>
    <p:extLst>
      <p:ext uri="{BB962C8B-B14F-4D97-AF65-F5344CB8AC3E}">
        <p14:creationId xmlns:p14="http://schemas.microsoft.com/office/powerpoint/2010/main" val="427091402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عنوان ونص عموديان">
    <p:spTree>
      <p:nvGrpSpPr>
        <p:cNvPr id="1" name=""/>
        <p:cNvGrpSpPr/>
        <p:nvPr/>
      </p:nvGrpSpPr>
      <p:grpSpPr>
        <a:xfrm>
          <a:off x="0" y="0"/>
          <a:ext cx="0" cy="0"/>
          <a:chOff x="0" y="0"/>
          <a:chExt cx="0" cy="0"/>
        </a:xfrm>
      </p:grpSpPr>
      <p:sp>
        <p:nvSpPr>
          <p:cNvPr id="2" name="عنوان عمودي 1">
            <a:extLst>
              <a:ext uri="{FF2B5EF4-FFF2-40B4-BE49-F238E27FC236}">
                <a16:creationId xmlns:a16="http://schemas.microsoft.com/office/drawing/2014/main" id="{73E40CEA-6E4B-85CF-83BF-8DA6D5D60694}"/>
              </a:ext>
            </a:extLst>
          </p:cNvPr>
          <p:cNvSpPr>
            <a:spLocks noGrp="1"/>
          </p:cNvSpPr>
          <p:nvPr>
            <p:ph type="title" orient="vert"/>
          </p:nvPr>
        </p:nvSpPr>
        <p:spPr>
          <a:xfrm>
            <a:off x="8724900" y="365125"/>
            <a:ext cx="2628900" cy="5811838"/>
          </a:xfrm>
        </p:spPr>
        <p:txBody>
          <a:bodyPr vert="eaVert"/>
          <a:lstStyle/>
          <a:p>
            <a:r>
              <a:rPr lang="ar-SA"/>
              <a:t>انقر لتحرير نمط عنوان الشكل الرئيسي</a:t>
            </a:r>
          </a:p>
        </p:txBody>
      </p:sp>
      <p:sp>
        <p:nvSpPr>
          <p:cNvPr id="3" name="عنصر نائب للعنوان العمودي 2">
            <a:extLst>
              <a:ext uri="{FF2B5EF4-FFF2-40B4-BE49-F238E27FC236}">
                <a16:creationId xmlns:a16="http://schemas.microsoft.com/office/drawing/2014/main" id="{4AAC3838-7312-B8C1-73FF-F89A95D3FBFD}"/>
              </a:ext>
            </a:extLst>
          </p:cNvPr>
          <p:cNvSpPr>
            <a:spLocks noGrp="1"/>
          </p:cNvSpPr>
          <p:nvPr>
            <p:ph type="body" orient="vert" idx="1"/>
          </p:nvPr>
        </p:nvSpPr>
        <p:spPr>
          <a:xfrm>
            <a:off x="838200" y="365125"/>
            <a:ext cx="7734300" cy="5811838"/>
          </a:xfrm>
        </p:spPr>
        <p:txBody>
          <a:bodyPr vert="eaVert"/>
          <a:lstStyle/>
          <a:p>
            <a:pPr lvl="0"/>
            <a:r>
              <a:rPr lang="ar-SA"/>
              <a:t>انقر لتحرير أنماط نص الشكل الرئيسي</a:t>
            </a:r>
          </a:p>
          <a:p>
            <a:pPr lvl="1"/>
            <a:r>
              <a:rPr lang="ar-SA"/>
              <a:t>المستوى الثاني</a:t>
            </a:r>
          </a:p>
          <a:p>
            <a:pPr lvl="2"/>
            <a:r>
              <a:rPr lang="ar-SA"/>
              <a:t>المستوى الثالث</a:t>
            </a:r>
          </a:p>
          <a:p>
            <a:pPr lvl="3"/>
            <a:r>
              <a:rPr lang="ar-SA"/>
              <a:t>المستوى الرابع</a:t>
            </a:r>
          </a:p>
          <a:p>
            <a:pPr lvl="4"/>
            <a:r>
              <a:rPr lang="ar-SA"/>
              <a:t>المستوى الخامس</a:t>
            </a:r>
          </a:p>
        </p:txBody>
      </p:sp>
      <p:sp>
        <p:nvSpPr>
          <p:cNvPr id="4" name="عنصر نائب للتاريخ 3">
            <a:extLst>
              <a:ext uri="{FF2B5EF4-FFF2-40B4-BE49-F238E27FC236}">
                <a16:creationId xmlns:a16="http://schemas.microsoft.com/office/drawing/2014/main" id="{BE5BE91C-D7D2-33C5-1BD6-7BE1C0F5B701}"/>
              </a:ext>
            </a:extLst>
          </p:cNvPr>
          <p:cNvSpPr>
            <a:spLocks noGrp="1"/>
          </p:cNvSpPr>
          <p:nvPr>
            <p:ph type="dt" sz="half" idx="10"/>
          </p:nvPr>
        </p:nvSpPr>
        <p:spPr/>
        <p:txBody>
          <a:bodyPr/>
          <a:lstStyle/>
          <a:p>
            <a:fld id="{606AE7FA-DEA4-465A-87FF-3A93749E1C63}" type="datetimeFigureOut">
              <a:rPr lang="ar-SA" smtClean="0"/>
              <a:t>01/08/47</a:t>
            </a:fld>
            <a:endParaRPr lang="ar-SA"/>
          </a:p>
        </p:txBody>
      </p:sp>
      <p:sp>
        <p:nvSpPr>
          <p:cNvPr id="5" name="عنصر نائب للتذييل 4">
            <a:extLst>
              <a:ext uri="{FF2B5EF4-FFF2-40B4-BE49-F238E27FC236}">
                <a16:creationId xmlns:a16="http://schemas.microsoft.com/office/drawing/2014/main" id="{BB4472AE-21DB-A490-F8A4-B9826C10FFDE}"/>
              </a:ext>
            </a:extLst>
          </p:cNvPr>
          <p:cNvSpPr>
            <a:spLocks noGrp="1"/>
          </p:cNvSpPr>
          <p:nvPr>
            <p:ph type="ftr" sz="quarter" idx="11"/>
          </p:nvPr>
        </p:nvSpPr>
        <p:spPr/>
        <p:txBody>
          <a:bodyPr/>
          <a:lstStyle/>
          <a:p>
            <a:endParaRPr lang="ar-SA"/>
          </a:p>
        </p:txBody>
      </p:sp>
      <p:sp>
        <p:nvSpPr>
          <p:cNvPr id="6" name="عنصر نائب لرقم الشريحة 5">
            <a:extLst>
              <a:ext uri="{FF2B5EF4-FFF2-40B4-BE49-F238E27FC236}">
                <a16:creationId xmlns:a16="http://schemas.microsoft.com/office/drawing/2014/main" id="{2ABE4CDE-5371-C3D0-CB6D-8EC798FBEA17}"/>
              </a:ext>
            </a:extLst>
          </p:cNvPr>
          <p:cNvSpPr>
            <a:spLocks noGrp="1"/>
          </p:cNvSpPr>
          <p:nvPr>
            <p:ph type="sldNum" sz="quarter" idx="12"/>
          </p:nvPr>
        </p:nvSpPr>
        <p:spPr/>
        <p:txBody>
          <a:bodyPr/>
          <a:lstStyle/>
          <a:p>
            <a:fld id="{EBE5842E-1D0B-4A7D-A4F8-22A6BEDCC963}" type="slidenum">
              <a:rPr lang="ar-SA" smtClean="0"/>
              <a:t>‹#›</a:t>
            </a:fld>
            <a:endParaRPr lang="ar-SA"/>
          </a:p>
        </p:txBody>
      </p:sp>
    </p:spTree>
    <p:extLst>
      <p:ext uri="{BB962C8B-B14F-4D97-AF65-F5344CB8AC3E}">
        <p14:creationId xmlns:p14="http://schemas.microsoft.com/office/powerpoint/2010/main" val="356169749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3_شريحة عنوان">
    <p:bg>
      <p:bgPr>
        <a:blipFill>
          <a:blip r:embed="rId2">
            <a:lum/>
          </a:blip>
          <a:srcRect/>
          <a:stretch>
            <a:fillRect/>
          </a:stretch>
        </a:blipFill>
        <a:effectLst/>
      </p:bgPr>
    </p:bg>
    <p:spTree>
      <p:nvGrpSpPr>
        <p:cNvPr id="1" name=""/>
        <p:cNvGrpSpPr/>
        <p:nvPr/>
      </p:nvGrpSpPr>
      <p:grpSpPr>
        <a:xfrm>
          <a:off x="0" y="0"/>
          <a:ext cx="0" cy="0"/>
          <a:chOff x="0" y="0"/>
          <a:chExt cx="0" cy="0"/>
        </a:xfrm>
      </p:grpSpPr>
      <p:sp>
        <p:nvSpPr>
          <p:cNvPr id="2" name="عنوان 1"/>
          <p:cNvSpPr>
            <a:spLocks noGrp="1" noEditPoints="1"/>
          </p:cNvSpPr>
          <p:nvPr>
            <p:ph type="ctrTitle" hasCustomPrompt="1"/>
          </p:nvPr>
        </p:nvSpPr>
        <p:spPr>
          <a:xfrm>
            <a:off x="4251540" y="185418"/>
            <a:ext cx="7205133" cy="521230"/>
          </a:xfrm>
          <a:prstGeom prst="rect">
            <a:avLst/>
          </a:prstGeom>
        </p:spPr>
        <p:txBody>
          <a:bodyPr anchor="ctr">
            <a:noAutofit/>
          </a:bodyPr>
          <a:lstStyle>
            <a:lvl1pPr algn="r">
              <a:defRPr sz="2000" b="1" i="0">
                <a:solidFill>
                  <a:schemeClr val="bg2">
                    <a:lumMod val="25000"/>
                  </a:schemeClr>
                </a:solidFill>
                <a:latin typeface="Tajawal" pitchFamily="2" charset="-78"/>
                <a:cs typeface="Tajawal" pitchFamily="2" charset="-78"/>
              </a:defRPr>
            </a:lvl1pPr>
          </a:lstStyle>
          <a:p>
            <a:r>
              <a:rPr lang="ar-SA" dirty="0"/>
              <a:t>العنوان الرئيسي</a:t>
            </a:r>
          </a:p>
        </p:txBody>
      </p:sp>
      <p:sp>
        <p:nvSpPr>
          <p:cNvPr id="6" name="عنصر نائب لرقم الشريحة 5"/>
          <p:cNvSpPr>
            <a:spLocks noGrp="1" noEditPoints="1"/>
          </p:cNvSpPr>
          <p:nvPr>
            <p:ph type="sldNum" sz="quarter" idx="12"/>
          </p:nvPr>
        </p:nvSpPr>
        <p:spPr>
          <a:xfrm>
            <a:off x="746455" y="6385463"/>
            <a:ext cx="685799" cy="365125"/>
          </a:xfrm>
          <a:prstGeom prst="rect">
            <a:avLst/>
          </a:prstGeom>
        </p:spPr>
        <p:txBody>
          <a:bodyPr/>
          <a:lstStyle>
            <a:lvl1pPr algn="ctr">
              <a:defRPr b="0" i="0">
                <a:solidFill>
                  <a:srgbClr val="A99F96"/>
                </a:solidFill>
                <a:latin typeface="Tajawal" pitchFamily="2" charset="-78"/>
                <a:cs typeface="Tajawal" pitchFamily="2" charset="-78"/>
              </a:defRPr>
            </a:lvl1pPr>
          </a:lstStyle>
          <a:p>
            <a:fld id="{75ED20CA-322E-40C2-BB92-54DE8D8C3EBE}" type="slidenum">
              <a:rPr lang="ar-SA" smtClean="0"/>
              <a:pPr/>
              <a:t>‹#›</a:t>
            </a:fld>
            <a:endParaRPr lang="ar-SA" dirty="0"/>
          </a:p>
        </p:txBody>
      </p:sp>
      <p:sp>
        <p:nvSpPr>
          <p:cNvPr id="4" name="Rectangle 3"/>
          <p:cNvSpPr/>
          <p:nvPr userDrawn="1"/>
        </p:nvSpPr>
        <p:spPr>
          <a:xfrm>
            <a:off x="8690610" y="751473"/>
            <a:ext cx="2769873" cy="45719"/>
          </a:xfrm>
          <a:prstGeom prst="rect">
            <a:avLst/>
          </a:prstGeom>
          <a:solidFill>
            <a:srgbClr val="713C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dirty="0">
              <a:latin typeface="Tajawal" pitchFamily="2" charset="-78"/>
              <a:cs typeface="Tajawal" pitchFamily="2" charset="-78"/>
            </a:endParaRPr>
          </a:p>
        </p:txBody>
      </p:sp>
      <p:grpSp>
        <p:nvGrpSpPr>
          <p:cNvPr id="7" name="Group 6"/>
          <p:cNvGrpSpPr/>
          <p:nvPr/>
        </p:nvGrpSpPr>
        <p:grpSpPr>
          <a:xfrm flipV="1">
            <a:off x="8668056" y="772554"/>
            <a:ext cx="45720" cy="45720"/>
            <a:chOff x="774062" y="1131349"/>
            <a:chExt cx="484105" cy="487048"/>
          </a:xfrm>
        </p:grpSpPr>
        <p:sp>
          <p:nvSpPr>
            <p:cNvPr id="8" name="Rectangle 7"/>
            <p:cNvSpPr>
              <a:spLocks noChangeAspect="1"/>
            </p:cNvSpPr>
            <p:nvPr/>
          </p:nvSpPr>
          <p:spPr>
            <a:xfrm>
              <a:off x="774062" y="1131349"/>
              <a:ext cx="484105" cy="484105"/>
            </a:xfrm>
            <a:prstGeom prst="rect">
              <a:avLst/>
            </a:prstGeom>
            <a:solidFill>
              <a:srgbClr val="FF72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dirty="0">
                <a:latin typeface="Tajawal" pitchFamily="2" charset="-78"/>
                <a:cs typeface="Tajawal" pitchFamily="2" charset="-78"/>
              </a:endParaRPr>
            </a:p>
          </p:txBody>
        </p:sp>
        <p:sp>
          <p:nvSpPr>
            <p:cNvPr id="9" name="Rectangle 8"/>
            <p:cNvSpPr>
              <a:spLocks noChangeAspect="1"/>
            </p:cNvSpPr>
            <p:nvPr/>
          </p:nvSpPr>
          <p:spPr>
            <a:xfrm>
              <a:off x="1013171" y="1373401"/>
              <a:ext cx="244996" cy="24499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dirty="0">
                <a:latin typeface="Tajawal" pitchFamily="2" charset="-78"/>
                <a:cs typeface="Tajawal" pitchFamily="2" charset="-78"/>
              </a:endParaRPr>
            </a:p>
          </p:txBody>
        </p:sp>
      </p:grpSp>
    </p:spTree>
    <p:extLst>
      <p:ext uri="{BB962C8B-B14F-4D97-AF65-F5344CB8AC3E}">
        <p14:creationId xmlns:p14="http://schemas.microsoft.com/office/powerpoint/2010/main" val="1862872916"/>
      </p:ext>
    </p:extLst>
  </p:cSld>
  <p:clrMapOvr>
    <a:masterClrMapping/>
  </p:clrMapOvr>
  <p:hf sldNum="0" hdr="0" ftr="0" dt="0"/>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theme" Target="../theme/theme2.xml"/><Relationship Id="rId1"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عنصر نائب للعنوان 1">
            <a:extLst>
              <a:ext uri="{FF2B5EF4-FFF2-40B4-BE49-F238E27FC236}">
                <a16:creationId xmlns:a16="http://schemas.microsoft.com/office/drawing/2014/main" id="{059BF3F8-EFEA-9011-88D0-C6C8A924503E}"/>
              </a:ext>
            </a:extLst>
          </p:cNvPr>
          <p:cNvSpPr>
            <a:spLocks noGrp="1"/>
          </p:cNvSpPr>
          <p:nvPr>
            <p:ph type="title"/>
          </p:nvPr>
        </p:nvSpPr>
        <p:spPr>
          <a:xfrm>
            <a:off x="838200" y="365125"/>
            <a:ext cx="10515600" cy="1325563"/>
          </a:xfrm>
          <a:prstGeom prst="rect">
            <a:avLst/>
          </a:prstGeom>
        </p:spPr>
        <p:txBody>
          <a:bodyPr vert="horz" lIns="91440" tIns="45720" rIns="91440" bIns="45720" rtlCol="1" anchor="ctr">
            <a:normAutofit/>
          </a:bodyPr>
          <a:lstStyle/>
          <a:p>
            <a:r>
              <a:rPr lang="ar-SA"/>
              <a:t>انقر لتحرير نمط عنوان الشكل الرئيسي</a:t>
            </a:r>
          </a:p>
        </p:txBody>
      </p:sp>
      <p:sp>
        <p:nvSpPr>
          <p:cNvPr id="3" name="عنصر نائب للنص 2">
            <a:extLst>
              <a:ext uri="{FF2B5EF4-FFF2-40B4-BE49-F238E27FC236}">
                <a16:creationId xmlns:a16="http://schemas.microsoft.com/office/drawing/2014/main" id="{2EBCE9AC-FF21-2A83-3E13-31C14E689F08}"/>
              </a:ext>
            </a:extLst>
          </p:cNvPr>
          <p:cNvSpPr>
            <a:spLocks noGrp="1"/>
          </p:cNvSpPr>
          <p:nvPr>
            <p:ph type="body" idx="1"/>
          </p:nvPr>
        </p:nvSpPr>
        <p:spPr>
          <a:xfrm>
            <a:off x="838200" y="1825625"/>
            <a:ext cx="10515600" cy="4351338"/>
          </a:xfrm>
          <a:prstGeom prst="rect">
            <a:avLst/>
          </a:prstGeom>
        </p:spPr>
        <p:txBody>
          <a:bodyPr vert="horz" lIns="91440" tIns="45720" rIns="91440" bIns="45720" rtlCol="1">
            <a:normAutofit/>
          </a:bodyPr>
          <a:lstStyle/>
          <a:p>
            <a:pPr lvl="0"/>
            <a:r>
              <a:rPr lang="ar-SA" dirty="0"/>
              <a:t>انقر لتحرير أنماط نص الشكل الرئيسي</a:t>
            </a:r>
          </a:p>
          <a:p>
            <a:pPr lvl="1"/>
            <a:r>
              <a:rPr lang="ar-SA" dirty="0"/>
              <a:t>المستوى الثاني</a:t>
            </a:r>
          </a:p>
          <a:p>
            <a:pPr lvl="2"/>
            <a:r>
              <a:rPr lang="ar-SA" dirty="0"/>
              <a:t>المستوى الثالث</a:t>
            </a:r>
          </a:p>
          <a:p>
            <a:pPr lvl="3"/>
            <a:r>
              <a:rPr lang="ar-SA" dirty="0"/>
              <a:t>المستوى الرابع</a:t>
            </a:r>
          </a:p>
          <a:p>
            <a:pPr lvl="4"/>
            <a:r>
              <a:rPr lang="ar-SA" dirty="0"/>
              <a:t>المستوى الخامس</a:t>
            </a:r>
          </a:p>
        </p:txBody>
      </p:sp>
      <p:sp>
        <p:nvSpPr>
          <p:cNvPr id="4" name="عنصر نائب للتاريخ 3">
            <a:extLst>
              <a:ext uri="{FF2B5EF4-FFF2-40B4-BE49-F238E27FC236}">
                <a16:creationId xmlns:a16="http://schemas.microsoft.com/office/drawing/2014/main" id="{8899A55E-03BD-1AF1-C0B2-EEC251D68B56}"/>
              </a:ext>
            </a:extLst>
          </p:cNvPr>
          <p:cNvSpPr>
            <a:spLocks noGrp="1"/>
          </p:cNvSpPr>
          <p:nvPr>
            <p:ph type="dt" sz="half" idx="2"/>
          </p:nvPr>
        </p:nvSpPr>
        <p:spPr>
          <a:xfrm>
            <a:off x="8610600" y="6356350"/>
            <a:ext cx="2743200" cy="365125"/>
          </a:xfrm>
          <a:prstGeom prst="rect">
            <a:avLst/>
          </a:prstGeom>
        </p:spPr>
        <p:txBody>
          <a:bodyPr vert="horz" lIns="91440" tIns="45720" rIns="91440" bIns="45720" rtlCol="1" anchor="ctr"/>
          <a:lstStyle>
            <a:lvl1pPr algn="r">
              <a:defRPr sz="1200">
                <a:solidFill>
                  <a:schemeClr val="tx1">
                    <a:tint val="82000"/>
                  </a:schemeClr>
                </a:solidFill>
                <a:latin typeface="Bahij TheSansArabic ExtraLight" panose="02040503050201020203" pitchFamily="18" charset="-78"/>
              </a:defRPr>
            </a:lvl1pPr>
          </a:lstStyle>
          <a:p>
            <a:fld id="{606AE7FA-DEA4-465A-87FF-3A93749E1C63}" type="datetimeFigureOut">
              <a:rPr lang="ar-SA" smtClean="0"/>
              <a:pPr/>
              <a:t>01/08/47</a:t>
            </a:fld>
            <a:endParaRPr lang="ar-SA" dirty="0"/>
          </a:p>
        </p:txBody>
      </p:sp>
      <p:sp>
        <p:nvSpPr>
          <p:cNvPr id="5" name="عنصر نائب للتذييل 4">
            <a:extLst>
              <a:ext uri="{FF2B5EF4-FFF2-40B4-BE49-F238E27FC236}">
                <a16:creationId xmlns:a16="http://schemas.microsoft.com/office/drawing/2014/main" id="{44FAF62A-1568-FE0A-B3EB-6EDFAA757BB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1" anchor="ctr"/>
          <a:lstStyle>
            <a:lvl1pPr algn="ctr">
              <a:defRPr sz="1200">
                <a:solidFill>
                  <a:schemeClr val="tx1">
                    <a:tint val="82000"/>
                  </a:schemeClr>
                </a:solidFill>
                <a:latin typeface="Bahij TheSansArabic ExtraLight" panose="02040503050201020203" pitchFamily="18" charset="-78"/>
              </a:defRPr>
            </a:lvl1pPr>
          </a:lstStyle>
          <a:p>
            <a:endParaRPr lang="ar-SA" dirty="0"/>
          </a:p>
        </p:txBody>
      </p:sp>
      <p:sp>
        <p:nvSpPr>
          <p:cNvPr id="6" name="عنصر نائب لرقم الشريحة 5">
            <a:extLst>
              <a:ext uri="{FF2B5EF4-FFF2-40B4-BE49-F238E27FC236}">
                <a16:creationId xmlns:a16="http://schemas.microsoft.com/office/drawing/2014/main" id="{FC6CCA1F-00E7-0AC1-71C1-90F0EE888881}"/>
              </a:ext>
            </a:extLst>
          </p:cNvPr>
          <p:cNvSpPr>
            <a:spLocks noGrp="1"/>
          </p:cNvSpPr>
          <p:nvPr>
            <p:ph type="sldNum" sz="quarter" idx="4"/>
          </p:nvPr>
        </p:nvSpPr>
        <p:spPr>
          <a:xfrm>
            <a:off x="838200" y="6356350"/>
            <a:ext cx="2743200" cy="365125"/>
          </a:xfrm>
          <a:prstGeom prst="rect">
            <a:avLst/>
          </a:prstGeom>
        </p:spPr>
        <p:txBody>
          <a:bodyPr vert="horz" lIns="91440" tIns="45720" rIns="91440" bIns="45720" rtlCol="1" anchor="ctr"/>
          <a:lstStyle>
            <a:lvl1pPr algn="l">
              <a:defRPr sz="1200">
                <a:solidFill>
                  <a:schemeClr val="tx1">
                    <a:tint val="82000"/>
                  </a:schemeClr>
                </a:solidFill>
                <a:latin typeface="Bahij TheSansArabic ExtraLight" panose="02040503050201020203" pitchFamily="18" charset="-78"/>
              </a:defRPr>
            </a:lvl1pPr>
          </a:lstStyle>
          <a:p>
            <a:fld id="{EBE5842E-1D0B-4A7D-A4F8-22A6BEDCC963}" type="slidenum">
              <a:rPr lang="ar-SA" smtClean="0"/>
              <a:pPr/>
              <a:t>‹#›</a:t>
            </a:fld>
            <a:endParaRPr lang="ar-SA" dirty="0"/>
          </a:p>
        </p:txBody>
      </p:sp>
    </p:spTree>
    <p:extLst>
      <p:ext uri="{BB962C8B-B14F-4D97-AF65-F5344CB8AC3E}">
        <p14:creationId xmlns:p14="http://schemas.microsoft.com/office/powerpoint/2010/main" val="261669355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r" defTabSz="914400" rtl="1"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r" defTabSz="914400" rtl="1" eaLnBrk="1" latinLnBrk="0" hangingPunct="1">
        <a:lnSpc>
          <a:spcPct val="90000"/>
        </a:lnSpc>
        <a:spcBef>
          <a:spcPts val="1000"/>
        </a:spcBef>
        <a:buFont typeface="Arial" panose="020B0604020202020204" pitchFamily="34" charset="0"/>
        <a:buChar char="•"/>
        <a:defRPr sz="2800" kern="1200">
          <a:solidFill>
            <a:schemeClr val="tx1"/>
          </a:solidFill>
          <a:latin typeface="Bahij TheSansArabic ExtraLight" panose="02040503050201020203" pitchFamily="18" charset="-78"/>
          <a:ea typeface="+mn-ea"/>
          <a:cs typeface="+mn-cs"/>
        </a:defRPr>
      </a:lvl1pPr>
      <a:lvl2pPr marL="685800" indent="-228600" algn="r" defTabSz="914400" rtl="1" eaLnBrk="1" latinLnBrk="0" hangingPunct="1">
        <a:lnSpc>
          <a:spcPct val="90000"/>
        </a:lnSpc>
        <a:spcBef>
          <a:spcPts val="500"/>
        </a:spcBef>
        <a:buFont typeface="Arial" panose="020B0604020202020204" pitchFamily="34" charset="0"/>
        <a:buChar char="•"/>
        <a:defRPr sz="2400" kern="1200">
          <a:solidFill>
            <a:schemeClr val="tx1"/>
          </a:solidFill>
          <a:latin typeface="Bahij TheSansArabic ExtraLight" panose="02040503050201020203" pitchFamily="18" charset="-78"/>
          <a:ea typeface="+mn-ea"/>
          <a:cs typeface="+mn-cs"/>
        </a:defRPr>
      </a:lvl2pPr>
      <a:lvl3pPr marL="1143000" indent="-228600" algn="r" defTabSz="914400" rtl="1" eaLnBrk="1" latinLnBrk="0" hangingPunct="1">
        <a:lnSpc>
          <a:spcPct val="90000"/>
        </a:lnSpc>
        <a:spcBef>
          <a:spcPts val="500"/>
        </a:spcBef>
        <a:buFont typeface="Arial" panose="020B0604020202020204" pitchFamily="34" charset="0"/>
        <a:buChar char="•"/>
        <a:defRPr sz="2000" kern="1200">
          <a:solidFill>
            <a:schemeClr val="tx1"/>
          </a:solidFill>
          <a:latin typeface="Bahij TheSansArabic ExtraLight" panose="02040503050201020203" pitchFamily="18" charset="-78"/>
          <a:ea typeface="+mn-ea"/>
          <a:cs typeface="+mn-cs"/>
        </a:defRPr>
      </a:lvl3pPr>
      <a:lvl4pPr marL="1600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Bahij TheSansArabic ExtraLight" panose="02040503050201020203" pitchFamily="18" charset="-78"/>
          <a:ea typeface="+mn-ea"/>
          <a:cs typeface="+mn-cs"/>
        </a:defRPr>
      </a:lvl4pPr>
      <a:lvl5pPr marL="20574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Bahij TheSansArabic ExtraLight" panose="02040503050201020203" pitchFamily="18" charset="-78"/>
          <a:ea typeface="+mn-ea"/>
          <a:cs typeface="+mn-cs"/>
        </a:defRPr>
      </a:lvl5pPr>
      <a:lvl6pPr marL="25146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ar-SA"/>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blipFill>
          <a:blip r:embed="rId3">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615651401"/>
      </p:ext>
    </p:extLst>
  </p:cSld>
  <p:clrMap bg1="lt1" tx1="dk1" bg2="lt2" tx2="dk2" accent1="accent1" accent2="accent2" accent3="accent3" accent4="accent4" accent5="accent5" accent6="accent6" hlink="hlink" folHlink="folHlink"/>
  <p:sldLayoutIdLst>
    <p:sldLayoutId id="2147483701" r:id="rId1"/>
  </p:sldLayoutIdLst>
  <p:hf hdr="0" ftr="0" dt="0"/>
  <p:txStyles>
    <p:titleStyle>
      <a:lvl1pPr algn="r" defTabSz="914400" rtl="1" eaLnBrk="1" latinLnBrk="0" hangingPunct="1">
        <a:lnSpc>
          <a:spcPct val="90000"/>
        </a:lnSpc>
        <a:spcBef>
          <a:spcPct val="0"/>
        </a:spcBef>
        <a:buNone/>
        <a:defRPr sz="4000" kern="1200">
          <a:solidFill>
            <a:schemeClr val="bg2">
              <a:lumMod val="25000"/>
            </a:schemeClr>
          </a:solidFill>
          <a:latin typeface="Tajawal ExtraBold" panose="00000800000000000000" pitchFamily="2" charset="-78"/>
          <a:ea typeface="+mj-ea"/>
          <a:cs typeface="Tajawal ExtraBold" panose="00000800000000000000" pitchFamily="2" charset="-78"/>
        </a:defRPr>
      </a:lvl1pPr>
    </p:titleStyle>
    <p:bodyStyle>
      <a:lvl1pPr marL="0" indent="0" algn="r" defTabSz="914400" rtl="1" eaLnBrk="1" latinLnBrk="0" hangingPunct="1">
        <a:lnSpc>
          <a:spcPct val="90000"/>
        </a:lnSpc>
        <a:spcBef>
          <a:spcPts val="1000"/>
        </a:spcBef>
        <a:buFont typeface="Arial" panose="020B0604020202020204" pitchFamily="34" charset="0"/>
        <a:buNone/>
        <a:defRPr sz="2400" kern="1200">
          <a:solidFill>
            <a:schemeClr val="bg2">
              <a:lumMod val="25000"/>
            </a:schemeClr>
          </a:solidFill>
          <a:latin typeface="Tajawal Medium" panose="00000600000000000000" pitchFamily="2" charset="-78"/>
          <a:ea typeface="+mn-ea"/>
          <a:cs typeface="Tajawal Medium" panose="00000600000000000000" pitchFamily="2" charset="-78"/>
        </a:defRPr>
      </a:lvl1pPr>
      <a:lvl2pPr marL="457200" indent="0" algn="r" defTabSz="914400" rtl="1" eaLnBrk="1" latinLnBrk="0" hangingPunct="1">
        <a:lnSpc>
          <a:spcPct val="90000"/>
        </a:lnSpc>
        <a:spcBef>
          <a:spcPts val="500"/>
        </a:spcBef>
        <a:buFont typeface="Arial" panose="020B0604020202020204" pitchFamily="34" charset="0"/>
        <a:buNone/>
        <a:defRPr sz="2400" kern="1200">
          <a:solidFill>
            <a:schemeClr val="tx1"/>
          </a:solidFill>
          <a:latin typeface="+mn-lt"/>
          <a:ea typeface="+mn-ea"/>
          <a:cs typeface="+mn-cs"/>
        </a:defRPr>
      </a:lvl2pPr>
      <a:lvl3pPr marL="914400" indent="0" algn="r" defTabSz="914400" rtl="1"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3pPr>
      <a:lvl4pPr marL="1371600" indent="0" algn="r" defTabSz="914400" rtl="1"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4pPr>
      <a:lvl5pPr marL="1828800" indent="0" algn="r" defTabSz="914400" rtl="1"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ar-SA"/>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مربع نص 2">
            <a:extLst>
              <a:ext uri="{FF2B5EF4-FFF2-40B4-BE49-F238E27FC236}">
                <a16:creationId xmlns:a16="http://schemas.microsoft.com/office/drawing/2014/main" id="{22AEF37C-48E8-B9E5-4534-4E0473793253}"/>
              </a:ext>
            </a:extLst>
          </p:cNvPr>
          <p:cNvSpPr txBox="1"/>
          <p:nvPr/>
        </p:nvSpPr>
        <p:spPr>
          <a:xfrm>
            <a:off x="4522343" y="390338"/>
            <a:ext cx="7180032" cy="733791"/>
          </a:xfrm>
          <a:prstGeom prst="rect">
            <a:avLst/>
          </a:prstGeom>
          <a:noFill/>
        </p:spPr>
        <p:txBody>
          <a:bodyPr wrap="square" rtlCol="1">
            <a:spAutoFit/>
          </a:bodyPr>
          <a:lstStyle/>
          <a:p>
            <a:pPr marL="0" marR="0" lvl="0" indent="0" algn="r" defTabSz="914400" rtl="1" eaLnBrk="1" fontAlgn="auto" latinLnBrk="0" hangingPunct="1">
              <a:lnSpc>
                <a:spcPct val="150000"/>
              </a:lnSpc>
              <a:spcBef>
                <a:spcPts val="0"/>
              </a:spcBef>
              <a:spcAft>
                <a:spcPts val="0"/>
              </a:spcAft>
              <a:buClrTx/>
              <a:buSzTx/>
              <a:buFontTx/>
              <a:buNone/>
              <a:tabLst/>
              <a:defRPr/>
            </a:pPr>
            <a:r>
              <a:rPr kumimoji="0" lang="ar-SA" sz="3200" b="0" i="0" u="none" strike="noStrike" kern="1200" cap="none" spc="0" normalizeH="0" baseline="0" noProof="0" dirty="0">
                <a:ln>
                  <a:noFill/>
                </a:ln>
                <a:solidFill>
                  <a:prstClr val="white"/>
                </a:solidFill>
                <a:effectLst/>
                <a:uLnTx/>
                <a:uFillTx/>
                <a:latin typeface="Neo Sans Arabic Medium" panose="020B0704030504040204" pitchFamily="34" charset="-78"/>
                <a:cs typeface="Neo Sans Arabic Medium" panose="020B0704030504040204" pitchFamily="34" charset="-78"/>
              </a:rPr>
              <a:t>نموذج تصنيف أصحاب المصلحة </a:t>
            </a:r>
            <a:endParaRPr kumimoji="0" lang="en-US" sz="3200" b="0" i="0" u="none" strike="noStrike" kern="1200" cap="none" spc="0" normalizeH="0" baseline="0" noProof="0" dirty="0">
              <a:ln>
                <a:noFill/>
              </a:ln>
              <a:solidFill>
                <a:prstClr val="white"/>
              </a:solidFill>
              <a:effectLst/>
              <a:uLnTx/>
              <a:uFillTx/>
              <a:latin typeface="Neo Sans Arabic Medium" panose="020B0704030504040204" pitchFamily="34" charset="-78"/>
              <a:cs typeface="Neo Sans Arabic Medium" panose="020B0704030504040204" pitchFamily="34" charset="-78"/>
            </a:endParaRPr>
          </a:p>
        </p:txBody>
      </p:sp>
      <p:grpSp>
        <p:nvGrpSpPr>
          <p:cNvPr id="5" name="مجموعة 4">
            <a:extLst>
              <a:ext uri="{FF2B5EF4-FFF2-40B4-BE49-F238E27FC236}">
                <a16:creationId xmlns:a16="http://schemas.microsoft.com/office/drawing/2014/main" id="{04863FB8-759E-FE6D-C7A2-BCE7511F9480}"/>
              </a:ext>
            </a:extLst>
          </p:cNvPr>
          <p:cNvGrpSpPr/>
          <p:nvPr/>
        </p:nvGrpSpPr>
        <p:grpSpPr>
          <a:xfrm>
            <a:off x="1737762" y="1056035"/>
            <a:ext cx="9189049" cy="4365246"/>
            <a:chOff x="2012351" y="1371600"/>
            <a:chExt cx="9189049" cy="4365246"/>
          </a:xfrm>
        </p:grpSpPr>
        <p:grpSp>
          <p:nvGrpSpPr>
            <p:cNvPr id="6" name="Group 18">
              <a:extLst>
                <a:ext uri="{FF2B5EF4-FFF2-40B4-BE49-F238E27FC236}">
                  <a16:creationId xmlns:a16="http://schemas.microsoft.com/office/drawing/2014/main" id="{E0A2DE6A-222B-1D82-834A-90ABF8B9A383}"/>
                </a:ext>
              </a:extLst>
            </p:cNvPr>
            <p:cNvGrpSpPr/>
            <p:nvPr/>
          </p:nvGrpSpPr>
          <p:grpSpPr>
            <a:xfrm>
              <a:off x="2012351" y="1371600"/>
              <a:ext cx="9189049" cy="4365246"/>
              <a:chOff x="1545982" y="1628399"/>
              <a:chExt cx="4846671" cy="1786332"/>
            </a:xfrm>
          </p:grpSpPr>
          <p:sp>
            <p:nvSpPr>
              <p:cNvPr id="18" name="Rectangle 19">
                <a:extLst>
                  <a:ext uri="{FF2B5EF4-FFF2-40B4-BE49-F238E27FC236}">
                    <a16:creationId xmlns:a16="http://schemas.microsoft.com/office/drawing/2014/main" id="{CCA3A9DF-5DDE-3265-6BBC-97F20AC30A6C}"/>
                  </a:ext>
                </a:extLst>
              </p:cNvPr>
              <p:cNvSpPr/>
              <p:nvPr/>
            </p:nvSpPr>
            <p:spPr>
              <a:xfrm>
                <a:off x="4050882" y="1871255"/>
                <a:ext cx="1998130" cy="592738"/>
              </a:xfrm>
              <a:prstGeom prst="rect">
                <a:avLst/>
              </a:prstGeom>
              <a:solidFill>
                <a:srgbClr val="2FBFC0"/>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Neo Sans Arabic Medium" panose="020B0704030504040204" pitchFamily="34" charset="-78"/>
                  <a:cs typeface="Neo Sans Arabic Medium" panose="020B0704030504040204" pitchFamily="34" charset="-78"/>
                </a:endParaRPr>
              </a:p>
            </p:txBody>
          </p:sp>
          <p:sp>
            <p:nvSpPr>
              <p:cNvPr id="19" name="Rectangle 27">
                <a:extLst>
                  <a:ext uri="{FF2B5EF4-FFF2-40B4-BE49-F238E27FC236}">
                    <a16:creationId xmlns:a16="http://schemas.microsoft.com/office/drawing/2014/main" id="{DB2037D6-CBB4-F9C8-7DED-3AB44158191A}"/>
                  </a:ext>
                </a:extLst>
              </p:cNvPr>
              <p:cNvSpPr/>
              <p:nvPr/>
            </p:nvSpPr>
            <p:spPr>
              <a:xfrm>
                <a:off x="1948965" y="1871255"/>
                <a:ext cx="1998130" cy="592738"/>
              </a:xfrm>
              <a:prstGeom prst="rect">
                <a:avLst/>
              </a:prstGeom>
              <a:solidFill>
                <a:srgbClr val="96CC42"/>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Neo Sans Arabic Medium" panose="020B0704030504040204" pitchFamily="34" charset="-78"/>
                  <a:cs typeface="Neo Sans Arabic Medium" panose="020B0704030504040204" pitchFamily="34" charset="-78"/>
                </a:endParaRPr>
              </a:p>
            </p:txBody>
          </p:sp>
          <p:sp>
            <p:nvSpPr>
              <p:cNvPr id="20" name="Rectangle 29">
                <a:extLst>
                  <a:ext uri="{FF2B5EF4-FFF2-40B4-BE49-F238E27FC236}">
                    <a16:creationId xmlns:a16="http://schemas.microsoft.com/office/drawing/2014/main" id="{D49F60F6-E958-9FD5-ED35-72CE07FE9F02}"/>
                  </a:ext>
                </a:extLst>
              </p:cNvPr>
              <p:cNvSpPr/>
              <p:nvPr/>
            </p:nvSpPr>
            <p:spPr>
              <a:xfrm>
                <a:off x="4050882" y="2522235"/>
                <a:ext cx="1998130" cy="592738"/>
              </a:xfrm>
              <a:prstGeom prst="rect">
                <a:avLst/>
              </a:prstGeom>
              <a:solidFill>
                <a:srgbClr val="2FBFC0"/>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Neo Sans Arabic Medium" panose="020B0704030504040204" pitchFamily="34" charset="-78"/>
                  <a:cs typeface="Neo Sans Arabic Medium" panose="020B0704030504040204" pitchFamily="34" charset="-78"/>
                </a:endParaRPr>
              </a:p>
            </p:txBody>
          </p:sp>
          <p:sp>
            <p:nvSpPr>
              <p:cNvPr id="21" name="Rectangle 31">
                <a:extLst>
                  <a:ext uri="{FF2B5EF4-FFF2-40B4-BE49-F238E27FC236}">
                    <a16:creationId xmlns:a16="http://schemas.microsoft.com/office/drawing/2014/main" id="{3DF47127-3926-C67D-D95D-EFF964E32FE4}"/>
                  </a:ext>
                </a:extLst>
              </p:cNvPr>
              <p:cNvSpPr/>
              <p:nvPr/>
            </p:nvSpPr>
            <p:spPr>
              <a:xfrm>
                <a:off x="1948965" y="2522235"/>
                <a:ext cx="1998130" cy="592738"/>
              </a:xfrm>
              <a:prstGeom prst="rect">
                <a:avLst/>
              </a:prstGeom>
              <a:solidFill>
                <a:srgbClr val="96CC42"/>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Neo Sans Arabic Medium" panose="020B0704030504040204" pitchFamily="34" charset="-78"/>
                  <a:cs typeface="Neo Sans Arabic Medium" panose="020B0704030504040204" pitchFamily="34" charset="-78"/>
                </a:endParaRPr>
              </a:p>
            </p:txBody>
          </p:sp>
          <p:sp>
            <p:nvSpPr>
              <p:cNvPr id="22" name="Arrow: Right 7">
                <a:extLst>
                  <a:ext uri="{FF2B5EF4-FFF2-40B4-BE49-F238E27FC236}">
                    <a16:creationId xmlns:a16="http://schemas.microsoft.com/office/drawing/2014/main" id="{3B5C654B-0DEE-C187-BE5B-52512F0B3241}"/>
                  </a:ext>
                </a:extLst>
              </p:cNvPr>
              <p:cNvSpPr/>
              <p:nvPr/>
            </p:nvSpPr>
            <p:spPr>
              <a:xfrm rot="16200000">
                <a:off x="949854" y="2224527"/>
                <a:ext cx="1601669" cy="409414"/>
              </a:xfrm>
              <a:prstGeom prst="rightArrow">
                <a:avLst>
                  <a:gd name="adj1" fmla="val 66821"/>
                  <a:gd name="adj2" fmla="val 68222"/>
                </a:avLst>
              </a:prstGeom>
              <a:solidFill>
                <a:srgbClr val="104C5A"/>
              </a:solidFill>
            </p:spPr>
            <p:txBody>
              <a:bodyPr wrap="square" anchor="ctr">
                <a:spAutoFit/>
              </a:bodyPr>
              <a:lstStyle/>
              <a:p>
                <a:pPr marL="0" marR="0" lvl="0" indent="0" algn="ctr" defTabSz="457200" eaLnBrk="1" fontAlgn="auto" latinLnBrk="0" hangingPunct="1">
                  <a:lnSpc>
                    <a:spcPct val="100000"/>
                  </a:lnSpc>
                  <a:spcBef>
                    <a:spcPts val="0"/>
                  </a:spcBef>
                  <a:spcAft>
                    <a:spcPts val="0"/>
                  </a:spcAft>
                  <a:buClrTx/>
                  <a:buSzTx/>
                  <a:buFontTx/>
                  <a:buNone/>
                  <a:tabLst/>
                  <a:defRPr/>
                </a:pPr>
                <a:r>
                  <a:rPr kumimoji="0" lang="ar-SA" sz="2800" b="1" i="0" u="none" strike="noStrike" kern="0" cap="none" spc="0" normalizeH="0" baseline="0" noProof="0" dirty="0">
                    <a:ln>
                      <a:noFill/>
                    </a:ln>
                    <a:solidFill>
                      <a:prstClr val="white"/>
                    </a:solidFill>
                    <a:effectLst/>
                    <a:uLnTx/>
                    <a:uFillTx/>
                    <a:latin typeface="Neo Sans Arabic Medium" panose="020B0704030504040204" pitchFamily="34" charset="-78"/>
                    <a:cs typeface="Neo Sans Arabic Medium" panose="020B0704030504040204" pitchFamily="34" charset="-78"/>
                  </a:rPr>
                  <a:t>التأثير</a:t>
                </a:r>
                <a:endParaRPr kumimoji="0" lang="en-US" sz="3600" b="1" i="0" u="none" strike="noStrike" kern="0" cap="none" spc="0" normalizeH="0" baseline="0" noProof="0" dirty="0">
                  <a:ln>
                    <a:noFill/>
                  </a:ln>
                  <a:solidFill>
                    <a:prstClr val="white"/>
                  </a:solidFill>
                  <a:effectLst/>
                  <a:uLnTx/>
                  <a:uFillTx/>
                  <a:latin typeface="Neo Sans Arabic Medium" panose="020B0704030504040204" pitchFamily="34" charset="-78"/>
                  <a:cs typeface="Neo Sans Arabic Medium" panose="020B0704030504040204" pitchFamily="34" charset="-78"/>
                </a:endParaRPr>
              </a:p>
            </p:txBody>
          </p:sp>
          <p:sp>
            <p:nvSpPr>
              <p:cNvPr id="23" name="Arrow: Right 3">
                <a:extLst>
                  <a:ext uri="{FF2B5EF4-FFF2-40B4-BE49-F238E27FC236}">
                    <a16:creationId xmlns:a16="http://schemas.microsoft.com/office/drawing/2014/main" id="{EA4D9B1C-5528-A9EB-80AC-C31C8A43235C}"/>
                  </a:ext>
                </a:extLst>
              </p:cNvPr>
              <p:cNvSpPr/>
              <p:nvPr/>
            </p:nvSpPr>
            <p:spPr>
              <a:xfrm>
                <a:off x="1618964" y="3134456"/>
                <a:ext cx="4773689" cy="280275"/>
              </a:xfrm>
              <a:prstGeom prst="rightArrow">
                <a:avLst>
                  <a:gd name="adj1" fmla="val 66821"/>
                  <a:gd name="adj2" fmla="val 89248"/>
                </a:avLst>
              </a:prstGeom>
              <a:solidFill>
                <a:srgbClr val="104C5A"/>
              </a:solidFill>
            </p:spPr>
            <p:txBody>
              <a:bodyPr wrap="square" anchor="ctr">
                <a:spAutoFit/>
              </a:bodyPr>
              <a:lstStyle/>
              <a:p>
                <a:pPr marL="0" marR="0" lvl="0" indent="0" algn="ctr" defTabSz="457200" eaLnBrk="1" fontAlgn="auto" latinLnBrk="0" hangingPunct="1">
                  <a:lnSpc>
                    <a:spcPct val="100000"/>
                  </a:lnSpc>
                  <a:spcBef>
                    <a:spcPts val="0"/>
                  </a:spcBef>
                  <a:spcAft>
                    <a:spcPts val="0"/>
                  </a:spcAft>
                  <a:buClrTx/>
                  <a:buSzTx/>
                  <a:buFontTx/>
                  <a:buNone/>
                  <a:tabLst/>
                  <a:defRPr/>
                </a:pPr>
                <a:r>
                  <a:rPr kumimoji="0" lang="ar-SA" sz="2400" b="1" i="0" u="none" strike="noStrike" kern="0" cap="none" spc="0" normalizeH="0" baseline="0" noProof="0" dirty="0">
                    <a:ln>
                      <a:noFill/>
                    </a:ln>
                    <a:solidFill>
                      <a:prstClr val="white"/>
                    </a:solidFill>
                    <a:effectLst/>
                    <a:uLnTx/>
                    <a:uFillTx/>
                    <a:latin typeface="Neo Sans Arabic Medium" panose="020B0704030504040204" pitchFamily="34" charset="-78"/>
                    <a:cs typeface="Neo Sans Arabic Medium" panose="020B0704030504040204" pitchFamily="34" charset="-78"/>
                  </a:rPr>
                  <a:t>الاهتمام</a:t>
                </a:r>
                <a:r>
                  <a:rPr kumimoji="0" lang="ar-SA" sz="1050" b="1" i="0" u="none" strike="noStrike" kern="0" cap="none" spc="0" normalizeH="0" baseline="0" noProof="0" dirty="0">
                    <a:ln>
                      <a:noFill/>
                    </a:ln>
                    <a:solidFill>
                      <a:prstClr val="white"/>
                    </a:solidFill>
                    <a:effectLst/>
                    <a:uLnTx/>
                    <a:uFillTx/>
                    <a:latin typeface="Neo Sans Arabic Medium" panose="020B0704030504040204" pitchFamily="34" charset="-78"/>
                    <a:cs typeface="Neo Sans Arabic Medium" panose="020B0704030504040204" pitchFamily="34" charset="-78"/>
                  </a:rPr>
                  <a:t> </a:t>
                </a:r>
                <a:endParaRPr kumimoji="0" lang="en-US" sz="1050" b="1" i="0" u="none" strike="noStrike" kern="0" cap="none" spc="0" normalizeH="0" baseline="0" noProof="0" dirty="0">
                  <a:ln>
                    <a:noFill/>
                  </a:ln>
                  <a:solidFill>
                    <a:prstClr val="white"/>
                  </a:solidFill>
                  <a:effectLst/>
                  <a:uLnTx/>
                  <a:uFillTx/>
                  <a:latin typeface="Neo Sans Arabic Medium" panose="020B0704030504040204" pitchFamily="34" charset="-78"/>
                  <a:cs typeface="Neo Sans Arabic Medium" panose="020B0704030504040204" pitchFamily="34" charset="-78"/>
                </a:endParaRPr>
              </a:p>
            </p:txBody>
          </p:sp>
        </p:grpSp>
        <p:sp>
          <p:nvSpPr>
            <p:cNvPr id="14" name="مستطيل 13">
              <a:extLst>
                <a:ext uri="{FF2B5EF4-FFF2-40B4-BE49-F238E27FC236}">
                  <a16:creationId xmlns:a16="http://schemas.microsoft.com/office/drawing/2014/main" id="{F58B21EA-E602-08F1-6B80-2CCCC3E9EF87}"/>
                </a:ext>
              </a:extLst>
            </p:cNvPr>
            <p:cNvSpPr/>
            <p:nvPr/>
          </p:nvSpPr>
          <p:spPr>
            <a:xfrm>
              <a:off x="10203687" y="3172807"/>
              <a:ext cx="304800" cy="234422"/>
            </a:xfrm>
            <a:prstGeom prst="rect">
              <a:avLst/>
            </a:prstGeom>
            <a:solidFill>
              <a:schemeClr val="bg1"/>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ar-SA" sz="1800" b="0" i="0" u="none" strike="noStrike" kern="0" cap="none" spc="0" normalizeH="0" baseline="0" noProof="0" dirty="0">
                  <a:ln>
                    <a:noFill/>
                  </a:ln>
                  <a:effectLst/>
                  <a:uLnTx/>
                  <a:uFillTx/>
                  <a:latin typeface="Neo Sans Arabic Medium" panose="020B0704030504040204" pitchFamily="34" charset="-78"/>
                  <a:cs typeface="Neo Sans Arabic Medium" panose="020B0704030504040204" pitchFamily="34" charset="-78"/>
                </a:rPr>
                <a:t>1</a:t>
              </a:r>
              <a:endParaRPr kumimoji="0" lang="en-US" sz="1800" b="0" i="0" u="none" strike="noStrike" kern="0" cap="none" spc="0" normalizeH="0" baseline="0" noProof="0" dirty="0">
                <a:ln>
                  <a:noFill/>
                </a:ln>
                <a:effectLst/>
                <a:uLnTx/>
                <a:uFillTx/>
                <a:latin typeface="Neo Sans Arabic Medium" panose="020B0704030504040204" pitchFamily="34" charset="-78"/>
                <a:cs typeface="Neo Sans Arabic Medium" panose="020B0704030504040204" pitchFamily="34" charset="-78"/>
              </a:endParaRPr>
            </a:p>
          </p:txBody>
        </p:sp>
        <p:sp>
          <p:nvSpPr>
            <p:cNvPr id="15" name="مستطيل 14">
              <a:extLst>
                <a:ext uri="{FF2B5EF4-FFF2-40B4-BE49-F238E27FC236}">
                  <a16:creationId xmlns:a16="http://schemas.microsoft.com/office/drawing/2014/main" id="{FB5B2381-9924-5926-CFF1-4E603161CD43}"/>
                </a:ext>
              </a:extLst>
            </p:cNvPr>
            <p:cNvSpPr/>
            <p:nvPr/>
          </p:nvSpPr>
          <p:spPr>
            <a:xfrm>
              <a:off x="10203687" y="4769907"/>
              <a:ext cx="304800" cy="234422"/>
            </a:xfrm>
            <a:prstGeom prst="rect">
              <a:avLst/>
            </a:prstGeom>
            <a:solidFill>
              <a:schemeClr val="bg1"/>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ar-SA" sz="1800" b="0" i="0" u="none" strike="noStrike" kern="0" cap="none" spc="0" normalizeH="0" baseline="0" noProof="0" dirty="0">
                  <a:ln>
                    <a:noFill/>
                  </a:ln>
                  <a:effectLst/>
                  <a:uLnTx/>
                  <a:uFillTx/>
                  <a:latin typeface="Neo Sans Arabic Medium" panose="020B0704030504040204" pitchFamily="34" charset="-78"/>
                  <a:cs typeface="Neo Sans Arabic Medium" panose="020B0704030504040204" pitchFamily="34" charset="-78"/>
                </a:rPr>
                <a:t>2</a:t>
              </a:r>
              <a:endParaRPr kumimoji="0" lang="en-US" sz="1800" b="0" i="0" u="none" strike="noStrike" kern="0" cap="none" spc="0" normalizeH="0" baseline="0" noProof="0" dirty="0">
                <a:ln>
                  <a:noFill/>
                </a:ln>
                <a:effectLst/>
                <a:uLnTx/>
                <a:uFillTx/>
                <a:latin typeface="Neo Sans Arabic Medium" panose="020B0704030504040204" pitchFamily="34" charset="-78"/>
                <a:cs typeface="Neo Sans Arabic Medium" panose="020B0704030504040204" pitchFamily="34" charset="-78"/>
              </a:endParaRPr>
            </a:p>
          </p:txBody>
        </p:sp>
        <p:sp>
          <p:nvSpPr>
            <p:cNvPr id="16" name="مستطيل 15">
              <a:extLst>
                <a:ext uri="{FF2B5EF4-FFF2-40B4-BE49-F238E27FC236}">
                  <a16:creationId xmlns:a16="http://schemas.microsoft.com/office/drawing/2014/main" id="{E878F7F4-B272-B7AA-1854-A3C7D894446F}"/>
                </a:ext>
              </a:extLst>
            </p:cNvPr>
            <p:cNvSpPr/>
            <p:nvPr/>
          </p:nvSpPr>
          <p:spPr>
            <a:xfrm>
              <a:off x="6165087" y="3165336"/>
              <a:ext cx="304800" cy="234422"/>
            </a:xfrm>
            <a:prstGeom prst="rect">
              <a:avLst/>
            </a:prstGeom>
            <a:solidFill>
              <a:schemeClr val="bg1"/>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ar-SA" sz="1800" b="0" i="0" u="none" strike="noStrike" kern="0" cap="none" spc="0" normalizeH="0" baseline="0" noProof="0" dirty="0">
                  <a:ln>
                    <a:noFill/>
                  </a:ln>
                  <a:effectLst/>
                  <a:uLnTx/>
                  <a:uFillTx/>
                  <a:latin typeface="Neo Sans Arabic Medium" panose="020B0704030504040204" pitchFamily="34" charset="-78"/>
                  <a:cs typeface="Neo Sans Arabic Medium" panose="020B0704030504040204" pitchFamily="34" charset="-78"/>
                </a:rPr>
                <a:t>3</a:t>
              </a:r>
              <a:endParaRPr kumimoji="0" lang="en-US" sz="1800" b="0" i="0" u="none" strike="noStrike" kern="0" cap="none" spc="0" normalizeH="0" baseline="0" noProof="0" dirty="0">
                <a:ln>
                  <a:noFill/>
                </a:ln>
                <a:effectLst/>
                <a:uLnTx/>
                <a:uFillTx/>
                <a:latin typeface="Neo Sans Arabic Medium" panose="020B0704030504040204" pitchFamily="34" charset="-78"/>
                <a:cs typeface="Neo Sans Arabic Medium" panose="020B0704030504040204" pitchFamily="34" charset="-78"/>
              </a:endParaRPr>
            </a:p>
          </p:txBody>
        </p:sp>
        <p:sp>
          <p:nvSpPr>
            <p:cNvPr id="17" name="مستطيل 16">
              <a:extLst>
                <a:ext uri="{FF2B5EF4-FFF2-40B4-BE49-F238E27FC236}">
                  <a16:creationId xmlns:a16="http://schemas.microsoft.com/office/drawing/2014/main" id="{CD2E520B-5105-4AA3-2A9A-3297ADADFB5E}"/>
                </a:ext>
              </a:extLst>
            </p:cNvPr>
            <p:cNvSpPr/>
            <p:nvPr/>
          </p:nvSpPr>
          <p:spPr>
            <a:xfrm>
              <a:off x="6165087" y="4759021"/>
              <a:ext cx="304800" cy="234422"/>
            </a:xfrm>
            <a:prstGeom prst="rect">
              <a:avLst/>
            </a:prstGeom>
            <a:solidFill>
              <a:schemeClr val="bg1"/>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ar-SA" sz="1800" b="0" i="0" u="none" strike="noStrike" kern="0" cap="none" spc="0" normalizeH="0" baseline="0" noProof="0" dirty="0">
                  <a:ln>
                    <a:noFill/>
                  </a:ln>
                  <a:effectLst/>
                  <a:uLnTx/>
                  <a:uFillTx/>
                  <a:latin typeface="Neo Sans Arabic Medium" panose="020B0704030504040204" pitchFamily="34" charset="-78"/>
                  <a:cs typeface="Neo Sans Arabic Medium" panose="020B0704030504040204" pitchFamily="34" charset="-78"/>
                </a:rPr>
                <a:t>4</a:t>
              </a:r>
              <a:endParaRPr kumimoji="0" lang="en-US" sz="1800" b="0" i="0" u="none" strike="noStrike" kern="0" cap="none" spc="0" normalizeH="0" baseline="0" noProof="0" dirty="0">
                <a:ln>
                  <a:noFill/>
                </a:ln>
                <a:effectLst/>
                <a:uLnTx/>
                <a:uFillTx/>
                <a:latin typeface="Neo Sans Arabic Medium" panose="020B0704030504040204" pitchFamily="34" charset="-78"/>
                <a:cs typeface="Neo Sans Arabic Medium" panose="020B0704030504040204" pitchFamily="34" charset="-78"/>
              </a:endParaRPr>
            </a:p>
          </p:txBody>
        </p:sp>
      </p:grpSp>
      <p:graphicFrame>
        <p:nvGraphicFramePr>
          <p:cNvPr id="24" name="جدول 23">
            <a:extLst>
              <a:ext uri="{FF2B5EF4-FFF2-40B4-BE49-F238E27FC236}">
                <a16:creationId xmlns:a16="http://schemas.microsoft.com/office/drawing/2014/main" id="{2F74CED5-2630-A747-8960-A6CF3C6FA1B2}"/>
              </a:ext>
            </a:extLst>
          </p:cNvPr>
          <p:cNvGraphicFramePr>
            <a:graphicFrameLocks noGrp="1"/>
          </p:cNvGraphicFramePr>
          <p:nvPr>
            <p:extLst>
              <p:ext uri="{D42A27DB-BD31-4B8C-83A1-F6EECF244321}">
                <p14:modId xmlns:p14="http://schemas.microsoft.com/office/powerpoint/2010/main" val="559796224"/>
              </p:ext>
            </p:extLst>
          </p:nvPr>
        </p:nvGraphicFramePr>
        <p:xfrm>
          <a:off x="1693300" y="5494849"/>
          <a:ext cx="8412480" cy="457200"/>
        </p:xfrm>
        <a:graphic>
          <a:graphicData uri="http://schemas.openxmlformats.org/drawingml/2006/table">
            <a:tbl>
              <a:tblPr firstRow="1" bandRow="1"/>
              <a:tblGrid>
                <a:gridCol w="1828800">
                  <a:extLst>
                    <a:ext uri="{9D8B030D-6E8A-4147-A177-3AD203B41FA5}">
                      <a16:colId xmlns:a16="http://schemas.microsoft.com/office/drawing/2014/main" val="3701230610"/>
                    </a:ext>
                  </a:extLst>
                </a:gridCol>
                <a:gridCol w="274320">
                  <a:extLst>
                    <a:ext uri="{9D8B030D-6E8A-4147-A177-3AD203B41FA5}">
                      <a16:colId xmlns:a16="http://schemas.microsoft.com/office/drawing/2014/main" val="2054667897"/>
                    </a:ext>
                  </a:extLst>
                </a:gridCol>
                <a:gridCol w="1828800">
                  <a:extLst>
                    <a:ext uri="{9D8B030D-6E8A-4147-A177-3AD203B41FA5}">
                      <a16:colId xmlns:a16="http://schemas.microsoft.com/office/drawing/2014/main" val="3009827090"/>
                    </a:ext>
                  </a:extLst>
                </a:gridCol>
                <a:gridCol w="274320">
                  <a:extLst>
                    <a:ext uri="{9D8B030D-6E8A-4147-A177-3AD203B41FA5}">
                      <a16:colId xmlns:a16="http://schemas.microsoft.com/office/drawing/2014/main" val="1297572756"/>
                    </a:ext>
                  </a:extLst>
                </a:gridCol>
                <a:gridCol w="1828800">
                  <a:extLst>
                    <a:ext uri="{9D8B030D-6E8A-4147-A177-3AD203B41FA5}">
                      <a16:colId xmlns:a16="http://schemas.microsoft.com/office/drawing/2014/main" val="69982227"/>
                    </a:ext>
                  </a:extLst>
                </a:gridCol>
                <a:gridCol w="274320">
                  <a:extLst>
                    <a:ext uri="{9D8B030D-6E8A-4147-A177-3AD203B41FA5}">
                      <a16:colId xmlns:a16="http://schemas.microsoft.com/office/drawing/2014/main" val="1093839942"/>
                    </a:ext>
                  </a:extLst>
                </a:gridCol>
                <a:gridCol w="1828800">
                  <a:extLst>
                    <a:ext uri="{9D8B030D-6E8A-4147-A177-3AD203B41FA5}">
                      <a16:colId xmlns:a16="http://schemas.microsoft.com/office/drawing/2014/main" val="2476379838"/>
                    </a:ext>
                  </a:extLst>
                </a:gridCol>
                <a:gridCol w="274320">
                  <a:extLst>
                    <a:ext uri="{9D8B030D-6E8A-4147-A177-3AD203B41FA5}">
                      <a16:colId xmlns:a16="http://schemas.microsoft.com/office/drawing/2014/main" val="3251429001"/>
                    </a:ext>
                  </a:extLst>
                </a:gridCol>
              </a:tblGrid>
              <a:tr h="365760">
                <a:tc>
                  <a:txBody>
                    <a:bodyPr/>
                    <a:lstStyle>
                      <a:lvl1pPr marL="0" algn="r" defTabSz="914400" rtl="1" eaLnBrk="1" latinLnBrk="0" hangingPunct="1">
                        <a:defRPr sz="1800" b="1" kern="1200">
                          <a:solidFill>
                            <a:schemeClr val="lt1"/>
                          </a:solidFill>
                          <a:latin typeface="Arial"/>
                        </a:defRPr>
                      </a:lvl1pPr>
                      <a:lvl2pPr marL="457200" algn="r" defTabSz="914400" rtl="1" eaLnBrk="1" latinLnBrk="0" hangingPunct="1">
                        <a:defRPr sz="1800" b="1" kern="1200">
                          <a:solidFill>
                            <a:schemeClr val="lt1"/>
                          </a:solidFill>
                          <a:latin typeface="Arial"/>
                        </a:defRPr>
                      </a:lvl2pPr>
                      <a:lvl3pPr marL="914400" algn="r" defTabSz="914400" rtl="1" eaLnBrk="1" latinLnBrk="0" hangingPunct="1">
                        <a:defRPr sz="1800" b="1" kern="1200">
                          <a:solidFill>
                            <a:schemeClr val="lt1"/>
                          </a:solidFill>
                          <a:latin typeface="Arial"/>
                        </a:defRPr>
                      </a:lvl3pPr>
                      <a:lvl4pPr marL="1371600" algn="r" defTabSz="914400" rtl="1" eaLnBrk="1" latinLnBrk="0" hangingPunct="1">
                        <a:defRPr sz="1800" b="1" kern="1200">
                          <a:solidFill>
                            <a:schemeClr val="lt1"/>
                          </a:solidFill>
                          <a:latin typeface="Arial"/>
                        </a:defRPr>
                      </a:lvl4pPr>
                      <a:lvl5pPr marL="1828800" algn="r" defTabSz="914400" rtl="1" eaLnBrk="1" latinLnBrk="0" hangingPunct="1">
                        <a:defRPr sz="1800" b="1" kern="1200">
                          <a:solidFill>
                            <a:schemeClr val="lt1"/>
                          </a:solidFill>
                          <a:latin typeface="Arial"/>
                        </a:defRPr>
                      </a:lvl5pPr>
                      <a:lvl6pPr marL="2286000" algn="r" defTabSz="914400" rtl="1" eaLnBrk="1" latinLnBrk="0" hangingPunct="1">
                        <a:defRPr sz="1800" b="1" kern="1200">
                          <a:solidFill>
                            <a:schemeClr val="lt1"/>
                          </a:solidFill>
                          <a:latin typeface="Arial"/>
                        </a:defRPr>
                      </a:lvl6pPr>
                      <a:lvl7pPr marL="2743200" algn="r" defTabSz="914400" rtl="1" eaLnBrk="1" latinLnBrk="0" hangingPunct="1">
                        <a:defRPr sz="1800" b="1" kern="1200">
                          <a:solidFill>
                            <a:schemeClr val="lt1"/>
                          </a:solidFill>
                          <a:latin typeface="Arial"/>
                        </a:defRPr>
                      </a:lvl7pPr>
                      <a:lvl8pPr marL="3200400" algn="r" defTabSz="914400" rtl="1" eaLnBrk="1" latinLnBrk="0" hangingPunct="1">
                        <a:defRPr sz="1800" b="1" kern="1200">
                          <a:solidFill>
                            <a:schemeClr val="lt1"/>
                          </a:solidFill>
                          <a:latin typeface="Arial"/>
                        </a:defRPr>
                      </a:lvl8pPr>
                      <a:lvl9pPr marL="3657600" algn="r" defTabSz="914400" rtl="1" eaLnBrk="1" latinLnBrk="0" hangingPunct="1">
                        <a:defRPr sz="1800" b="1" kern="1200">
                          <a:solidFill>
                            <a:schemeClr val="lt1"/>
                          </a:solidFill>
                          <a:latin typeface="Arial"/>
                        </a:defRPr>
                      </a:lvl9pPr>
                    </a:lstStyle>
                    <a:p>
                      <a:pPr algn="ctr"/>
                      <a:r>
                        <a:rPr lang="ar-SA" sz="1200" b="0" dirty="0">
                          <a:solidFill>
                            <a:schemeClr val="tx1"/>
                          </a:solidFill>
                          <a:latin typeface="Neo Sans Arabic Medium" panose="020B0704030504040204" pitchFamily="34" charset="-78"/>
                          <a:ea typeface="Ping AR + LT Light" panose="00000400000000000000" pitchFamily="50" charset="-78"/>
                          <a:cs typeface="Neo Sans Arabic Medium" panose="020B0704030504040204" pitchFamily="34" charset="-78"/>
                        </a:rPr>
                        <a:t>مراقبتهم</a:t>
                      </a:r>
                      <a:endParaRPr lang="en-US" sz="1200" b="0" dirty="0">
                        <a:solidFill>
                          <a:schemeClr val="tx1"/>
                        </a:solidFill>
                        <a:latin typeface="Neo Sans Arabic Medium" panose="020B0704030504040204" pitchFamily="34" charset="-78"/>
                        <a:ea typeface="Ping AR + LT Light" panose="00000400000000000000" pitchFamily="50" charset="-78"/>
                        <a:cs typeface="Neo Sans Arabic Medium" panose="020B0704030504040204" pitchFamily="34" charset="-78"/>
                      </a:endParaRPr>
                    </a:p>
                  </a:txBody>
                  <a:tcPr anchor="ctr">
                    <a:lnL w="12700" cmpd="sng">
                      <a:solidFill>
                        <a:srgbClr val="FFFFFF"/>
                      </a:solidFill>
                    </a:lnL>
                    <a:lnR w="12700" cmpd="sng">
                      <a:solidFill>
                        <a:srgbClr val="FFFFFF"/>
                      </a:solidFill>
                    </a:lnR>
                    <a:lnT w="12700" cmpd="sng">
                      <a:solidFill>
                        <a:srgbClr val="FFFFFF"/>
                      </a:solidFill>
                    </a:lnT>
                    <a:lnB w="38100" cmpd="sng">
                      <a:solidFill>
                        <a:srgbClr val="FFFFFF"/>
                      </a:solidFill>
                    </a:lnB>
                    <a:lnTlToBr w="12700" cmpd="sng">
                      <a:noFill/>
                      <a:prstDash val="solid"/>
                    </a:lnTlToBr>
                    <a:lnBlToTr w="12700" cmpd="sng">
                      <a:noFill/>
                      <a:prstDash val="solid"/>
                    </a:lnBlToTr>
                    <a:solidFill>
                      <a:srgbClr val="96CC42"/>
                    </a:solidFill>
                  </a:tcPr>
                </a:tc>
                <a:tc>
                  <a:txBody>
                    <a:bodyPr/>
                    <a:lstStyle>
                      <a:lvl1pPr marL="0" algn="r" defTabSz="914400" rtl="1" eaLnBrk="1" latinLnBrk="0" hangingPunct="1">
                        <a:defRPr sz="1800" b="1" kern="1200">
                          <a:solidFill>
                            <a:schemeClr val="lt1"/>
                          </a:solidFill>
                          <a:latin typeface="Arial"/>
                        </a:defRPr>
                      </a:lvl1pPr>
                      <a:lvl2pPr marL="457200" algn="r" defTabSz="914400" rtl="1" eaLnBrk="1" latinLnBrk="0" hangingPunct="1">
                        <a:defRPr sz="1800" b="1" kern="1200">
                          <a:solidFill>
                            <a:schemeClr val="lt1"/>
                          </a:solidFill>
                          <a:latin typeface="Arial"/>
                        </a:defRPr>
                      </a:lvl2pPr>
                      <a:lvl3pPr marL="914400" algn="r" defTabSz="914400" rtl="1" eaLnBrk="1" latinLnBrk="0" hangingPunct="1">
                        <a:defRPr sz="1800" b="1" kern="1200">
                          <a:solidFill>
                            <a:schemeClr val="lt1"/>
                          </a:solidFill>
                          <a:latin typeface="Arial"/>
                        </a:defRPr>
                      </a:lvl3pPr>
                      <a:lvl4pPr marL="1371600" algn="r" defTabSz="914400" rtl="1" eaLnBrk="1" latinLnBrk="0" hangingPunct="1">
                        <a:defRPr sz="1800" b="1" kern="1200">
                          <a:solidFill>
                            <a:schemeClr val="lt1"/>
                          </a:solidFill>
                          <a:latin typeface="Arial"/>
                        </a:defRPr>
                      </a:lvl4pPr>
                      <a:lvl5pPr marL="1828800" algn="r" defTabSz="914400" rtl="1" eaLnBrk="1" latinLnBrk="0" hangingPunct="1">
                        <a:defRPr sz="1800" b="1" kern="1200">
                          <a:solidFill>
                            <a:schemeClr val="lt1"/>
                          </a:solidFill>
                          <a:latin typeface="Arial"/>
                        </a:defRPr>
                      </a:lvl5pPr>
                      <a:lvl6pPr marL="2286000" algn="r" defTabSz="914400" rtl="1" eaLnBrk="1" latinLnBrk="0" hangingPunct="1">
                        <a:defRPr sz="1800" b="1" kern="1200">
                          <a:solidFill>
                            <a:schemeClr val="lt1"/>
                          </a:solidFill>
                          <a:latin typeface="Arial"/>
                        </a:defRPr>
                      </a:lvl6pPr>
                      <a:lvl7pPr marL="2743200" algn="r" defTabSz="914400" rtl="1" eaLnBrk="1" latinLnBrk="0" hangingPunct="1">
                        <a:defRPr sz="1800" b="1" kern="1200">
                          <a:solidFill>
                            <a:schemeClr val="lt1"/>
                          </a:solidFill>
                          <a:latin typeface="Arial"/>
                        </a:defRPr>
                      </a:lvl7pPr>
                      <a:lvl8pPr marL="3200400" algn="r" defTabSz="914400" rtl="1" eaLnBrk="1" latinLnBrk="0" hangingPunct="1">
                        <a:defRPr sz="1800" b="1" kern="1200">
                          <a:solidFill>
                            <a:schemeClr val="lt1"/>
                          </a:solidFill>
                          <a:latin typeface="Arial"/>
                        </a:defRPr>
                      </a:lvl8pPr>
                      <a:lvl9pPr marL="3657600" algn="r" defTabSz="914400" rtl="1" eaLnBrk="1" latinLnBrk="0" hangingPunct="1">
                        <a:defRPr sz="1800" b="1" kern="1200">
                          <a:solidFill>
                            <a:schemeClr val="lt1"/>
                          </a:solidFill>
                          <a:latin typeface="Arial"/>
                        </a:defRPr>
                      </a:lvl9pPr>
                    </a:lstStyle>
                    <a:p>
                      <a:pPr algn="ctr"/>
                      <a:r>
                        <a:rPr lang="ar-SA" dirty="0">
                          <a:latin typeface="Neo Sans Arabic Medium" panose="020B0704030504040204" pitchFamily="34" charset="-78"/>
                          <a:cs typeface="Neo Sans Arabic Medium" panose="020B0704030504040204" pitchFamily="34" charset="-78"/>
                        </a:rPr>
                        <a:t>4</a:t>
                      </a:r>
                      <a:endParaRPr lang="en-US" dirty="0">
                        <a:latin typeface="Neo Sans Arabic Medium" panose="020B0704030504040204" pitchFamily="34" charset="-78"/>
                        <a:cs typeface="Neo Sans Arabic Medium" panose="020B0704030504040204" pitchFamily="34" charset="-78"/>
                      </a:endParaRPr>
                    </a:p>
                  </a:txBody>
                  <a:tcPr anchor="ctr">
                    <a:lnL w="12700" cmpd="sng">
                      <a:solidFill>
                        <a:srgbClr val="FFFFFF"/>
                      </a:solidFill>
                    </a:lnL>
                    <a:lnR w="12700" cmpd="sng">
                      <a:solidFill>
                        <a:srgbClr val="FFFFFF"/>
                      </a:solidFill>
                    </a:lnR>
                    <a:lnT w="12700" cmpd="sng">
                      <a:solidFill>
                        <a:srgbClr val="FFFFFF"/>
                      </a:solidFill>
                    </a:lnT>
                    <a:lnB w="38100" cmpd="sng">
                      <a:solidFill>
                        <a:srgbClr val="FFFFFF"/>
                      </a:solidFill>
                    </a:lnB>
                    <a:lnTlToBr w="12700" cmpd="sng">
                      <a:noFill/>
                      <a:prstDash val="solid"/>
                    </a:lnTlToBr>
                    <a:lnBlToTr w="12700" cmpd="sng">
                      <a:noFill/>
                      <a:prstDash val="solid"/>
                    </a:lnBlToTr>
                    <a:solidFill>
                      <a:srgbClr val="104C5A"/>
                    </a:solidFill>
                  </a:tcPr>
                </a:tc>
                <a:tc>
                  <a:txBody>
                    <a:bodyPr/>
                    <a:lstStyle>
                      <a:lvl1pPr marL="0" algn="r" defTabSz="914400" rtl="1" eaLnBrk="1" latinLnBrk="0" hangingPunct="1">
                        <a:defRPr sz="1800" b="1" kern="1200">
                          <a:solidFill>
                            <a:schemeClr val="lt1"/>
                          </a:solidFill>
                          <a:latin typeface="Arial"/>
                        </a:defRPr>
                      </a:lvl1pPr>
                      <a:lvl2pPr marL="457200" algn="r" defTabSz="914400" rtl="1" eaLnBrk="1" latinLnBrk="0" hangingPunct="1">
                        <a:defRPr sz="1800" b="1" kern="1200">
                          <a:solidFill>
                            <a:schemeClr val="lt1"/>
                          </a:solidFill>
                          <a:latin typeface="Arial"/>
                        </a:defRPr>
                      </a:lvl2pPr>
                      <a:lvl3pPr marL="914400" algn="r" defTabSz="914400" rtl="1" eaLnBrk="1" latinLnBrk="0" hangingPunct="1">
                        <a:defRPr sz="1800" b="1" kern="1200">
                          <a:solidFill>
                            <a:schemeClr val="lt1"/>
                          </a:solidFill>
                          <a:latin typeface="Arial"/>
                        </a:defRPr>
                      </a:lvl3pPr>
                      <a:lvl4pPr marL="1371600" algn="r" defTabSz="914400" rtl="1" eaLnBrk="1" latinLnBrk="0" hangingPunct="1">
                        <a:defRPr sz="1800" b="1" kern="1200">
                          <a:solidFill>
                            <a:schemeClr val="lt1"/>
                          </a:solidFill>
                          <a:latin typeface="Arial"/>
                        </a:defRPr>
                      </a:lvl4pPr>
                      <a:lvl5pPr marL="1828800" algn="r" defTabSz="914400" rtl="1" eaLnBrk="1" latinLnBrk="0" hangingPunct="1">
                        <a:defRPr sz="1800" b="1" kern="1200">
                          <a:solidFill>
                            <a:schemeClr val="lt1"/>
                          </a:solidFill>
                          <a:latin typeface="Arial"/>
                        </a:defRPr>
                      </a:lvl5pPr>
                      <a:lvl6pPr marL="2286000" algn="r" defTabSz="914400" rtl="1" eaLnBrk="1" latinLnBrk="0" hangingPunct="1">
                        <a:defRPr sz="1800" b="1" kern="1200">
                          <a:solidFill>
                            <a:schemeClr val="lt1"/>
                          </a:solidFill>
                          <a:latin typeface="Arial"/>
                        </a:defRPr>
                      </a:lvl6pPr>
                      <a:lvl7pPr marL="2743200" algn="r" defTabSz="914400" rtl="1" eaLnBrk="1" latinLnBrk="0" hangingPunct="1">
                        <a:defRPr sz="1800" b="1" kern="1200">
                          <a:solidFill>
                            <a:schemeClr val="lt1"/>
                          </a:solidFill>
                          <a:latin typeface="Arial"/>
                        </a:defRPr>
                      </a:lvl7pPr>
                      <a:lvl8pPr marL="3200400" algn="r" defTabSz="914400" rtl="1" eaLnBrk="1" latinLnBrk="0" hangingPunct="1">
                        <a:defRPr sz="1800" b="1" kern="1200">
                          <a:solidFill>
                            <a:schemeClr val="lt1"/>
                          </a:solidFill>
                          <a:latin typeface="Arial"/>
                        </a:defRPr>
                      </a:lvl8pPr>
                      <a:lvl9pPr marL="3657600" algn="r" defTabSz="914400" rtl="1" eaLnBrk="1" latinLnBrk="0" hangingPunct="1">
                        <a:defRPr sz="1800" b="1" kern="1200">
                          <a:solidFill>
                            <a:schemeClr val="lt1"/>
                          </a:solidFill>
                          <a:latin typeface="Arial"/>
                        </a:defRPr>
                      </a:lvl9pPr>
                    </a:lstStyle>
                    <a:p>
                      <a:pPr algn="ctr"/>
                      <a:r>
                        <a:rPr lang="ar-SA" sz="1200" b="0" dirty="0">
                          <a:solidFill>
                            <a:schemeClr val="tx1"/>
                          </a:solidFill>
                          <a:latin typeface="Neo Sans Arabic Medium" panose="020B0704030504040204" pitchFamily="34" charset="-78"/>
                          <a:ea typeface="Ping AR + LT Light" panose="00000400000000000000" pitchFamily="50" charset="-78"/>
                          <a:cs typeface="Neo Sans Arabic Medium" panose="020B0704030504040204" pitchFamily="34" charset="-78"/>
                        </a:rPr>
                        <a:t>إبقائهم دوماً راضين</a:t>
                      </a:r>
                      <a:endParaRPr lang="en-US" sz="1200" b="0" dirty="0">
                        <a:solidFill>
                          <a:schemeClr val="tx1"/>
                        </a:solidFill>
                        <a:latin typeface="Neo Sans Arabic Medium" panose="020B0704030504040204" pitchFamily="34" charset="-78"/>
                        <a:ea typeface="Ping AR + LT Light" panose="00000400000000000000" pitchFamily="50" charset="-78"/>
                        <a:cs typeface="Neo Sans Arabic Medium" panose="020B0704030504040204" pitchFamily="34" charset="-78"/>
                      </a:endParaRPr>
                    </a:p>
                  </a:txBody>
                  <a:tcPr anchor="ctr">
                    <a:lnL w="12700" cmpd="sng">
                      <a:solidFill>
                        <a:srgbClr val="FFFFFF"/>
                      </a:solidFill>
                    </a:lnL>
                    <a:lnR w="12700" cmpd="sng">
                      <a:solidFill>
                        <a:srgbClr val="FFFFFF"/>
                      </a:solidFill>
                    </a:lnR>
                    <a:lnT w="12700" cmpd="sng">
                      <a:solidFill>
                        <a:srgbClr val="FFFFFF"/>
                      </a:solidFill>
                    </a:lnT>
                    <a:lnB w="38100" cmpd="sng">
                      <a:solidFill>
                        <a:srgbClr val="FFFFFF"/>
                      </a:solidFill>
                    </a:lnB>
                    <a:lnTlToBr w="12700" cmpd="sng">
                      <a:noFill/>
                      <a:prstDash val="solid"/>
                    </a:lnTlToBr>
                    <a:lnBlToTr w="12700" cmpd="sng">
                      <a:noFill/>
                      <a:prstDash val="solid"/>
                    </a:lnBlToTr>
                    <a:solidFill>
                      <a:srgbClr val="2FBFC0"/>
                    </a:solidFill>
                  </a:tcPr>
                </a:tc>
                <a:tc>
                  <a:txBody>
                    <a:bodyPr/>
                    <a:lstStyle>
                      <a:lvl1pPr marL="0" algn="r" defTabSz="914400" rtl="1" eaLnBrk="1" latinLnBrk="0" hangingPunct="1">
                        <a:defRPr sz="1800" b="1" kern="1200">
                          <a:solidFill>
                            <a:schemeClr val="lt1"/>
                          </a:solidFill>
                          <a:latin typeface="Arial"/>
                        </a:defRPr>
                      </a:lvl1pPr>
                      <a:lvl2pPr marL="457200" algn="r" defTabSz="914400" rtl="1" eaLnBrk="1" latinLnBrk="0" hangingPunct="1">
                        <a:defRPr sz="1800" b="1" kern="1200">
                          <a:solidFill>
                            <a:schemeClr val="lt1"/>
                          </a:solidFill>
                          <a:latin typeface="Arial"/>
                        </a:defRPr>
                      </a:lvl2pPr>
                      <a:lvl3pPr marL="914400" algn="r" defTabSz="914400" rtl="1" eaLnBrk="1" latinLnBrk="0" hangingPunct="1">
                        <a:defRPr sz="1800" b="1" kern="1200">
                          <a:solidFill>
                            <a:schemeClr val="lt1"/>
                          </a:solidFill>
                          <a:latin typeface="Arial"/>
                        </a:defRPr>
                      </a:lvl3pPr>
                      <a:lvl4pPr marL="1371600" algn="r" defTabSz="914400" rtl="1" eaLnBrk="1" latinLnBrk="0" hangingPunct="1">
                        <a:defRPr sz="1800" b="1" kern="1200">
                          <a:solidFill>
                            <a:schemeClr val="lt1"/>
                          </a:solidFill>
                          <a:latin typeface="Arial"/>
                        </a:defRPr>
                      </a:lvl4pPr>
                      <a:lvl5pPr marL="1828800" algn="r" defTabSz="914400" rtl="1" eaLnBrk="1" latinLnBrk="0" hangingPunct="1">
                        <a:defRPr sz="1800" b="1" kern="1200">
                          <a:solidFill>
                            <a:schemeClr val="lt1"/>
                          </a:solidFill>
                          <a:latin typeface="Arial"/>
                        </a:defRPr>
                      </a:lvl5pPr>
                      <a:lvl6pPr marL="2286000" algn="r" defTabSz="914400" rtl="1" eaLnBrk="1" latinLnBrk="0" hangingPunct="1">
                        <a:defRPr sz="1800" b="1" kern="1200">
                          <a:solidFill>
                            <a:schemeClr val="lt1"/>
                          </a:solidFill>
                          <a:latin typeface="Arial"/>
                        </a:defRPr>
                      </a:lvl6pPr>
                      <a:lvl7pPr marL="2743200" algn="r" defTabSz="914400" rtl="1" eaLnBrk="1" latinLnBrk="0" hangingPunct="1">
                        <a:defRPr sz="1800" b="1" kern="1200">
                          <a:solidFill>
                            <a:schemeClr val="lt1"/>
                          </a:solidFill>
                          <a:latin typeface="Arial"/>
                        </a:defRPr>
                      </a:lvl7pPr>
                      <a:lvl8pPr marL="3200400" algn="r" defTabSz="914400" rtl="1" eaLnBrk="1" latinLnBrk="0" hangingPunct="1">
                        <a:defRPr sz="1800" b="1" kern="1200">
                          <a:solidFill>
                            <a:schemeClr val="lt1"/>
                          </a:solidFill>
                          <a:latin typeface="Arial"/>
                        </a:defRPr>
                      </a:lvl8pPr>
                      <a:lvl9pPr marL="3657600" algn="r" defTabSz="914400" rtl="1" eaLnBrk="1" latinLnBrk="0" hangingPunct="1">
                        <a:defRPr sz="1800" b="1" kern="1200">
                          <a:solidFill>
                            <a:schemeClr val="lt1"/>
                          </a:solidFill>
                          <a:latin typeface="Arial"/>
                        </a:defRPr>
                      </a:lvl9pPr>
                    </a:lstStyle>
                    <a:p>
                      <a:pPr algn="ctr"/>
                      <a:r>
                        <a:rPr lang="ar-SA" dirty="0">
                          <a:latin typeface="Neo Sans Arabic Medium" panose="020B0704030504040204" pitchFamily="34" charset="-78"/>
                          <a:cs typeface="Neo Sans Arabic Medium" panose="020B0704030504040204" pitchFamily="34" charset="-78"/>
                        </a:rPr>
                        <a:t>3</a:t>
                      </a:r>
                      <a:endParaRPr lang="en-US" dirty="0">
                        <a:latin typeface="Neo Sans Arabic Medium" panose="020B0704030504040204" pitchFamily="34" charset="-78"/>
                        <a:cs typeface="Neo Sans Arabic Medium" panose="020B0704030504040204" pitchFamily="34" charset="-78"/>
                      </a:endParaRPr>
                    </a:p>
                  </a:txBody>
                  <a:tcPr anchor="ctr">
                    <a:lnL w="12700" cmpd="sng">
                      <a:solidFill>
                        <a:srgbClr val="FFFFFF"/>
                      </a:solidFill>
                    </a:lnL>
                    <a:lnR w="12700" cmpd="sng">
                      <a:solidFill>
                        <a:srgbClr val="FFFFFF"/>
                      </a:solidFill>
                    </a:lnR>
                    <a:lnT w="12700" cmpd="sng">
                      <a:solidFill>
                        <a:srgbClr val="FFFFFF"/>
                      </a:solidFill>
                    </a:lnT>
                    <a:lnB w="38100" cmpd="sng">
                      <a:solidFill>
                        <a:srgbClr val="FFFFFF"/>
                      </a:solidFill>
                    </a:lnB>
                    <a:lnTlToBr w="12700" cmpd="sng">
                      <a:noFill/>
                      <a:prstDash val="solid"/>
                    </a:lnTlToBr>
                    <a:lnBlToTr w="12700" cmpd="sng">
                      <a:noFill/>
                      <a:prstDash val="solid"/>
                    </a:lnBlToTr>
                    <a:solidFill>
                      <a:srgbClr val="104C5A"/>
                    </a:solidFill>
                  </a:tcPr>
                </a:tc>
                <a:tc>
                  <a:txBody>
                    <a:bodyPr/>
                    <a:lstStyle>
                      <a:lvl1pPr marL="0" algn="r" defTabSz="914400" rtl="1" eaLnBrk="1" latinLnBrk="0" hangingPunct="1">
                        <a:defRPr sz="1800" b="1" kern="1200">
                          <a:solidFill>
                            <a:schemeClr val="lt1"/>
                          </a:solidFill>
                          <a:latin typeface="Arial"/>
                        </a:defRPr>
                      </a:lvl1pPr>
                      <a:lvl2pPr marL="457200" algn="r" defTabSz="914400" rtl="1" eaLnBrk="1" latinLnBrk="0" hangingPunct="1">
                        <a:defRPr sz="1800" b="1" kern="1200">
                          <a:solidFill>
                            <a:schemeClr val="lt1"/>
                          </a:solidFill>
                          <a:latin typeface="Arial"/>
                        </a:defRPr>
                      </a:lvl2pPr>
                      <a:lvl3pPr marL="914400" algn="r" defTabSz="914400" rtl="1" eaLnBrk="1" latinLnBrk="0" hangingPunct="1">
                        <a:defRPr sz="1800" b="1" kern="1200">
                          <a:solidFill>
                            <a:schemeClr val="lt1"/>
                          </a:solidFill>
                          <a:latin typeface="Arial"/>
                        </a:defRPr>
                      </a:lvl3pPr>
                      <a:lvl4pPr marL="1371600" algn="r" defTabSz="914400" rtl="1" eaLnBrk="1" latinLnBrk="0" hangingPunct="1">
                        <a:defRPr sz="1800" b="1" kern="1200">
                          <a:solidFill>
                            <a:schemeClr val="lt1"/>
                          </a:solidFill>
                          <a:latin typeface="Arial"/>
                        </a:defRPr>
                      </a:lvl4pPr>
                      <a:lvl5pPr marL="1828800" algn="r" defTabSz="914400" rtl="1" eaLnBrk="1" latinLnBrk="0" hangingPunct="1">
                        <a:defRPr sz="1800" b="1" kern="1200">
                          <a:solidFill>
                            <a:schemeClr val="lt1"/>
                          </a:solidFill>
                          <a:latin typeface="Arial"/>
                        </a:defRPr>
                      </a:lvl5pPr>
                      <a:lvl6pPr marL="2286000" algn="r" defTabSz="914400" rtl="1" eaLnBrk="1" latinLnBrk="0" hangingPunct="1">
                        <a:defRPr sz="1800" b="1" kern="1200">
                          <a:solidFill>
                            <a:schemeClr val="lt1"/>
                          </a:solidFill>
                          <a:latin typeface="Arial"/>
                        </a:defRPr>
                      </a:lvl6pPr>
                      <a:lvl7pPr marL="2743200" algn="r" defTabSz="914400" rtl="1" eaLnBrk="1" latinLnBrk="0" hangingPunct="1">
                        <a:defRPr sz="1800" b="1" kern="1200">
                          <a:solidFill>
                            <a:schemeClr val="lt1"/>
                          </a:solidFill>
                          <a:latin typeface="Arial"/>
                        </a:defRPr>
                      </a:lvl7pPr>
                      <a:lvl8pPr marL="3200400" algn="r" defTabSz="914400" rtl="1" eaLnBrk="1" latinLnBrk="0" hangingPunct="1">
                        <a:defRPr sz="1800" b="1" kern="1200">
                          <a:solidFill>
                            <a:schemeClr val="lt1"/>
                          </a:solidFill>
                          <a:latin typeface="Arial"/>
                        </a:defRPr>
                      </a:lvl8pPr>
                      <a:lvl9pPr marL="3657600" algn="r" defTabSz="914400" rtl="1" eaLnBrk="1" latinLnBrk="0" hangingPunct="1">
                        <a:defRPr sz="1800" b="1" kern="1200">
                          <a:solidFill>
                            <a:schemeClr val="lt1"/>
                          </a:solidFill>
                          <a:latin typeface="Arial"/>
                        </a:defRPr>
                      </a:lvl9pPr>
                    </a:lstStyle>
                    <a:p>
                      <a:pPr algn="ctr"/>
                      <a:r>
                        <a:rPr lang="ar-SA" sz="1200" b="0" dirty="0">
                          <a:solidFill>
                            <a:schemeClr val="tx1"/>
                          </a:solidFill>
                          <a:latin typeface="Neo Sans Arabic Medium" panose="020B0704030504040204" pitchFamily="34" charset="-78"/>
                          <a:ea typeface="Ping AR + LT Light" panose="00000400000000000000" pitchFamily="50" charset="-78"/>
                          <a:cs typeface="Neo Sans Arabic Medium" panose="020B0704030504040204" pitchFamily="34" charset="-78"/>
                        </a:rPr>
                        <a:t>إشراكهم بشكل كاف والحفاظ على اهتمامهم</a:t>
                      </a:r>
                    </a:p>
                  </a:txBody>
                  <a:tcPr anchor="ctr">
                    <a:lnL w="12700" cmpd="sng">
                      <a:solidFill>
                        <a:srgbClr val="FFFFFF"/>
                      </a:solidFill>
                    </a:lnL>
                    <a:lnR w="12700" cmpd="sng">
                      <a:solidFill>
                        <a:srgbClr val="FFFFFF"/>
                      </a:solidFill>
                    </a:lnR>
                    <a:lnT w="12700" cmpd="sng">
                      <a:solidFill>
                        <a:srgbClr val="FFFFFF"/>
                      </a:solidFill>
                    </a:lnT>
                    <a:lnB w="38100" cmpd="sng">
                      <a:solidFill>
                        <a:srgbClr val="FFFFFF"/>
                      </a:solidFill>
                    </a:lnB>
                    <a:lnTlToBr w="12700" cmpd="sng">
                      <a:noFill/>
                      <a:prstDash val="solid"/>
                    </a:lnTlToBr>
                    <a:lnBlToTr w="12700" cmpd="sng">
                      <a:noFill/>
                      <a:prstDash val="solid"/>
                    </a:lnBlToTr>
                    <a:solidFill>
                      <a:srgbClr val="96CC42"/>
                    </a:solidFill>
                  </a:tcPr>
                </a:tc>
                <a:tc>
                  <a:txBody>
                    <a:bodyPr/>
                    <a:lstStyle>
                      <a:lvl1pPr marL="0" algn="r" defTabSz="914400" rtl="1" eaLnBrk="1" latinLnBrk="0" hangingPunct="1">
                        <a:defRPr sz="1800" b="1" kern="1200">
                          <a:solidFill>
                            <a:schemeClr val="lt1"/>
                          </a:solidFill>
                          <a:latin typeface="Arial"/>
                        </a:defRPr>
                      </a:lvl1pPr>
                      <a:lvl2pPr marL="457200" algn="r" defTabSz="914400" rtl="1" eaLnBrk="1" latinLnBrk="0" hangingPunct="1">
                        <a:defRPr sz="1800" b="1" kern="1200">
                          <a:solidFill>
                            <a:schemeClr val="lt1"/>
                          </a:solidFill>
                          <a:latin typeface="Arial"/>
                        </a:defRPr>
                      </a:lvl2pPr>
                      <a:lvl3pPr marL="914400" algn="r" defTabSz="914400" rtl="1" eaLnBrk="1" latinLnBrk="0" hangingPunct="1">
                        <a:defRPr sz="1800" b="1" kern="1200">
                          <a:solidFill>
                            <a:schemeClr val="lt1"/>
                          </a:solidFill>
                          <a:latin typeface="Arial"/>
                        </a:defRPr>
                      </a:lvl3pPr>
                      <a:lvl4pPr marL="1371600" algn="r" defTabSz="914400" rtl="1" eaLnBrk="1" latinLnBrk="0" hangingPunct="1">
                        <a:defRPr sz="1800" b="1" kern="1200">
                          <a:solidFill>
                            <a:schemeClr val="lt1"/>
                          </a:solidFill>
                          <a:latin typeface="Arial"/>
                        </a:defRPr>
                      </a:lvl4pPr>
                      <a:lvl5pPr marL="1828800" algn="r" defTabSz="914400" rtl="1" eaLnBrk="1" latinLnBrk="0" hangingPunct="1">
                        <a:defRPr sz="1800" b="1" kern="1200">
                          <a:solidFill>
                            <a:schemeClr val="lt1"/>
                          </a:solidFill>
                          <a:latin typeface="Arial"/>
                        </a:defRPr>
                      </a:lvl5pPr>
                      <a:lvl6pPr marL="2286000" algn="r" defTabSz="914400" rtl="1" eaLnBrk="1" latinLnBrk="0" hangingPunct="1">
                        <a:defRPr sz="1800" b="1" kern="1200">
                          <a:solidFill>
                            <a:schemeClr val="lt1"/>
                          </a:solidFill>
                          <a:latin typeface="Arial"/>
                        </a:defRPr>
                      </a:lvl6pPr>
                      <a:lvl7pPr marL="2743200" algn="r" defTabSz="914400" rtl="1" eaLnBrk="1" latinLnBrk="0" hangingPunct="1">
                        <a:defRPr sz="1800" b="1" kern="1200">
                          <a:solidFill>
                            <a:schemeClr val="lt1"/>
                          </a:solidFill>
                          <a:latin typeface="Arial"/>
                        </a:defRPr>
                      </a:lvl7pPr>
                      <a:lvl8pPr marL="3200400" algn="r" defTabSz="914400" rtl="1" eaLnBrk="1" latinLnBrk="0" hangingPunct="1">
                        <a:defRPr sz="1800" b="1" kern="1200">
                          <a:solidFill>
                            <a:schemeClr val="lt1"/>
                          </a:solidFill>
                          <a:latin typeface="Arial"/>
                        </a:defRPr>
                      </a:lvl8pPr>
                      <a:lvl9pPr marL="3657600" algn="r" defTabSz="914400" rtl="1" eaLnBrk="1" latinLnBrk="0" hangingPunct="1">
                        <a:defRPr sz="1800" b="1" kern="1200">
                          <a:solidFill>
                            <a:schemeClr val="lt1"/>
                          </a:solidFill>
                          <a:latin typeface="Arial"/>
                        </a:defRPr>
                      </a:lvl9pPr>
                    </a:lstStyle>
                    <a:p>
                      <a:pPr algn="ctr"/>
                      <a:r>
                        <a:rPr lang="ar-SA" dirty="0">
                          <a:latin typeface="Neo Sans Arabic Medium" panose="020B0704030504040204" pitchFamily="34" charset="-78"/>
                          <a:cs typeface="Neo Sans Arabic Medium" panose="020B0704030504040204" pitchFamily="34" charset="-78"/>
                        </a:rPr>
                        <a:t>2</a:t>
                      </a:r>
                      <a:endParaRPr lang="en-US" dirty="0">
                        <a:latin typeface="Neo Sans Arabic Medium" panose="020B0704030504040204" pitchFamily="34" charset="-78"/>
                        <a:cs typeface="Neo Sans Arabic Medium" panose="020B0704030504040204" pitchFamily="34" charset="-78"/>
                      </a:endParaRPr>
                    </a:p>
                  </a:txBody>
                  <a:tcPr anchor="ctr">
                    <a:lnL w="12700" cmpd="sng">
                      <a:solidFill>
                        <a:srgbClr val="FFFFFF"/>
                      </a:solidFill>
                    </a:lnL>
                    <a:lnR w="12700" cmpd="sng">
                      <a:solidFill>
                        <a:srgbClr val="FFFFFF"/>
                      </a:solidFill>
                    </a:lnR>
                    <a:lnT w="12700" cmpd="sng">
                      <a:solidFill>
                        <a:srgbClr val="FFFFFF"/>
                      </a:solidFill>
                    </a:lnT>
                    <a:lnB w="38100" cmpd="sng">
                      <a:solidFill>
                        <a:srgbClr val="FFFFFF"/>
                      </a:solidFill>
                    </a:lnB>
                    <a:lnTlToBr w="12700" cmpd="sng">
                      <a:noFill/>
                      <a:prstDash val="solid"/>
                    </a:lnTlToBr>
                    <a:lnBlToTr w="12700" cmpd="sng">
                      <a:noFill/>
                      <a:prstDash val="solid"/>
                    </a:lnBlToTr>
                    <a:solidFill>
                      <a:srgbClr val="104C5A"/>
                    </a:solidFill>
                  </a:tcPr>
                </a:tc>
                <a:tc>
                  <a:txBody>
                    <a:bodyPr/>
                    <a:lstStyle>
                      <a:lvl1pPr marL="0" algn="r" defTabSz="914400" rtl="1" eaLnBrk="1" latinLnBrk="0" hangingPunct="1">
                        <a:defRPr sz="1800" b="1" kern="1200">
                          <a:solidFill>
                            <a:schemeClr val="lt1"/>
                          </a:solidFill>
                          <a:latin typeface="Arial"/>
                        </a:defRPr>
                      </a:lvl1pPr>
                      <a:lvl2pPr marL="457200" algn="r" defTabSz="914400" rtl="1" eaLnBrk="1" latinLnBrk="0" hangingPunct="1">
                        <a:defRPr sz="1800" b="1" kern="1200">
                          <a:solidFill>
                            <a:schemeClr val="lt1"/>
                          </a:solidFill>
                          <a:latin typeface="Arial"/>
                        </a:defRPr>
                      </a:lvl2pPr>
                      <a:lvl3pPr marL="914400" algn="r" defTabSz="914400" rtl="1" eaLnBrk="1" latinLnBrk="0" hangingPunct="1">
                        <a:defRPr sz="1800" b="1" kern="1200">
                          <a:solidFill>
                            <a:schemeClr val="lt1"/>
                          </a:solidFill>
                          <a:latin typeface="Arial"/>
                        </a:defRPr>
                      </a:lvl3pPr>
                      <a:lvl4pPr marL="1371600" algn="r" defTabSz="914400" rtl="1" eaLnBrk="1" latinLnBrk="0" hangingPunct="1">
                        <a:defRPr sz="1800" b="1" kern="1200">
                          <a:solidFill>
                            <a:schemeClr val="lt1"/>
                          </a:solidFill>
                          <a:latin typeface="Arial"/>
                        </a:defRPr>
                      </a:lvl4pPr>
                      <a:lvl5pPr marL="1828800" algn="r" defTabSz="914400" rtl="1" eaLnBrk="1" latinLnBrk="0" hangingPunct="1">
                        <a:defRPr sz="1800" b="1" kern="1200">
                          <a:solidFill>
                            <a:schemeClr val="lt1"/>
                          </a:solidFill>
                          <a:latin typeface="Arial"/>
                        </a:defRPr>
                      </a:lvl5pPr>
                      <a:lvl6pPr marL="2286000" algn="r" defTabSz="914400" rtl="1" eaLnBrk="1" latinLnBrk="0" hangingPunct="1">
                        <a:defRPr sz="1800" b="1" kern="1200">
                          <a:solidFill>
                            <a:schemeClr val="lt1"/>
                          </a:solidFill>
                          <a:latin typeface="Arial"/>
                        </a:defRPr>
                      </a:lvl6pPr>
                      <a:lvl7pPr marL="2743200" algn="r" defTabSz="914400" rtl="1" eaLnBrk="1" latinLnBrk="0" hangingPunct="1">
                        <a:defRPr sz="1800" b="1" kern="1200">
                          <a:solidFill>
                            <a:schemeClr val="lt1"/>
                          </a:solidFill>
                          <a:latin typeface="Arial"/>
                        </a:defRPr>
                      </a:lvl7pPr>
                      <a:lvl8pPr marL="3200400" algn="r" defTabSz="914400" rtl="1" eaLnBrk="1" latinLnBrk="0" hangingPunct="1">
                        <a:defRPr sz="1800" b="1" kern="1200">
                          <a:solidFill>
                            <a:schemeClr val="lt1"/>
                          </a:solidFill>
                          <a:latin typeface="Arial"/>
                        </a:defRPr>
                      </a:lvl8pPr>
                      <a:lvl9pPr marL="3657600" algn="r" defTabSz="914400" rtl="1" eaLnBrk="1" latinLnBrk="0" hangingPunct="1">
                        <a:defRPr sz="1800" b="1" kern="1200">
                          <a:solidFill>
                            <a:schemeClr val="lt1"/>
                          </a:solidFill>
                          <a:latin typeface="Arial"/>
                        </a:defRPr>
                      </a:lvl9pPr>
                    </a:lstStyle>
                    <a:p>
                      <a:pPr algn="justLow" rtl="1"/>
                      <a:r>
                        <a:rPr lang="ar-SA" sz="1200" b="0" dirty="0">
                          <a:solidFill>
                            <a:schemeClr val="tx1"/>
                          </a:solidFill>
                          <a:latin typeface="Neo Sans Arabic Medium" panose="020B0704030504040204" pitchFamily="34" charset="-78"/>
                          <a:ea typeface="Ping AR + LT Light" panose="00000400000000000000" pitchFamily="50" charset="-78"/>
                          <a:cs typeface="Neo Sans Arabic Medium" panose="020B0704030504040204" pitchFamily="34" charset="-78"/>
                        </a:rPr>
                        <a:t>يجب إعطائهم أولوية قصوى في الإدارة والتواصل</a:t>
                      </a:r>
                    </a:p>
                  </a:txBody>
                  <a:tcPr anchor="ctr">
                    <a:lnL w="12700" cmpd="sng">
                      <a:solidFill>
                        <a:srgbClr val="FFFFFF"/>
                      </a:solidFill>
                    </a:lnL>
                    <a:lnR w="12700" cmpd="sng">
                      <a:solidFill>
                        <a:srgbClr val="FFFFFF"/>
                      </a:solidFill>
                    </a:lnR>
                    <a:lnT w="12700" cmpd="sng">
                      <a:solidFill>
                        <a:srgbClr val="FFFFFF"/>
                      </a:solidFill>
                    </a:lnT>
                    <a:lnB w="38100" cmpd="sng">
                      <a:solidFill>
                        <a:srgbClr val="FFFFFF"/>
                      </a:solidFill>
                    </a:lnB>
                    <a:lnTlToBr w="12700" cmpd="sng">
                      <a:noFill/>
                      <a:prstDash val="solid"/>
                    </a:lnTlToBr>
                    <a:lnBlToTr w="12700" cmpd="sng">
                      <a:noFill/>
                      <a:prstDash val="solid"/>
                    </a:lnBlToTr>
                    <a:solidFill>
                      <a:srgbClr val="2FBFC0"/>
                    </a:solidFill>
                  </a:tcPr>
                </a:tc>
                <a:tc>
                  <a:txBody>
                    <a:bodyPr/>
                    <a:lstStyle>
                      <a:lvl1pPr marL="0" algn="r" defTabSz="914400" rtl="1" eaLnBrk="1" latinLnBrk="0" hangingPunct="1">
                        <a:defRPr sz="1800" b="1" kern="1200">
                          <a:solidFill>
                            <a:schemeClr val="lt1"/>
                          </a:solidFill>
                          <a:latin typeface="Arial"/>
                        </a:defRPr>
                      </a:lvl1pPr>
                      <a:lvl2pPr marL="457200" algn="r" defTabSz="914400" rtl="1" eaLnBrk="1" latinLnBrk="0" hangingPunct="1">
                        <a:defRPr sz="1800" b="1" kern="1200">
                          <a:solidFill>
                            <a:schemeClr val="lt1"/>
                          </a:solidFill>
                          <a:latin typeface="Arial"/>
                        </a:defRPr>
                      </a:lvl2pPr>
                      <a:lvl3pPr marL="914400" algn="r" defTabSz="914400" rtl="1" eaLnBrk="1" latinLnBrk="0" hangingPunct="1">
                        <a:defRPr sz="1800" b="1" kern="1200">
                          <a:solidFill>
                            <a:schemeClr val="lt1"/>
                          </a:solidFill>
                          <a:latin typeface="Arial"/>
                        </a:defRPr>
                      </a:lvl3pPr>
                      <a:lvl4pPr marL="1371600" algn="r" defTabSz="914400" rtl="1" eaLnBrk="1" latinLnBrk="0" hangingPunct="1">
                        <a:defRPr sz="1800" b="1" kern="1200">
                          <a:solidFill>
                            <a:schemeClr val="lt1"/>
                          </a:solidFill>
                          <a:latin typeface="Arial"/>
                        </a:defRPr>
                      </a:lvl4pPr>
                      <a:lvl5pPr marL="1828800" algn="r" defTabSz="914400" rtl="1" eaLnBrk="1" latinLnBrk="0" hangingPunct="1">
                        <a:defRPr sz="1800" b="1" kern="1200">
                          <a:solidFill>
                            <a:schemeClr val="lt1"/>
                          </a:solidFill>
                          <a:latin typeface="Arial"/>
                        </a:defRPr>
                      </a:lvl5pPr>
                      <a:lvl6pPr marL="2286000" algn="r" defTabSz="914400" rtl="1" eaLnBrk="1" latinLnBrk="0" hangingPunct="1">
                        <a:defRPr sz="1800" b="1" kern="1200">
                          <a:solidFill>
                            <a:schemeClr val="lt1"/>
                          </a:solidFill>
                          <a:latin typeface="Arial"/>
                        </a:defRPr>
                      </a:lvl6pPr>
                      <a:lvl7pPr marL="2743200" algn="r" defTabSz="914400" rtl="1" eaLnBrk="1" latinLnBrk="0" hangingPunct="1">
                        <a:defRPr sz="1800" b="1" kern="1200">
                          <a:solidFill>
                            <a:schemeClr val="lt1"/>
                          </a:solidFill>
                          <a:latin typeface="Arial"/>
                        </a:defRPr>
                      </a:lvl7pPr>
                      <a:lvl8pPr marL="3200400" algn="r" defTabSz="914400" rtl="1" eaLnBrk="1" latinLnBrk="0" hangingPunct="1">
                        <a:defRPr sz="1800" b="1" kern="1200">
                          <a:solidFill>
                            <a:schemeClr val="lt1"/>
                          </a:solidFill>
                          <a:latin typeface="Arial"/>
                        </a:defRPr>
                      </a:lvl8pPr>
                      <a:lvl9pPr marL="3657600" algn="r" defTabSz="914400" rtl="1" eaLnBrk="1" latinLnBrk="0" hangingPunct="1">
                        <a:defRPr sz="1800" b="1" kern="1200">
                          <a:solidFill>
                            <a:schemeClr val="lt1"/>
                          </a:solidFill>
                          <a:latin typeface="Arial"/>
                        </a:defRPr>
                      </a:lvl9pPr>
                    </a:lstStyle>
                    <a:p>
                      <a:pPr algn="ctr"/>
                      <a:r>
                        <a:rPr lang="ar-SA" dirty="0">
                          <a:latin typeface="Neo Sans Arabic Medium" panose="020B0704030504040204" pitchFamily="34" charset="-78"/>
                          <a:cs typeface="Neo Sans Arabic Medium" panose="020B0704030504040204" pitchFamily="34" charset="-78"/>
                        </a:rPr>
                        <a:t>1</a:t>
                      </a:r>
                      <a:endParaRPr lang="en-US" dirty="0">
                        <a:latin typeface="Neo Sans Arabic Medium" panose="020B0704030504040204" pitchFamily="34" charset="-78"/>
                        <a:cs typeface="Neo Sans Arabic Medium" panose="020B0704030504040204" pitchFamily="34" charset="-78"/>
                      </a:endParaRPr>
                    </a:p>
                  </a:txBody>
                  <a:tcPr anchor="ctr">
                    <a:lnL w="12700" cmpd="sng">
                      <a:solidFill>
                        <a:srgbClr val="FFFFFF"/>
                      </a:solidFill>
                    </a:lnL>
                    <a:lnR w="12700" cmpd="sng">
                      <a:solidFill>
                        <a:srgbClr val="FFFFFF"/>
                      </a:solidFill>
                    </a:lnR>
                    <a:lnT w="12700" cmpd="sng">
                      <a:solidFill>
                        <a:srgbClr val="FFFFFF"/>
                      </a:solidFill>
                    </a:lnT>
                    <a:lnB w="38100" cmpd="sng">
                      <a:solidFill>
                        <a:srgbClr val="FFFFFF"/>
                      </a:solidFill>
                    </a:lnB>
                    <a:lnTlToBr w="12700" cmpd="sng">
                      <a:noFill/>
                      <a:prstDash val="solid"/>
                    </a:lnTlToBr>
                    <a:lnBlToTr w="12700" cmpd="sng">
                      <a:noFill/>
                      <a:prstDash val="solid"/>
                    </a:lnBlToTr>
                    <a:solidFill>
                      <a:srgbClr val="104C5A"/>
                    </a:solidFill>
                  </a:tcPr>
                </a:tc>
                <a:extLst>
                  <a:ext uri="{0D108BD9-81ED-4DB2-BD59-A6C34878D82A}">
                    <a16:rowId xmlns:a16="http://schemas.microsoft.com/office/drawing/2014/main" val="846852625"/>
                  </a:ext>
                </a:extLst>
              </a:tr>
            </a:tbl>
          </a:graphicData>
        </a:graphic>
      </p:graphicFrame>
      <p:sp>
        <p:nvSpPr>
          <p:cNvPr id="4" name="مربع نص 3">
            <a:extLst>
              <a:ext uri="{FF2B5EF4-FFF2-40B4-BE49-F238E27FC236}">
                <a16:creationId xmlns:a16="http://schemas.microsoft.com/office/drawing/2014/main" id="{A2D5B29F-14F6-406D-B2A1-9348562F2097}"/>
              </a:ext>
            </a:extLst>
          </p:cNvPr>
          <p:cNvSpPr txBox="1"/>
          <p:nvPr/>
        </p:nvSpPr>
        <p:spPr>
          <a:xfrm flipH="1">
            <a:off x="6332287" y="1718464"/>
            <a:ext cx="3453962" cy="1415772"/>
          </a:xfrm>
          <a:prstGeom prst="rect">
            <a:avLst/>
          </a:prstGeom>
          <a:noFill/>
        </p:spPr>
        <p:txBody>
          <a:bodyPr wrap="square" rtlCol="1">
            <a:spAutoFit/>
          </a:bodyPr>
          <a:lstStyle/>
          <a:p>
            <a:r>
              <a:rPr lang="ar-SA" sz="1400" u="sng" dirty="0"/>
              <a:t>تأثير عالي اهتمام عالي </a:t>
            </a:r>
          </a:p>
          <a:p>
            <a:pPr marL="342900" indent="-342900">
              <a:buFont typeface="+mj-lt"/>
              <a:buAutoNum type="arabicPeriod"/>
            </a:pPr>
            <a:r>
              <a:rPr lang="ar-SA" sz="1200" dirty="0"/>
              <a:t>منصة مدد (شريك رئيسي في التنفيذ</a:t>
            </a:r>
          </a:p>
          <a:p>
            <a:pPr marL="342900" indent="-342900">
              <a:buFont typeface="+mj-lt"/>
              <a:buAutoNum type="arabicPeriod"/>
            </a:pPr>
            <a:r>
              <a:rPr lang="ar-SA" sz="1200" dirty="0"/>
              <a:t>عمليات التمكين </a:t>
            </a:r>
          </a:p>
          <a:p>
            <a:pPr marL="342900" indent="-342900">
              <a:buFont typeface="+mj-lt"/>
              <a:buAutoNum type="arabicPeriod"/>
            </a:pPr>
            <a:r>
              <a:rPr lang="ar-SA" sz="1200" dirty="0"/>
              <a:t>الفريق التنفيذي للمبادرة</a:t>
            </a:r>
          </a:p>
          <a:p>
            <a:pPr marL="342900" indent="-342900">
              <a:buFont typeface="+mj-lt"/>
              <a:buAutoNum type="arabicPeriod"/>
            </a:pPr>
            <a:r>
              <a:rPr lang="ar-SA" sz="1200" dirty="0"/>
              <a:t>منسقين المناطق </a:t>
            </a:r>
          </a:p>
          <a:p>
            <a:pPr marL="342900" indent="-342900">
              <a:buFont typeface="+mj-lt"/>
              <a:buAutoNum type="arabicPeriod"/>
            </a:pPr>
            <a:r>
              <a:rPr lang="ar-SA" sz="1200" dirty="0"/>
              <a:t>إدارة المشاريع </a:t>
            </a:r>
          </a:p>
          <a:p>
            <a:r>
              <a:rPr lang="ar-SA" sz="1200" dirty="0"/>
              <a:t>المهام : اجتماعات دورية – تقارير أسبوعية – مشاركة اتخاذ</a:t>
            </a:r>
          </a:p>
        </p:txBody>
      </p:sp>
      <p:sp>
        <p:nvSpPr>
          <p:cNvPr id="8" name="مربع نص 7">
            <a:extLst>
              <a:ext uri="{FF2B5EF4-FFF2-40B4-BE49-F238E27FC236}">
                <a16:creationId xmlns:a16="http://schemas.microsoft.com/office/drawing/2014/main" id="{519F5F72-0E52-4A5D-B740-3D02073919FA}"/>
              </a:ext>
            </a:extLst>
          </p:cNvPr>
          <p:cNvSpPr txBox="1"/>
          <p:nvPr/>
        </p:nvSpPr>
        <p:spPr>
          <a:xfrm flipH="1">
            <a:off x="7356565" y="3278891"/>
            <a:ext cx="2724933" cy="1846659"/>
          </a:xfrm>
          <a:prstGeom prst="rect">
            <a:avLst/>
          </a:prstGeom>
          <a:noFill/>
        </p:spPr>
        <p:txBody>
          <a:bodyPr wrap="square" rtlCol="1">
            <a:spAutoFit/>
          </a:bodyPr>
          <a:lstStyle/>
          <a:p>
            <a:pPr>
              <a:lnSpc>
                <a:spcPct val="150000"/>
              </a:lnSpc>
            </a:pPr>
            <a:r>
              <a:rPr lang="ar-SA" sz="1200" b="1" u="sng" dirty="0"/>
              <a:t>تأثير عالي اهتمام منخفض</a:t>
            </a:r>
          </a:p>
          <a:p>
            <a:pPr>
              <a:lnSpc>
                <a:spcPct val="150000"/>
              </a:lnSpc>
            </a:pPr>
            <a:r>
              <a:rPr lang="ar-SA" sz="1200" dirty="0"/>
              <a:t>الجهات الحكومية (وزارة الموارد البشرية – المركز الوطني)</a:t>
            </a:r>
          </a:p>
          <a:p>
            <a:pPr>
              <a:lnSpc>
                <a:spcPct val="150000"/>
              </a:lnSpc>
            </a:pPr>
            <a:r>
              <a:rPr lang="ar-SA" sz="1200" b="1" u="sng" dirty="0"/>
              <a:t>الية العمل:</a:t>
            </a:r>
            <a:r>
              <a:rPr lang="ar-SA" sz="1200" dirty="0"/>
              <a:t> تقارير موجزة </a:t>
            </a:r>
            <a:endParaRPr lang="ar-SA" sz="1200" b="1" u="sng" dirty="0"/>
          </a:p>
          <a:p>
            <a:pPr>
              <a:lnSpc>
                <a:spcPct val="150000"/>
              </a:lnSpc>
            </a:pPr>
            <a:endParaRPr lang="ar-SA" sz="1200" dirty="0"/>
          </a:p>
          <a:p>
            <a:endParaRPr lang="ar-SA" sz="1200" dirty="0"/>
          </a:p>
          <a:p>
            <a:endParaRPr lang="ar-SA" sz="1200" dirty="0"/>
          </a:p>
        </p:txBody>
      </p:sp>
      <p:sp>
        <p:nvSpPr>
          <p:cNvPr id="10" name="مربع نص 9">
            <a:extLst>
              <a:ext uri="{FF2B5EF4-FFF2-40B4-BE49-F238E27FC236}">
                <a16:creationId xmlns:a16="http://schemas.microsoft.com/office/drawing/2014/main" id="{B1EB8284-8C33-4563-B26C-972A445E5DFE}"/>
              </a:ext>
            </a:extLst>
          </p:cNvPr>
          <p:cNvSpPr txBox="1"/>
          <p:nvPr/>
        </p:nvSpPr>
        <p:spPr>
          <a:xfrm flipH="1">
            <a:off x="2779979" y="1671504"/>
            <a:ext cx="3440960" cy="1200329"/>
          </a:xfrm>
          <a:prstGeom prst="rect">
            <a:avLst/>
          </a:prstGeom>
          <a:noFill/>
        </p:spPr>
        <p:txBody>
          <a:bodyPr wrap="square" rtlCol="1">
            <a:spAutoFit/>
          </a:bodyPr>
          <a:lstStyle/>
          <a:p>
            <a:r>
              <a:rPr lang="ar-SA" sz="1200" b="1" u="sng" dirty="0" err="1"/>
              <a:t>تاثير</a:t>
            </a:r>
            <a:r>
              <a:rPr lang="ar-SA" sz="1200" b="1" u="sng" dirty="0"/>
              <a:t> عالي – اهتمام منخفض</a:t>
            </a:r>
          </a:p>
          <a:p>
            <a:pPr marL="228600" indent="-228600">
              <a:buFont typeface="+mj-lt"/>
              <a:buAutoNum type="arabicPeriod"/>
            </a:pPr>
            <a:r>
              <a:rPr lang="ar-SA" sz="1200" dirty="0"/>
              <a:t>المتطوعين </a:t>
            </a:r>
          </a:p>
          <a:p>
            <a:pPr marL="228600" indent="-228600">
              <a:buFont typeface="+mj-lt"/>
              <a:buAutoNum type="arabicPeriod"/>
            </a:pPr>
            <a:r>
              <a:rPr lang="ar-SA" sz="1200" dirty="0"/>
              <a:t>المناطق </a:t>
            </a:r>
          </a:p>
          <a:p>
            <a:pPr marL="228600" indent="-228600">
              <a:buFont typeface="+mj-lt"/>
              <a:buAutoNum type="arabicPeriod"/>
            </a:pPr>
            <a:r>
              <a:rPr lang="ar-SA" sz="1200" dirty="0"/>
              <a:t>الجهات الداعمة</a:t>
            </a:r>
          </a:p>
          <a:p>
            <a:pPr marL="228600" indent="-228600">
              <a:buFont typeface="+mj-lt"/>
              <a:buAutoNum type="arabicPeriod"/>
            </a:pPr>
            <a:r>
              <a:rPr lang="ar-SA" sz="1200" dirty="0"/>
              <a:t>الفئة المستهدفة</a:t>
            </a:r>
          </a:p>
          <a:p>
            <a:r>
              <a:rPr lang="ar-SA" sz="1200" b="1" u="sng" dirty="0"/>
              <a:t>الية العمل:</a:t>
            </a:r>
            <a:r>
              <a:rPr lang="ar-SA" sz="1200" dirty="0"/>
              <a:t> ورش عمل – نشرات توعوية – لقاءات تعريفية</a:t>
            </a:r>
            <a:endParaRPr lang="ar-SA" sz="1200" b="1" u="sng" dirty="0"/>
          </a:p>
        </p:txBody>
      </p:sp>
      <p:sp>
        <p:nvSpPr>
          <p:cNvPr id="11" name="مربع نص 10">
            <a:extLst>
              <a:ext uri="{FF2B5EF4-FFF2-40B4-BE49-F238E27FC236}">
                <a16:creationId xmlns:a16="http://schemas.microsoft.com/office/drawing/2014/main" id="{1F944568-508E-4459-A893-BA190AFD9055}"/>
              </a:ext>
            </a:extLst>
          </p:cNvPr>
          <p:cNvSpPr txBox="1"/>
          <p:nvPr/>
        </p:nvSpPr>
        <p:spPr>
          <a:xfrm>
            <a:off x="2922195" y="3240295"/>
            <a:ext cx="2977172" cy="1569660"/>
          </a:xfrm>
          <a:prstGeom prst="rect">
            <a:avLst/>
          </a:prstGeom>
          <a:noFill/>
        </p:spPr>
        <p:txBody>
          <a:bodyPr wrap="square" rtlCol="1">
            <a:spAutoFit/>
          </a:bodyPr>
          <a:lstStyle/>
          <a:p>
            <a:r>
              <a:rPr lang="ar-SA" sz="1200" b="1" u="sng" dirty="0"/>
              <a:t>تأثير منخفض – اهتمام منخفض</a:t>
            </a:r>
          </a:p>
          <a:p>
            <a:endParaRPr lang="ar-SA" sz="1200" b="1" u="sng" dirty="0"/>
          </a:p>
          <a:p>
            <a:pPr marL="228600" indent="-228600">
              <a:buFont typeface="+mj-lt"/>
              <a:buAutoNum type="arabicPeriod"/>
            </a:pPr>
            <a:r>
              <a:rPr lang="ar-SA" sz="1200" dirty="0"/>
              <a:t>المجتمع العام </a:t>
            </a:r>
          </a:p>
          <a:p>
            <a:pPr marL="228600" indent="-228600">
              <a:buFont typeface="+mj-lt"/>
              <a:buAutoNum type="arabicPeriod"/>
            </a:pPr>
            <a:r>
              <a:rPr lang="ar-SA" sz="1200" dirty="0"/>
              <a:t>جمهور المبادرات </a:t>
            </a:r>
          </a:p>
          <a:p>
            <a:pPr marL="228600" indent="-228600">
              <a:buFont typeface="+mj-lt"/>
              <a:buAutoNum type="arabicPeriod"/>
            </a:pPr>
            <a:r>
              <a:rPr lang="ar-SA" sz="1200" dirty="0"/>
              <a:t>جهات غير مشاركة بشكل مباشر لها علاقة بالمجال ولكن غير مشاركة في تنفيذ المشروع</a:t>
            </a:r>
          </a:p>
          <a:p>
            <a:r>
              <a:rPr lang="ar-SA" sz="1200" b="1" u="sng" dirty="0"/>
              <a:t>الية العمل:</a:t>
            </a:r>
            <a:r>
              <a:rPr lang="ar-SA" sz="1200" dirty="0"/>
              <a:t> اعلام عام – منشورات – تنبيهات </a:t>
            </a:r>
            <a:endParaRPr lang="ar-SA" sz="1200" b="1" u="sng" dirty="0"/>
          </a:p>
          <a:p>
            <a:endParaRPr lang="ar-SA" sz="1200" dirty="0"/>
          </a:p>
        </p:txBody>
      </p:sp>
    </p:spTree>
    <p:extLst>
      <p:ext uri="{BB962C8B-B14F-4D97-AF65-F5344CB8AC3E}">
        <p14:creationId xmlns:p14="http://schemas.microsoft.com/office/powerpoint/2010/main" val="226442774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ADC5F267-4CD1-1119-EA1F-9881B5C7CEA9}"/>
            </a:ext>
          </a:extLst>
        </p:cNvPr>
        <p:cNvGrpSpPr/>
        <p:nvPr/>
      </p:nvGrpSpPr>
      <p:grpSpPr>
        <a:xfrm>
          <a:off x="0" y="0"/>
          <a:ext cx="0" cy="0"/>
          <a:chOff x="0" y="0"/>
          <a:chExt cx="0" cy="0"/>
        </a:xfrm>
      </p:grpSpPr>
      <p:sp>
        <p:nvSpPr>
          <p:cNvPr id="3" name="مربع نص 2">
            <a:extLst>
              <a:ext uri="{FF2B5EF4-FFF2-40B4-BE49-F238E27FC236}">
                <a16:creationId xmlns:a16="http://schemas.microsoft.com/office/drawing/2014/main" id="{A3C51E0F-91BD-0209-A78E-302ECF24ED0C}"/>
              </a:ext>
            </a:extLst>
          </p:cNvPr>
          <p:cNvSpPr txBox="1"/>
          <p:nvPr/>
        </p:nvSpPr>
        <p:spPr>
          <a:xfrm>
            <a:off x="4522343" y="504638"/>
            <a:ext cx="7180032" cy="573427"/>
          </a:xfrm>
          <a:prstGeom prst="rect">
            <a:avLst/>
          </a:prstGeom>
          <a:noFill/>
        </p:spPr>
        <p:txBody>
          <a:bodyPr wrap="square" rtlCol="1">
            <a:spAutoFit/>
          </a:bodyPr>
          <a:lstStyle/>
          <a:p>
            <a:pPr marL="0" marR="0" lvl="0" indent="0" algn="r" defTabSz="914400" rtl="1" eaLnBrk="1" fontAlgn="auto" latinLnBrk="0" hangingPunct="1">
              <a:lnSpc>
                <a:spcPct val="150000"/>
              </a:lnSpc>
              <a:spcBef>
                <a:spcPts val="0"/>
              </a:spcBef>
              <a:spcAft>
                <a:spcPts val="0"/>
              </a:spcAft>
              <a:buClrTx/>
              <a:buSzTx/>
              <a:buFontTx/>
              <a:buNone/>
              <a:tabLst/>
              <a:defRPr/>
            </a:pPr>
            <a:r>
              <a:rPr kumimoji="0" lang="ar-SA" sz="2400" b="0" i="0" u="none" strike="noStrike" kern="1200" cap="none" spc="0" normalizeH="0" baseline="0" noProof="0" dirty="0">
                <a:ln>
                  <a:noFill/>
                </a:ln>
                <a:solidFill>
                  <a:prstClr val="white"/>
                </a:solidFill>
                <a:effectLst/>
                <a:uLnTx/>
                <a:uFillTx/>
                <a:latin typeface="Neo Sans Arabic Medium" panose="020B0704030504040204" pitchFamily="34" charset="-78"/>
                <a:cs typeface="Neo Sans Arabic Medium" panose="020B0704030504040204" pitchFamily="34" charset="-78"/>
              </a:rPr>
              <a:t>نموذج استهداف المعنيين وفق بُعدي الأثر والسهولة</a:t>
            </a:r>
            <a:endParaRPr kumimoji="0" lang="en-US" sz="2400" b="0" i="0" u="none" strike="noStrike" kern="1200" cap="none" spc="0" normalizeH="0" baseline="0" noProof="0" dirty="0">
              <a:ln>
                <a:noFill/>
              </a:ln>
              <a:solidFill>
                <a:prstClr val="white"/>
              </a:solidFill>
              <a:effectLst/>
              <a:uLnTx/>
              <a:uFillTx/>
              <a:latin typeface="Neo Sans Arabic Medium" panose="020B0704030504040204" pitchFamily="34" charset="-78"/>
              <a:cs typeface="Neo Sans Arabic Medium" panose="020B0704030504040204" pitchFamily="34" charset="-78"/>
            </a:endParaRPr>
          </a:p>
        </p:txBody>
      </p:sp>
      <p:grpSp>
        <p:nvGrpSpPr>
          <p:cNvPr id="2" name="Group 15">
            <a:extLst>
              <a:ext uri="{FF2B5EF4-FFF2-40B4-BE49-F238E27FC236}">
                <a16:creationId xmlns:a16="http://schemas.microsoft.com/office/drawing/2014/main" id="{285F46E6-4584-AAC9-6C77-04D70F2F42F8}"/>
              </a:ext>
            </a:extLst>
          </p:cNvPr>
          <p:cNvGrpSpPr/>
          <p:nvPr/>
        </p:nvGrpSpPr>
        <p:grpSpPr>
          <a:xfrm>
            <a:off x="1349673" y="1078065"/>
            <a:ext cx="10321543" cy="4713542"/>
            <a:chOff x="745014" y="1484751"/>
            <a:chExt cx="10718769" cy="4713542"/>
          </a:xfrm>
        </p:grpSpPr>
        <p:cxnSp>
          <p:nvCxnSpPr>
            <p:cNvPr id="4" name="Google Shape;1099;p24">
              <a:extLst>
                <a:ext uri="{FF2B5EF4-FFF2-40B4-BE49-F238E27FC236}">
                  <a16:creationId xmlns:a16="http://schemas.microsoft.com/office/drawing/2014/main" id="{5FFB3F8E-47DD-151A-E7C7-7F275E3C32E0}"/>
                </a:ext>
              </a:extLst>
            </p:cNvPr>
            <p:cNvCxnSpPr/>
            <p:nvPr/>
          </p:nvCxnSpPr>
          <p:spPr>
            <a:xfrm rot="10800000" flipH="1">
              <a:off x="867350" y="6089403"/>
              <a:ext cx="10097717" cy="2953"/>
            </a:xfrm>
            <a:prstGeom prst="straightConnector1">
              <a:avLst/>
            </a:prstGeom>
            <a:noFill/>
            <a:ln w="19050" cap="flat" cmpd="sng">
              <a:solidFill>
                <a:srgbClr val="345271"/>
              </a:solidFill>
              <a:prstDash val="solid"/>
              <a:round/>
              <a:headEnd type="stealth" w="med" len="med"/>
              <a:tailEnd type="stealth" w="med" len="med"/>
            </a:ln>
          </p:spPr>
        </p:cxnSp>
        <p:sp>
          <p:nvSpPr>
            <p:cNvPr id="7" name="Google Shape;1100;p24">
              <a:extLst>
                <a:ext uri="{FF2B5EF4-FFF2-40B4-BE49-F238E27FC236}">
                  <a16:creationId xmlns:a16="http://schemas.microsoft.com/office/drawing/2014/main" id="{B6253628-DF9F-514D-2944-60D8787C907D}"/>
                </a:ext>
              </a:extLst>
            </p:cNvPr>
            <p:cNvSpPr/>
            <p:nvPr/>
          </p:nvSpPr>
          <p:spPr>
            <a:xfrm flipH="1">
              <a:off x="745014" y="1694101"/>
              <a:ext cx="5053350" cy="2060643"/>
            </a:xfrm>
            <a:prstGeom prst="rect">
              <a:avLst/>
            </a:prstGeom>
            <a:noFill/>
            <a:ln w="25400" cap="flat" cmpd="sng">
              <a:solidFill>
                <a:srgbClr val="095463"/>
              </a:solidFill>
              <a:prstDash val="solid"/>
              <a:miter lim="800000"/>
              <a:headEnd type="none" w="sm" len="sm"/>
              <a:tailEnd type="none" w="sm" len="sm"/>
            </a:ln>
          </p:spPr>
          <p:txBody>
            <a:bodyPr spcFirstLastPara="1" wrap="square" lIns="91375" tIns="45675" rIns="91375" bIns="45675" anchor="t" anchorCtr="0">
              <a:noAutofit/>
            </a:bodyPr>
            <a:lstStyle/>
            <a:p>
              <a:pPr marL="0" marR="0" lvl="0" indent="0" defTabSz="914400" eaLnBrk="1" fontAlgn="auto" latinLnBrk="0" hangingPunct="1">
                <a:lnSpc>
                  <a:spcPct val="100000"/>
                </a:lnSpc>
                <a:spcBef>
                  <a:spcPts val="0"/>
                </a:spcBef>
                <a:spcAft>
                  <a:spcPts val="0"/>
                </a:spcAft>
                <a:buClr>
                  <a:srgbClr val="000000"/>
                </a:buClr>
                <a:buSzPts val="1400"/>
                <a:buFont typeface="Arial"/>
                <a:buNone/>
                <a:tabLst/>
                <a:defRPr/>
              </a:pPr>
              <a:endParaRPr kumimoji="0" sz="1400" b="0" i="0" u="none" strike="noStrike" kern="0" cap="none" spc="0" normalizeH="0" baseline="0" noProof="0" dirty="0">
                <a:ln>
                  <a:noFill/>
                </a:ln>
                <a:solidFill>
                  <a:srgbClr val="000000"/>
                </a:solidFill>
                <a:effectLst/>
                <a:uLnTx/>
                <a:uFillTx/>
                <a:latin typeface="Neo Sans Arabic Bold" panose="020B0804030504040204" pitchFamily="34" charset="-78"/>
                <a:ea typeface="Arial"/>
                <a:cs typeface="Neo Sans Arabic Bold" panose="020B0804030504040204" pitchFamily="34" charset="-78"/>
                <a:sym typeface="Arial"/>
              </a:endParaRPr>
            </a:p>
          </p:txBody>
        </p:sp>
        <p:sp>
          <p:nvSpPr>
            <p:cNvPr id="8" name="Google Shape;1101;p24">
              <a:extLst>
                <a:ext uri="{FF2B5EF4-FFF2-40B4-BE49-F238E27FC236}">
                  <a16:creationId xmlns:a16="http://schemas.microsoft.com/office/drawing/2014/main" id="{1B497AC4-515C-CA42-C04D-A7BF03269537}"/>
                </a:ext>
              </a:extLst>
            </p:cNvPr>
            <p:cNvSpPr/>
            <p:nvPr/>
          </p:nvSpPr>
          <p:spPr>
            <a:xfrm flipH="1">
              <a:off x="5800407" y="1694101"/>
              <a:ext cx="5053350" cy="2060643"/>
            </a:xfrm>
            <a:prstGeom prst="rect">
              <a:avLst/>
            </a:prstGeom>
            <a:solidFill>
              <a:sysClr val="window" lastClr="FFFFFF"/>
            </a:solidFill>
            <a:ln w="25400" cap="flat" cmpd="sng">
              <a:solidFill>
                <a:srgbClr val="345271"/>
              </a:solidFill>
              <a:prstDash val="solid"/>
              <a:miter lim="800000"/>
              <a:headEnd type="none" w="sm" len="sm"/>
              <a:tailEnd type="none" w="sm" len="sm"/>
            </a:ln>
          </p:spPr>
          <p:txBody>
            <a:bodyPr spcFirstLastPara="1" wrap="square" lIns="91375" tIns="45675" rIns="91375" bIns="45675" anchor="t" anchorCtr="0">
              <a:noAutofit/>
            </a:bodyPr>
            <a:lstStyle/>
            <a:p>
              <a:pPr marL="0" marR="0" lvl="0" indent="0" defTabSz="914400" eaLnBrk="1" fontAlgn="auto" latinLnBrk="0" hangingPunct="1">
                <a:lnSpc>
                  <a:spcPct val="100000"/>
                </a:lnSpc>
                <a:spcBef>
                  <a:spcPts val="0"/>
                </a:spcBef>
                <a:spcAft>
                  <a:spcPts val="0"/>
                </a:spcAft>
                <a:buClr>
                  <a:srgbClr val="000000"/>
                </a:buClr>
                <a:buSzPts val="1400"/>
                <a:buFont typeface="Arial"/>
                <a:buNone/>
                <a:tabLst/>
                <a:defRPr/>
              </a:pPr>
              <a:r>
                <a:rPr kumimoji="0" lang="ar-JO" sz="1400" b="1" i="0" u="none" strike="noStrike" kern="0" cap="none" spc="0" normalizeH="0" baseline="0" noProof="0" dirty="0">
                  <a:ln>
                    <a:noFill/>
                  </a:ln>
                  <a:solidFill>
                    <a:srgbClr val="DC6900"/>
                  </a:solidFill>
                  <a:effectLst/>
                  <a:uLnTx/>
                  <a:uFillTx/>
                  <a:latin typeface="Neo Sans Arabic Bold" panose="020B0804030504040204" pitchFamily="34" charset="-78"/>
                  <a:ea typeface="Sakkal Majalla"/>
                  <a:cs typeface="Neo Sans Arabic Bold" panose="020B0804030504040204" pitchFamily="34" charset="-78"/>
                  <a:sym typeface="Sakkal Majalla"/>
                </a:rPr>
                <a:t>	</a:t>
              </a:r>
              <a:endParaRPr kumimoji="0" sz="1400" b="0" i="0" u="none" strike="noStrike" kern="0" cap="none" spc="0" normalizeH="0" baseline="0" noProof="0" dirty="0">
                <a:ln>
                  <a:noFill/>
                </a:ln>
                <a:solidFill>
                  <a:srgbClr val="000000"/>
                </a:solidFill>
                <a:effectLst/>
                <a:uLnTx/>
                <a:uFillTx/>
                <a:latin typeface="Neo Sans Arabic Bold" panose="020B0804030504040204" pitchFamily="34" charset="-78"/>
                <a:ea typeface="Arial"/>
                <a:cs typeface="Neo Sans Arabic Bold" panose="020B0804030504040204" pitchFamily="34" charset="-78"/>
                <a:sym typeface="Arial"/>
              </a:endParaRPr>
            </a:p>
          </p:txBody>
        </p:sp>
        <p:sp>
          <p:nvSpPr>
            <p:cNvPr id="9" name="Google Shape;1102;p24">
              <a:extLst>
                <a:ext uri="{FF2B5EF4-FFF2-40B4-BE49-F238E27FC236}">
                  <a16:creationId xmlns:a16="http://schemas.microsoft.com/office/drawing/2014/main" id="{9392332D-BC89-CD73-F383-65A5B9870441}"/>
                </a:ext>
              </a:extLst>
            </p:cNvPr>
            <p:cNvSpPr/>
            <p:nvPr/>
          </p:nvSpPr>
          <p:spPr>
            <a:xfrm flipH="1">
              <a:off x="745014" y="3754745"/>
              <a:ext cx="5053350" cy="2062373"/>
            </a:xfrm>
            <a:prstGeom prst="rect">
              <a:avLst/>
            </a:prstGeom>
            <a:noFill/>
            <a:ln w="25400" cap="flat" cmpd="sng">
              <a:solidFill>
                <a:srgbClr val="095463"/>
              </a:solidFill>
              <a:prstDash val="solid"/>
              <a:miter lim="800000"/>
              <a:headEnd type="none" w="sm" len="sm"/>
              <a:tailEnd type="none" w="sm" len="sm"/>
            </a:ln>
          </p:spPr>
          <p:txBody>
            <a:bodyPr spcFirstLastPara="1" wrap="square" lIns="91375" tIns="45675" rIns="91375" bIns="45675" anchor="b" anchorCtr="0">
              <a:noAutofit/>
            </a:bodyPr>
            <a:lstStyle/>
            <a:p>
              <a:pPr marL="0" marR="0" lvl="0" indent="0" defTabSz="914400" eaLnBrk="1" fontAlgn="auto" latinLnBrk="0" hangingPunct="1">
                <a:lnSpc>
                  <a:spcPct val="100000"/>
                </a:lnSpc>
                <a:spcBef>
                  <a:spcPts val="0"/>
                </a:spcBef>
                <a:spcAft>
                  <a:spcPts val="0"/>
                </a:spcAft>
                <a:buClr>
                  <a:srgbClr val="000000"/>
                </a:buClr>
                <a:buSzPts val="1400"/>
                <a:buFont typeface="Arial"/>
                <a:buNone/>
                <a:tabLst/>
                <a:defRPr/>
              </a:pPr>
              <a:endParaRPr kumimoji="0" sz="1400" b="0" i="0" u="none" strike="noStrike" kern="0" cap="none" spc="0" normalizeH="0" baseline="0" noProof="0" dirty="0">
                <a:ln>
                  <a:noFill/>
                </a:ln>
                <a:solidFill>
                  <a:srgbClr val="000000"/>
                </a:solidFill>
                <a:effectLst/>
                <a:uLnTx/>
                <a:uFillTx/>
                <a:latin typeface="Neo Sans Arabic Bold" panose="020B0804030504040204" pitchFamily="34" charset="-78"/>
                <a:ea typeface="Arial"/>
                <a:cs typeface="Neo Sans Arabic Bold" panose="020B0804030504040204" pitchFamily="34" charset="-78"/>
                <a:sym typeface="Arial"/>
              </a:endParaRPr>
            </a:p>
          </p:txBody>
        </p:sp>
        <p:sp>
          <p:nvSpPr>
            <p:cNvPr id="10" name="Google Shape;1103;p24">
              <a:extLst>
                <a:ext uri="{FF2B5EF4-FFF2-40B4-BE49-F238E27FC236}">
                  <a16:creationId xmlns:a16="http://schemas.microsoft.com/office/drawing/2014/main" id="{0339BF88-FE00-2E78-2606-930324845F0B}"/>
                </a:ext>
              </a:extLst>
            </p:cNvPr>
            <p:cNvSpPr/>
            <p:nvPr/>
          </p:nvSpPr>
          <p:spPr>
            <a:xfrm flipH="1">
              <a:off x="5800407" y="3754745"/>
              <a:ext cx="5053350" cy="2062373"/>
            </a:xfrm>
            <a:prstGeom prst="rect">
              <a:avLst/>
            </a:prstGeom>
            <a:solidFill>
              <a:sysClr val="window" lastClr="FFFFFF"/>
            </a:solidFill>
            <a:ln w="25400" cap="flat" cmpd="sng">
              <a:solidFill>
                <a:srgbClr val="095463"/>
              </a:solidFill>
              <a:prstDash val="solid"/>
              <a:miter lim="800000"/>
              <a:headEnd type="none" w="sm" len="sm"/>
              <a:tailEnd type="none" w="sm" len="sm"/>
            </a:ln>
          </p:spPr>
          <p:txBody>
            <a:bodyPr spcFirstLastPara="1" wrap="square" lIns="91375" tIns="45675" rIns="91375" bIns="45675" anchor="b" anchorCtr="0">
              <a:noAutofit/>
            </a:bodyPr>
            <a:lstStyle/>
            <a:p>
              <a:pPr marL="0" marR="0" lvl="0" indent="0" defTabSz="914400" eaLnBrk="1" fontAlgn="auto" latinLnBrk="0" hangingPunct="1">
                <a:lnSpc>
                  <a:spcPct val="100000"/>
                </a:lnSpc>
                <a:spcBef>
                  <a:spcPts val="0"/>
                </a:spcBef>
                <a:spcAft>
                  <a:spcPts val="0"/>
                </a:spcAft>
                <a:buClr>
                  <a:srgbClr val="000000"/>
                </a:buClr>
                <a:buSzPts val="1400"/>
                <a:buFont typeface="Arial"/>
                <a:buNone/>
                <a:tabLst/>
                <a:defRPr/>
              </a:pPr>
              <a:endParaRPr kumimoji="0" sz="1400" b="0" i="0" u="none" strike="noStrike" kern="0" cap="none" spc="0" normalizeH="0" baseline="0" noProof="0" dirty="0">
                <a:ln>
                  <a:noFill/>
                </a:ln>
                <a:solidFill>
                  <a:srgbClr val="000000"/>
                </a:solidFill>
                <a:effectLst/>
                <a:uLnTx/>
                <a:uFillTx/>
                <a:latin typeface="Neo Sans Arabic Bold" panose="020B0804030504040204" pitchFamily="34" charset="-78"/>
                <a:ea typeface="Arial"/>
                <a:cs typeface="Neo Sans Arabic Bold" panose="020B0804030504040204" pitchFamily="34" charset="-78"/>
                <a:sym typeface="Arial"/>
              </a:endParaRPr>
            </a:p>
          </p:txBody>
        </p:sp>
        <p:cxnSp>
          <p:nvCxnSpPr>
            <p:cNvPr id="11" name="Google Shape;1104;p24">
              <a:extLst>
                <a:ext uri="{FF2B5EF4-FFF2-40B4-BE49-F238E27FC236}">
                  <a16:creationId xmlns:a16="http://schemas.microsoft.com/office/drawing/2014/main" id="{E65D5A67-6BFF-3151-B976-EEBA3FD8D265}"/>
                </a:ext>
              </a:extLst>
            </p:cNvPr>
            <p:cNvCxnSpPr/>
            <p:nvPr/>
          </p:nvCxnSpPr>
          <p:spPr>
            <a:xfrm flipH="1">
              <a:off x="11320689" y="1681481"/>
              <a:ext cx="0" cy="4122607"/>
            </a:xfrm>
            <a:prstGeom prst="straightConnector1">
              <a:avLst/>
            </a:prstGeom>
            <a:noFill/>
            <a:ln w="19050" cap="flat" cmpd="sng">
              <a:solidFill>
                <a:srgbClr val="345271"/>
              </a:solidFill>
              <a:prstDash val="solid"/>
              <a:round/>
              <a:headEnd type="stealth" w="med" len="med"/>
              <a:tailEnd type="stealth" w="med" len="med"/>
            </a:ln>
          </p:spPr>
        </p:cxnSp>
        <p:sp>
          <p:nvSpPr>
            <p:cNvPr id="12" name="Google Shape;1105;p24">
              <a:extLst>
                <a:ext uri="{FF2B5EF4-FFF2-40B4-BE49-F238E27FC236}">
                  <a16:creationId xmlns:a16="http://schemas.microsoft.com/office/drawing/2014/main" id="{6A74271D-A743-2A28-5287-CAE65BFC4680}"/>
                </a:ext>
              </a:extLst>
            </p:cNvPr>
            <p:cNvSpPr txBox="1"/>
            <p:nvPr/>
          </p:nvSpPr>
          <p:spPr>
            <a:xfrm flipH="1">
              <a:off x="4220283" y="5952072"/>
              <a:ext cx="3392715" cy="246221"/>
            </a:xfrm>
            <a:prstGeom prst="rect">
              <a:avLst/>
            </a:prstGeom>
            <a:solidFill>
              <a:srgbClr val="FFFFFF"/>
            </a:solidFill>
            <a:ln>
              <a:noFill/>
            </a:ln>
          </p:spPr>
          <p:txBody>
            <a:bodyPr spcFirstLastPara="1" wrap="square" lIns="0" tIns="0" rIns="0" bIns="0" anchor="t" anchorCtr="0">
              <a:spAutoFit/>
            </a:bodyPr>
            <a:lstStyle/>
            <a:p>
              <a:pPr marL="0" marR="0" lvl="0" indent="0" algn="ctr" defTabSz="914400" eaLnBrk="1" fontAlgn="auto" latinLnBrk="0" hangingPunct="1">
                <a:lnSpc>
                  <a:spcPct val="100000"/>
                </a:lnSpc>
                <a:spcBef>
                  <a:spcPts val="0"/>
                </a:spcBef>
                <a:spcAft>
                  <a:spcPts val="0"/>
                </a:spcAft>
                <a:buClr>
                  <a:srgbClr val="000000"/>
                </a:buClr>
                <a:buSzPts val="1600"/>
                <a:buFont typeface="Arial"/>
                <a:buNone/>
                <a:tabLst/>
                <a:defRPr/>
              </a:pPr>
              <a:r>
                <a:rPr kumimoji="0" lang="ar-JO" sz="1600" b="1" i="0" u="none" strike="noStrike" kern="0" cap="none" spc="0" normalizeH="0" baseline="0" noProof="0">
                  <a:ln>
                    <a:noFill/>
                  </a:ln>
                  <a:solidFill>
                    <a:srgbClr val="000000"/>
                  </a:solidFill>
                  <a:effectLst/>
                  <a:uLnTx/>
                  <a:uFillTx/>
                  <a:latin typeface="Neo Sans Arabic Bold" panose="020B0804030504040204" pitchFamily="34" charset="-78"/>
                  <a:ea typeface="Sakkal Majalla"/>
                  <a:cs typeface="Neo Sans Arabic Bold" panose="020B0804030504040204" pitchFamily="34" charset="-78"/>
                  <a:sym typeface="Sakkal Majalla"/>
                </a:rPr>
                <a:t>سهولة التنفيذ</a:t>
              </a:r>
              <a:endParaRPr kumimoji="0" sz="1400" b="0" i="0" u="none" strike="noStrike" kern="0" cap="none" spc="0" normalizeH="0" baseline="0" noProof="0">
                <a:ln>
                  <a:noFill/>
                </a:ln>
                <a:solidFill>
                  <a:srgbClr val="000000"/>
                </a:solidFill>
                <a:effectLst/>
                <a:uLnTx/>
                <a:uFillTx/>
                <a:latin typeface="Neo Sans Arabic Bold" panose="020B0804030504040204" pitchFamily="34" charset="-78"/>
                <a:ea typeface="Arial"/>
                <a:cs typeface="Neo Sans Arabic Bold" panose="020B0804030504040204" pitchFamily="34" charset="-78"/>
                <a:sym typeface="Arial"/>
              </a:endParaRPr>
            </a:p>
          </p:txBody>
        </p:sp>
        <p:sp>
          <p:nvSpPr>
            <p:cNvPr id="13" name="Google Shape;1106;p24">
              <a:extLst>
                <a:ext uri="{FF2B5EF4-FFF2-40B4-BE49-F238E27FC236}">
                  <a16:creationId xmlns:a16="http://schemas.microsoft.com/office/drawing/2014/main" id="{BDACA6C0-5787-6A13-24BF-7B41C480EF0D}"/>
                </a:ext>
              </a:extLst>
            </p:cNvPr>
            <p:cNvSpPr txBox="1"/>
            <p:nvPr/>
          </p:nvSpPr>
          <p:spPr>
            <a:xfrm rot="5400000" flipH="1">
              <a:off x="10761515" y="3568070"/>
              <a:ext cx="1148839" cy="255697"/>
            </a:xfrm>
            <a:prstGeom prst="rect">
              <a:avLst/>
            </a:prstGeom>
            <a:solidFill>
              <a:srgbClr val="FFFFFF"/>
            </a:solidFill>
            <a:ln>
              <a:noFill/>
            </a:ln>
          </p:spPr>
          <p:txBody>
            <a:bodyPr spcFirstLastPara="1" wrap="square" lIns="0" tIns="0" rIns="0" bIns="0" anchor="t" anchorCtr="0">
              <a:spAutoFit/>
            </a:bodyPr>
            <a:lstStyle/>
            <a:p>
              <a:pPr marL="0" marR="0" lvl="0" indent="0" algn="ctr" defTabSz="914400" eaLnBrk="1" fontAlgn="auto" latinLnBrk="0" hangingPunct="1">
                <a:lnSpc>
                  <a:spcPct val="100000"/>
                </a:lnSpc>
                <a:spcBef>
                  <a:spcPts val="0"/>
                </a:spcBef>
                <a:spcAft>
                  <a:spcPts val="0"/>
                </a:spcAft>
                <a:buClr>
                  <a:srgbClr val="000000"/>
                </a:buClr>
                <a:buSzPts val="1600"/>
                <a:buFont typeface="Arial"/>
                <a:buNone/>
                <a:tabLst/>
                <a:defRPr/>
              </a:pPr>
              <a:r>
                <a:rPr kumimoji="0" lang="ar-JO" sz="1600" b="1" i="0" u="none" strike="noStrike" kern="0" cap="none" spc="0" normalizeH="0" baseline="0" noProof="0" dirty="0">
                  <a:ln>
                    <a:noFill/>
                  </a:ln>
                  <a:solidFill>
                    <a:srgbClr val="404040"/>
                  </a:solidFill>
                  <a:effectLst/>
                  <a:uLnTx/>
                  <a:uFillTx/>
                  <a:latin typeface="Neo Sans Arabic Bold" panose="020B0804030504040204" pitchFamily="34" charset="-78"/>
                  <a:ea typeface="Sakkal Majalla"/>
                  <a:cs typeface="Neo Sans Arabic Bold" panose="020B0804030504040204" pitchFamily="34" charset="-78"/>
                  <a:sym typeface="Sakkal Majalla"/>
                </a:rPr>
                <a:t>الأثر</a:t>
              </a:r>
              <a:r>
                <a:rPr kumimoji="0" lang="ar-SA" sz="1600" b="1" i="0" u="none" strike="noStrike" kern="0" cap="none" spc="0" normalizeH="0" baseline="0" noProof="0" dirty="0">
                  <a:ln>
                    <a:noFill/>
                  </a:ln>
                  <a:solidFill>
                    <a:srgbClr val="404040"/>
                  </a:solidFill>
                  <a:effectLst/>
                  <a:uLnTx/>
                  <a:uFillTx/>
                  <a:latin typeface="Neo Sans Arabic Bold" panose="020B0804030504040204" pitchFamily="34" charset="-78"/>
                  <a:ea typeface="Sakkal Majalla"/>
                  <a:cs typeface="Neo Sans Arabic Bold" panose="020B0804030504040204" pitchFamily="34" charset="-78"/>
                  <a:sym typeface="Sakkal Majalla"/>
                </a:rPr>
                <a:t> المتوقع</a:t>
              </a:r>
              <a:endParaRPr kumimoji="0" sz="1400" b="0" i="0" u="none" strike="noStrike" kern="0" cap="none" spc="0" normalizeH="0" baseline="0" noProof="0" dirty="0">
                <a:ln>
                  <a:noFill/>
                </a:ln>
                <a:solidFill>
                  <a:srgbClr val="000000"/>
                </a:solidFill>
                <a:effectLst/>
                <a:uLnTx/>
                <a:uFillTx/>
                <a:latin typeface="Neo Sans Arabic Bold" panose="020B0804030504040204" pitchFamily="34" charset="-78"/>
                <a:ea typeface="Arial"/>
                <a:cs typeface="Neo Sans Arabic Bold" panose="020B0804030504040204" pitchFamily="34" charset="-78"/>
                <a:sym typeface="Arial"/>
              </a:endParaRPr>
            </a:p>
          </p:txBody>
        </p:sp>
        <p:sp>
          <p:nvSpPr>
            <p:cNvPr id="25" name="Google Shape;1107;p24">
              <a:extLst>
                <a:ext uri="{FF2B5EF4-FFF2-40B4-BE49-F238E27FC236}">
                  <a16:creationId xmlns:a16="http://schemas.microsoft.com/office/drawing/2014/main" id="{9186CC51-CA26-6AA3-363B-C1C90B65020F}"/>
                </a:ext>
              </a:extLst>
            </p:cNvPr>
            <p:cNvSpPr txBox="1"/>
            <p:nvPr/>
          </p:nvSpPr>
          <p:spPr>
            <a:xfrm flipH="1">
              <a:off x="9821359" y="5874213"/>
              <a:ext cx="974790" cy="184666"/>
            </a:xfrm>
            <a:prstGeom prst="rect">
              <a:avLst/>
            </a:prstGeom>
            <a:solidFill>
              <a:srgbClr val="FFFFFF"/>
            </a:solidFill>
            <a:ln>
              <a:noFill/>
            </a:ln>
          </p:spPr>
          <p:txBody>
            <a:bodyPr spcFirstLastPara="1" wrap="square" lIns="0" tIns="0" rIns="0" bIns="0" anchor="t" anchorCtr="0">
              <a:spAutoFit/>
            </a:bodyPr>
            <a:lstStyle/>
            <a:p>
              <a:pPr marL="0" marR="0" lvl="0" indent="0" algn="ctr" defTabSz="914400" eaLnBrk="1" fontAlgn="auto" latinLnBrk="0" hangingPunct="1">
                <a:lnSpc>
                  <a:spcPct val="100000"/>
                </a:lnSpc>
                <a:spcBef>
                  <a:spcPts val="0"/>
                </a:spcBef>
                <a:spcAft>
                  <a:spcPts val="0"/>
                </a:spcAft>
                <a:buClr>
                  <a:srgbClr val="000000"/>
                </a:buClr>
                <a:buSzPts val="1200"/>
                <a:buFont typeface="Arial"/>
                <a:buNone/>
                <a:tabLst/>
                <a:defRPr/>
              </a:pPr>
              <a:r>
                <a:rPr kumimoji="0" lang="ar-JO" sz="1200" b="1" i="0" u="none" strike="noStrike" kern="0" cap="none" spc="0" normalizeH="0" baseline="0" noProof="0" dirty="0">
                  <a:ln>
                    <a:noFill/>
                  </a:ln>
                  <a:solidFill>
                    <a:srgbClr val="2FBFC0"/>
                  </a:solidFill>
                  <a:effectLst/>
                  <a:uLnTx/>
                  <a:uFillTx/>
                  <a:latin typeface="Neo Sans Arabic Bold" panose="020B0804030504040204" pitchFamily="34" charset="-78"/>
                  <a:ea typeface="Sakkal Majalla"/>
                  <a:cs typeface="Neo Sans Arabic Bold" panose="020B0804030504040204" pitchFamily="34" charset="-78"/>
                  <a:sym typeface="Sakkal Majalla"/>
                </a:rPr>
                <a:t>صعبة</a:t>
              </a:r>
              <a:endParaRPr kumimoji="0" sz="1400" b="0" i="0" u="none" strike="noStrike" kern="0" cap="none" spc="0" normalizeH="0" baseline="0" noProof="0" dirty="0">
                <a:ln>
                  <a:noFill/>
                </a:ln>
                <a:solidFill>
                  <a:srgbClr val="2FBFC0"/>
                </a:solidFill>
                <a:effectLst/>
                <a:uLnTx/>
                <a:uFillTx/>
                <a:latin typeface="Neo Sans Arabic Bold" panose="020B0804030504040204" pitchFamily="34" charset="-78"/>
                <a:ea typeface="Arial"/>
                <a:cs typeface="Neo Sans Arabic Bold" panose="020B0804030504040204" pitchFamily="34" charset="-78"/>
                <a:sym typeface="Arial"/>
              </a:endParaRPr>
            </a:p>
          </p:txBody>
        </p:sp>
        <p:sp>
          <p:nvSpPr>
            <p:cNvPr id="26" name="Google Shape;1108;p24">
              <a:extLst>
                <a:ext uri="{FF2B5EF4-FFF2-40B4-BE49-F238E27FC236}">
                  <a16:creationId xmlns:a16="http://schemas.microsoft.com/office/drawing/2014/main" id="{FE276C5C-BC08-0D64-F568-8B1C3127F8C7}"/>
                </a:ext>
              </a:extLst>
            </p:cNvPr>
            <p:cNvSpPr txBox="1"/>
            <p:nvPr/>
          </p:nvSpPr>
          <p:spPr>
            <a:xfrm rot="5400000" flipH="1">
              <a:off x="10656092" y="1826599"/>
              <a:ext cx="875470" cy="191773"/>
            </a:xfrm>
            <a:prstGeom prst="rect">
              <a:avLst/>
            </a:prstGeom>
            <a:solidFill>
              <a:srgbClr val="FFFFFF"/>
            </a:solidFill>
            <a:ln>
              <a:noFill/>
            </a:ln>
          </p:spPr>
          <p:txBody>
            <a:bodyPr spcFirstLastPara="1" wrap="square" lIns="0" tIns="0" rIns="0" bIns="0" anchor="t" anchorCtr="0">
              <a:spAutoFit/>
            </a:bodyPr>
            <a:lstStyle/>
            <a:p>
              <a:pPr marL="0" marR="0" lvl="0" indent="0" algn="ctr" defTabSz="914400" eaLnBrk="1" fontAlgn="auto" latinLnBrk="0" hangingPunct="1">
                <a:lnSpc>
                  <a:spcPct val="100000"/>
                </a:lnSpc>
                <a:spcBef>
                  <a:spcPts val="0"/>
                </a:spcBef>
                <a:spcAft>
                  <a:spcPts val="0"/>
                </a:spcAft>
                <a:buClr>
                  <a:srgbClr val="000000"/>
                </a:buClr>
                <a:buSzPts val="1200"/>
                <a:buFont typeface="Arial"/>
                <a:buNone/>
                <a:tabLst/>
                <a:defRPr/>
              </a:pPr>
              <a:r>
                <a:rPr kumimoji="0" lang="ar-JO" sz="1200" b="1" i="0" u="none" strike="noStrike" kern="0" cap="none" spc="0" normalizeH="0" baseline="0" noProof="0" dirty="0">
                  <a:ln>
                    <a:noFill/>
                  </a:ln>
                  <a:solidFill>
                    <a:srgbClr val="2FBFC0"/>
                  </a:solidFill>
                  <a:effectLst/>
                  <a:uLnTx/>
                  <a:uFillTx/>
                  <a:latin typeface="Neo Sans Arabic Bold" panose="020B0804030504040204" pitchFamily="34" charset="-78"/>
                  <a:ea typeface="Sakkal Majalla"/>
                  <a:cs typeface="Neo Sans Arabic Bold" panose="020B0804030504040204" pitchFamily="34" charset="-78"/>
                  <a:sym typeface="Sakkal Majalla"/>
                </a:rPr>
                <a:t>مرتفع</a:t>
              </a:r>
              <a:endParaRPr kumimoji="0" sz="1400" b="0" i="0" u="none" strike="noStrike" kern="0" cap="none" spc="0" normalizeH="0" baseline="0" noProof="0" dirty="0">
                <a:ln>
                  <a:noFill/>
                </a:ln>
                <a:solidFill>
                  <a:srgbClr val="2FBFC0"/>
                </a:solidFill>
                <a:effectLst/>
                <a:uLnTx/>
                <a:uFillTx/>
                <a:latin typeface="Neo Sans Arabic Bold" panose="020B0804030504040204" pitchFamily="34" charset="-78"/>
                <a:ea typeface="Arial"/>
                <a:cs typeface="Neo Sans Arabic Bold" panose="020B0804030504040204" pitchFamily="34" charset="-78"/>
                <a:sym typeface="Arial"/>
              </a:endParaRPr>
            </a:p>
          </p:txBody>
        </p:sp>
        <p:sp>
          <p:nvSpPr>
            <p:cNvPr id="27" name="Google Shape;1109;p24">
              <a:extLst>
                <a:ext uri="{FF2B5EF4-FFF2-40B4-BE49-F238E27FC236}">
                  <a16:creationId xmlns:a16="http://schemas.microsoft.com/office/drawing/2014/main" id="{9325A765-1F67-2762-227C-E765CEDC77FC}"/>
                </a:ext>
              </a:extLst>
            </p:cNvPr>
            <p:cNvSpPr txBox="1"/>
            <p:nvPr/>
          </p:nvSpPr>
          <p:spPr>
            <a:xfrm rot="5400000" flipH="1">
              <a:off x="10656091" y="5278306"/>
              <a:ext cx="875471" cy="191773"/>
            </a:xfrm>
            <a:prstGeom prst="rect">
              <a:avLst/>
            </a:prstGeom>
            <a:solidFill>
              <a:srgbClr val="FFFFFF"/>
            </a:solidFill>
            <a:ln>
              <a:noFill/>
            </a:ln>
          </p:spPr>
          <p:txBody>
            <a:bodyPr spcFirstLastPara="1" wrap="square" lIns="0" tIns="0" rIns="0" bIns="0" anchor="t" anchorCtr="0">
              <a:spAutoFit/>
            </a:bodyPr>
            <a:lstStyle/>
            <a:p>
              <a:pPr marL="0" marR="0" lvl="0" indent="0" algn="ctr" defTabSz="914400" eaLnBrk="1" fontAlgn="auto" latinLnBrk="0" hangingPunct="1">
                <a:lnSpc>
                  <a:spcPct val="100000"/>
                </a:lnSpc>
                <a:spcBef>
                  <a:spcPts val="0"/>
                </a:spcBef>
                <a:spcAft>
                  <a:spcPts val="0"/>
                </a:spcAft>
                <a:buClr>
                  <a:srgbClr val="000000"/>
                </a:buClr>
                <a:buSzPts val="1200"/>
                <a:buFont typeface="Arial"/>
                <a:buNone/>
                <a:tabLst/>
                <a:defRPr/>
              </a:pPr>
              <a:r>
                <a:rPr kumimoji="0" lang="ar-JO" sz="1200" b="1" i="0" u="none" strike="noStrike" kern="0" cap="none" spc="0" normalizeH="0" baseline="0" noProof="0" dirty="0">
                  <a:ln>
                    <a:noFill/>
                  </a:ln>
                  <a:solidFill>
                    <a:srgbClr val="2FBFC0"/>
                  </a:solidFill>
                  <a:effectLst/>
                  <a:uLnTx/>
                  <a:uFillTx/>
                  <a:latin typeface="Neo Sans Arabic Bold" panose="020B0804030504040204" pitchFamily="34" charset="-78"/>
                  <a:ea typeface="Sakkal Majalla"/>
                  <a:cs typeface="Neo Sans Arabic Bold" panose="020B0804030504040204" pitchFamily="34" charset="-78"/>
                  <a:sym typeface="Sakkal Majalla"/>
                </a:rPr>
                <a:t>منخفض</a:t>
              </a:r>
              <a:endParaRPr kumimoji="0" sz="1400" b="0" i="0" u="none" strike="noStrike" kern="0" cap="none" spc="0" normalizeH="0" baseline="0" noProof="0" dirty="0">
                <a:ln>
                  <a:noFill/>
                </a:ln>
                <a:solidFill>
                  <a:srgbClr val="2FBFC0"/>
                </a:solidFill>
                <a:effectLst/>
                <a:uLnTx/>
                <a:uFillTx/>
                <a:latin typeface="Neo Sans Arabic Bold" panose="020B0804030504040204" pitchFamily="34" charset="-78"/>
                <a:ea typeface="Arial"/>
                <a:cs typeface="Neo Sans Arabic Bold" panose="020B0804030504040204" pitchFamily="34" charset="-78"/>
                <a:sym typeface="Arial"/>
              </a:endParaRPr>
            </a:p>
          </p:txBody>
        </p:sp>
        <p:sp>
          <p:nvSpPr>
            <p:cNvPr id="28" name="Google Shape;1110;p24">
              <a:extLst>
                <a:ext uri="{FF2B5EF4-FFF2-40B4-BE49-F238E27FC236}">
                  <a16:creationId xmlns:a16="http://schemas.microsoft.com/office/drawing/2014/main" id="{48D040C8-55B0-2F69-56FD-4F55742EC729}"/>
                </a:ext>
              </a:extLst>
            </p:cNvPr>
            <p:cNvSpPr txBox="1"/>
            <p:nvPr/>
          </p:nvSpPr>
          <p:spPr>
            <a:xfrm flipH="1">
              <a:off x="1076823" y="5862102"/>
              <a:ext cx="746175" cy="184666"/>
            </a:xfrm>
            <a:prstGeom prst="rect">
              <a:avLst/>
            </a:prstGeom>
            <a:solidFill>
              <a:srgbClr val="FFFFFF"/>
            </a:solidFill>
            <a:ln>
              <a:noFill/>
            </a:ln>
          </p:spPr>
          <p:txBody>
            <a:bodyPr spcFirstLastPara="1" wrap="square" lIns="0" tIns="0" rIns="0" bIns="0" anchor="t" anchorCtr="0">
              <a:spAutoFit/>
            </a:bodyPr>
            <a:lstStyle/>
            <a:p>
              <a:pPr marL="0" marR="0" lvl="0" indent="0" algn="ctr" defTabSz="914400" eaLnBrk="1" fontAlgn="auto" latinLnBrk="0" hangingPunct="1">
                <a:lnSpc>
                  <a:spcPct val="100000"/>
                </a:lnSpc>
                <a:spcBef>
                  <a:spcPts val="0"/>
                </a:spcBef>
                <a:spcAft>
                  <a:spcPts val="0"/>
                </a:spcAft>
                <a:buClr>
                  <a:srgbClr val="000000"/>
                </a:buClr>
                <a:buSzPts val="1200"/>
                <a:buFont typeface="Arial"/>
                <a:buNone/>
                <a:tabLst/>
                <a:defRPr/>
              </a:pPr>
              <a:r>
                <a:rPr kumimoji="0" lang="ar-JO" sz="1200" b="1" i="0" u="none" strike="noStrike" kern="0" cap="none" spc="0" normalizeH="0" baseline="0" noProof="0" dirty="0">
                  <a:ln>
                    <a:noFill/>
                  </a:ln>
                  <a:solidFill>
                    <a:srgbClr val="2FBFC0"/>
                  </a:solidFill>
                  <a:effectLst/>
                  <a:uLnTx/>
                  <a:uFillTx/>
                  <a:latin typeface="Neo Sans Arabic Bold" panose="020B0804030504040204" pitchFamily="34" charset="-78"/>
                  <a:ea typeface="Sakkal Majalla"/>
                  <a:cs typeface="Neo Sans Arabic Bold" panose="020B0804030504040204" pitchFamily="34" charset="-78"/>
                  <a:sym typeface="Sakkal Majalla"/>
                </a:rPr>
                <a:t>سهلة</a:t>
              </a:r>
              <a:endParaRPr kumimoji="0" sz="1400" b="0" i="0" u="none" strike="noStrike" kern="0" cap="none" spc="0" normalizeH="0" baseline="0" noProof="0" dirty="0">
                <a:ln>
                  <a:noFill/>
                </a:ln>
                <a:solidFill>
                  <a:srgbClr val="2FBFC0"/>
                </a:solidFill>
                <a:effectLst/>
                <a:uLnTx/>
                <a:uFillTx/>
                <a:latin typeface="Neo Sans Arabic Bold" panose="020B0804030504040204" pitchFamily="34" charset="-78"/>
                <a:ea typeface="Arial"/>
                <a:cs typeface="Neo Sans Arabic Bold" panose="020B0804030504040204" pitchFamily="34" charset="-78"/>
                <a:sym typeface="Arial"/>
              </a:endParaRPr>
            </a:p>
          </p:txBody>
        </p:sp>
        <p:sp>
          <p:nvSpPr>
            <p:cNvPr id="29" name="مربع نص 45">
              <a:extLst>
                <a:ext uri="{FF2B5EF4-FFF2-40B4-BE49-F238E27FC236}">
                  <a16:creationId xmlns:a16="http://schemas.microsoft.com/office/drawing/2014/main" id="{DB9DA22E-A1BE-F121-684D-5B5C2CC16EE8}"/>
                </a:ext>
              </a:extLst>
            </p:cNvPr>
            <p:cNvSpPr txBox="1"/>
            <p:nvPr/>
          </p:nvSpPr>
          <p:spPr>
            <a:xfrm>
              <a:off x="9151298" y="1738131"/>
              <a:ext cx="1662624" cy="307777"/>
            </a:xfrm>
            <a:prstGeom prst="rect">
              <a:avLst/>
            </a:prstGeom>
            <a:solidFill>
              <a:srgbClr val="2FBFC0"/>
            </a:solidFill>
          </p:spPr>
          <p:txBody>
            <a:bodyPr wrap="square">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ar-SA" sz="1400" b="1" i="0" u="none" strike="noStrike" kern="0" cap="none" spc="0" normalizeH="0" baseline="0" noProof="0" dirty="0">
                  <a:ln>
                    <a:noFill/>
                  </a:ln>
                  <a:solidFill>
                    <a:schemeClr val="bg1"/>
                  </a:solidFill>
                  <a:effectLst/>
                  <a:uLnTx/>
                  <a:uFillTx/>
                  <a:latin typeface="Neo Sans Arabic Bold" panose="020B0804030504040204" pitchFamily="34" charset="-78"/>
                  <a:cs typeface="Neo Sans Arabic Bold" panose="020B0804030504040204" pitchFamily="34" charset="-78"/>
                </a:rPr>
                <a:t>أولوية عليا</a:t>
              </a:r>
            </a:p>
          </p:txBody>
        </p:sp>
        <p:sp>
          <p:nvSpPr>
            <p:cNvPr id="30" name="مربع نص 46">
              <a:extLst>
                <a:ext uri="{FF2B5EF4-FFF2-40B4-BE49-F238E27FC236}">
                  <a16:creationId xmlns:a16="http://schemas.microsoft.com/office/drawing/2014/main" id="{1CAB2D48-EFA3-D206-F4EC-241816A0D27E}"/>
                </a:ext>
              </a:extLst>
            </p:cNvPr>
            <p:cNvSpPr txBox="1"/>
            <p:nvPr/>
          </p:nvSpPr>
          <p:spPr>
            <a:xfrm>
              <a:off x="9151298" y="5453487"/>
              <a:ext cx="1648861" cy="307777"/>
            </a:xfrm>
            <a:prstGeom prst="rect">
              <a:avLst/>
            </a:prstGeom>
            <a:solidFill>
              <a:srgbClr val="2FBFC0"/>
            </a:solidFill>
          </p:spPr>
          <p:txBody>
            <a:bodyPr wrap="square">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ar-SA" sz="1400" b="1" i="0" u="none" strike="noStrike" kern="0" cap="none" spc="0" normalizeH="0" baseline="0" noProof="0" dirty="0">
                  <a:ln>
                    <a:noFill/>
                  </a:ln>
                  <a:solidFill>
                    <a:schemeClr val="bg1"/>
                  </a:solidFill>
                  <a:effectLst/>
                  <a:uLnTx/>
                  <a:uFillTx/>
                  <a:latin typeface="Neo Sans Arabic Bold" panose="020B0804030504040204" pitchFamily="34" charset="-78"/>
                  <a:cs typeface="Neo Sans Arabic Bold" panose="020B0804030504040204" pitchFamily="34" charset="-78"/>
                </a:rPr>
                <a:t>أولوية منخفضة</a:t>
              </a:r>
            </a:p>
          </p:txBody>
        </p:sp>
        <p:sp>
          <p:nvSpPr>
            <p:cNvPr id="31" name="مربع نص 47">
              <a:extLst>
                <a:ext uri="{FF2B5EF4-FFF2-40B4-BE49-F238E27FC236}">
                  <a16:creationId xmlns:a16="http://schemas.microsoft.com/office/drawing/2014/main" id="{2EB7E112-34B4-E750-EC6F-91DC936A8351}"/>
                </a:ext>
              </a:extLst>
            </p:cNvPr>
            <p:cNvSpPr txBox="1"/>
            <p:nvPr/>
          </p:nvSpPr>
          <p:spPr>
            <a:xfrm>
              <a:off x="4128821" y="1753611"/>
              <a:ext cx="1639420" cy="307777"/>
            </a:xfrm>
            <a:prstGeom prst="rect">
              <a:avLst/>
            </a:prstGeom>
            <a:solidFill>
              <a:srgbClr val="2FBFC0"/>
            </a:solidFill>
          </p:spPr>
          <p:txBody>
            <a:bodyPr wrap="square">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ar-SA" sz="1400" b="1" i="0" u="none" strike="noStrike" kern="0" cap="none" spc="0" normalizeH="0" baseline="0" noProof="0" dirty="0">
                  <a:ln>
                    <a:noFill/>
                  </a:ln>
                  <a:solidFill>
                    <a:schemeClr val="bg1"/>
                  </a:solidFill>
                  <a:effectLst/>
                  <a:uLnTx/>
                  <a:uFillTx/>
                  <a:latin typeface="Neo Sans Arabic Bold" panose="020B0804030504040204" pitchFamily="34" charset="-78"/>
                  <a:cs typeface="Neo Sans Arabic Bold" panose="020B0804030504040204" pitchFamily="34" charset="-78"/>
                </a:rPr>
                <a:t>مكاسب سريعة</a:t>
              </a:r>
            </a:p>
          </p:txBody>
        </p:sp>
        <p:sp>
          <p:nvSpPr>
            <p:cNvPr id="32" name="مربع نص 48">
              <a:extLst>
                <a:ext uri="{FF2B5EF4-FFF2-40B4-BE49-F238E27FC236}">
                  <a16:creationId xmlns:a16="http://schemas.microsoft.com/office/drawing/2014/main" id="{B5675D9B-B2A3-AD48-2C85-26DC79C356ED}"/>
                </a:ext>
              </a:extLst>
            </p:cNvPr>
            <p:cNvSpPr txBox="1"/>
            <p:nvPr/>
          </p:nvSpPr>
          <p:spPr>
            <a:xfrm>
              <a:off x="4128821" y="5453487"/>
              <a:ext cx="1619410" cy="307521"/>
            </a:xfrm>
            <a:prstGeom prst="rect">
              <a:avLst/>
            </a:prstGeom>
            <a:solidFill>
              <a:srgbClr val="2FBFC0"/>
            </a:solidFill>
          </p:spPr>
          <p:txBody>
            <a:bodyPr wrap="square">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ar-SA" sz="1400" b="1" i="0" u="none" strike="noStrike" kern="0" cap="none" spc="0" normalizeH="0" baseline="0" noProof="0" dirty="0">
                  <a:ln>
                    <a:noFill/>
                  </a:ln>
                  <a:solidFill>
                    <a:schemeClr val="bg1"/>
                  </a:solidFill>
                  <a:effectLst/>
                  <a:uLnTx/>
                  <a:uFillTx/>
                  <a:latin typeface="Neo Sans Arabic Bold" panose="020B0804030504040204" pitchFamily="34" charset="-78"/>
                  <a:cs typeface="Neo Sans Arabic Bold" panose="020B0804030504040204" pitchFamily="34" charset="-78"/>
                </a:rPr>
                <a:t>أولوية متوسطة</a:t>
              </a:r>
            </a:p>
          </p:txBody>
        </p:sp>
      </p:grpSp>
      <p:sp>
        <p:nvSpPr>
          <p:cNvPr id="17" name="مربع نص 16">
            <a:extLst>
              <a:ext uri="{FF2B5EF4-FFF2-40B4-BE49-F238E27FC236}">
                <a16:creationId xmlns:a16="http://schemas.microsoft.com/office/drawing/2014/main" id="{BF6BDA99-1353-468D-9A16-AA4A7D4C686C}"/>
              </a:ext>
            </a:extLst>
          </p:cNvPr>
          <p:cNvSpPr txBox="1"/>
          <p:nvPr/>
        </p:nvSpPr>
        <p:spPr>
          <a:xfrm>
            <a:off x="2444068" y="3616025"/>
            <a:ext cx="3266985" cy="1077218"/>
          </a:xfrm>
          <a:prstGeom prst="rect">
            <a:avLst/>
          </a:prstGeom>
          <a:noFill/>
        </p:spPr>
        <p:txBody>
          <a:bodyPr wrap="square" rtlCol="1">
            <a:spAutoFit/>
          </a:bodyPr>
          <a:lstStyle/>
          <a:p>
            <a:pPr marL="342900" indent="-342900">
              <a:buFont typeface="+mj-lt"/>
              <a:buAutoNum type="arabicPeriod"/>
            </a:pPr>
            <a:r>
              <a:rPr lang="ar-SA" sz="1200" dirty="0"/>
              <a:t>الجهات الداعمة </a:t>
            </a:r>
          </a:p>
          <a:p>
            <a:pPr marL="342900" indent="-342900">
              <a:buFont typeface="+mj-lt"/>
              <a:buAutoNum type="arabicPeriod"/>
            </a:pPr>
            <a:r>
              <a:rPr lang="ar-SA" sz="1200" dirty="0"/>
              <a:t>الفرق التطوعية </a:t>
            </a:r>
          </a:p>
          <a:p>
            <a:pPr marL="342900" indent="-342900">
              <a:buFont typeface="+mj-lt"/>
              <a:buAutoNum type="arabicPeriod"/>
            </a:pPr>
            <a:r>
              <a:rPr lang="ar-SA" sz="1200" dirty="0"/>
              <a:t>الجهات الحكومية </a:t>
            </a:r>
          </a:p>
          <a:p>
            <a:r>
              <a:rPr lang="ar-SA" sz="1400" b="1" dirty="0"/>
              <a:t>لان الوصول سهل ، لكن </a:t>
            </a:r>
            <a:r>
              <a:rPr lang="ar-SA" sz="1400" b="1" dirty="0" err="1"/>
              <a:t>تاثيرهم</a:t>
            </a:r>
            <a:r>
              <a:rPr lang="ar-SA" sz="1400" b="1" dirty="0"/>
              <a:t> على المشروع ليس كبيرا</a:t>
            </a:r>
          </a:p>
        </p:txBody>
      </p:sp>
      <p:sp>
        <p:nvSpPr>
          <p:cNvPr id="18" name="مربع نص 17">
            <a:extLst>
              <a:ext uri="{FF2B5EF4-FFF2-40B4-BE49-F238E27FC236}">
                <a16:creationId xmlns:a16="http://schemas.microsoft.com/office/drawing/2014/main" id="{C7D9ACA0-7503-4035-958D-5B7E31EBE7B3}"/>
              </a:ext>
            </a:extLst>
          </p:cNvPr>
          <p:cNvSpPr txBox="1"/>
          <p:nvPr/>
        </p:nvSpPr>
        <p:spPr>
          <a:xfrm>
            <a:off x="8079545" y="2012776"/>
            <a:ext cx="2479445" cy="830997"/>
          </a:xfrm>
          <a:prstGeom prst="rect">
            <a:avLst/>
          </a:prstGeom>
          <a:noFill/>
        </p:spPr>
        <p:txBody>
          <a:bodyPr wrap="square" rtlCol="1">
            <a:spAutoFit/>
          </a:bodyPr>
          <a:lstStyle/>
          <a:p>
            <a:pPr marL="228600" indent="-228600">
              <a:buFont typeface="+mj-lt"/>
              <a:buAutoNum type="arabicPeriod"/>
            </a:pPr>
            <a:r>
              <a:rPr lang="ar-SA" sz="1200" dirty="0"/>
              <a:t>وزارة الموارد البشرية </a:t>
            </a:r>
          </a:p>
          <a:p>
            <a:pPr marL="228600" indent="-228600">
              <a:buFont typeface="+mj-lt"/>
              <a:buAutoNum type="arabicPeriod"/>
            </a:pPr>
            <a:r>
              <a:rPr lang="ar-SA" sz="1200" dirty="0"/>
              <a:t>المركز الوطني </a:t>
            </a:r>
          </a:p>
          <a:p>
            <a:r>
              <a:rPr lang="ar-SA" sz="1200" b="1" dirty="0"/>
              <a:t>شركاء كبار يحتاجون موافقات وإجراءات طويلة</a:t>
            </a:r>
          </a:p>
        </p:txBody>
      </p:sp>
      <p:sp>
        <p:nvSpPr>
          <p:cNvPr id="22" name="مربع نص 21">
            <a:extLst>
              <a:ext uri="{FF2B5EF4-FFF2-40B4-BE49-F238E27FC236}">
                <a16:creationId xmlns:a16="http://schemas.microsoft.com/office/drawing/2014/main" id="{B7063DEE-3229-4939-9F43-1364E1CDD8DD}"/>
              </a:ext>
            </a:extLst>
          </p:cNvPr>
          <p:cNvSpPr txBox="1"/>
          <p:nvPr/>
        </p:nvSpPr>
        <p:spPr>
          <a:xfrm>
            <a:off x="5640779" y="2974769"/>
            <a:ext cx="914400" cy="914400"/>
          </a:xfrm>
          <a:prstGeom prst="rect">
            <a:avLst/>
          </a:prstGeom>
          <a:noFill/>
        </p:spPr>
        <p:txBody>
          <a:bodyPr wrap="square" rtlCol="1">
            <a:spAutoFit/>
          </a:bodyPr>
          <a:lstStyle/>
          <a:p>
            <a:endParaRPr lang="ar-SA" dirty="0"/>
          </a:p>
        </p:txBody>
      </p:sp>
      <p:sp>
        <p:nvSpPr>
          <p:cNvPr id="23" name="مربع نص 22">
            <a:extLst>
              <a:ext uri="{FF2B5EF4-FFF2-40B4-BE49-F238E27FC236}">
                <a16:creationId xmlns:a16="http://schemas.microsoft.com/office/drawing/2014/main" id="{A8C8BFD9-5AD2-4615-BAB7-FF01D3D2A97F}"/>
              </a:ext>
            </a:extLst>
          </p:cNvPr>
          <p:cNvSpPr txBox="1"/>
          <p:nvPr/>
        </p:nvSpPr>
        <p:spPr>
          <a:xfrm>
            <a:off x="2363593" y="2012776"/>
            <a:ext cx="3368372" cy="1200329"/>
          </a:xfrm>
          <a:prstGeom prst="rect">
            <a:avLst/>
          </a:prstGeom>
          <a:noFill/>
        </p:spPr>
        <p:txBody>
          <a:bodyPr wrap="square" rtlCol="1">
            <a:spAutoFit/>
          </a:bodyPr>
          <a:lstStyle/>
          <a:p>
            <a:pPr marL="228600" indent="-228600">
              <a:buFont typeface="+mj-lt"/>
              <a:buAutoNum type="arabicPeriod"/>
            </a:pPr>
            <a:r>
              <a:rPr lang="ar-SA" sz="1200"/>
              <a:t>منصة مدد</a:t>
            </a:r>
          </a:p>
          <a:p>
            <a:pPr marL="228600" indent="-228600">
              <a:buFont typeface="+mj-lt"/>
              <a:buAutoNum type="arabicPeriod"/>
            </a:pPr>
            <a:r>
              <a:rPr lang="ar-SA" sz="1200"/>
              <a:t>إدارة المشاريع </a:t>
            </a:r>
          </a:p>
          <a:p>
            <a:pPr marL="228600" indent="-228600">
              <a:buFont typeface="+mj-lt"/>
              <a:buAutoNum type="arabicPeriod"/>
            </a:pPr>
            <a:r>
              <a:rPr lang="ar-SA" sz="1200"/>
              <a:t>عمليات التمكين</a:t>
            </a:r>
          </a:p>
          <a:p>
            <a:pPr marL="228600" indent="-228600">
              <a:buFont typeface="+mj-lt"/>
              <a:buAutoNum type="arabicPeriod"/>
            </a:pPr>
            <a:r>
              <a:rPr lang="ar-SA" sz="1200"/>
              <a:t>المناطق الجاهزة لتنفيذ </a:t>
            </a:r>
          </a:p>
          <a:p>
            <a:r>
              <a:rPr lang="ar-SA" sz="1200" b="1"/>
              <a:t>لان دورهم كبير ، تنفيذ الاعمال لديهم اسهل ، مما يعطي نتائج واضحة في وقت قصير</a:t>
            </a:r>
            <a:endParaRPr lang="ar-SA" sz="1200" b="1" dirty="0"/>
          </a:p>
        </p:txBody>
      </p:sp>
      <p:sp>
        <p:nvSpPr>
          <p:cNvPr id="24" name="مربع نص 23">
            <a:extLst>
              <a:ext uri="{FF2B5EF4-FFF2-40B4-BE49-F238E27FC236}">
                <a16:creationId xmlns:a16="http://schemas.microsoft.com/office/drawing/2014/main" id="{49E99075-577D-48FD-9D49-035C8F2CFCC0}"/>
              </a:ext>
            </a:extLst>
          </p:cNvPr>
          <p:cNvSpPr txBox="1"/>
          <p:nvPr/>
        </p:nvSpPr>
        <p:spPr>
          <a:xfrm>
            <a:off x="7576457" y="3643396"/>
            <a:ext cx="2903768" cy="830997"/>
          </a:xfrm>
          <a:prstGeom prst="rect">
            <a:avLst/>
          </a:prstGeom>
          <a:noFill/>
        </p:spPr>
        <p:txBody>
          <a:bodyPr wrap="square" rtlCol="1">
            <a:spAutoFit/>
          </a:bodyPr>
          <a:lstStyle/>
          <a:p>
            <a:pPr marL="228600" indent="-228600">
              <a:buFont typeface="+mj-lt"/>
              <a:buAutoNum type="arabicPeriod"/>
            </a:pPr>
            <a:r>
              <a:rPr lang="ar-SA" sz="1200" dirty="0"/>
              <a:t>جهات عامة </a:t>
            </a:r>
          </a:p>
          <a:p>
            <a:pPr marL="228600" indent="-228600">
              <a:buFont typeface="+mj-lt"/>
              <a:buAutoNum type="arabicPeriod"/>
            </a:pPr>
            <a:r>
              <a:rPr lang="ar-SA" sz="1200" dirty="0"/>
              <a:t>جمهور </a:t>
            </a:r>
          </a:p>
          <a:p>
            <a:pPr marL="228600" indent="-228600">
              <a:buFont typeface="+mj-lt"/>
              <a:buAutoNum type="arabicPeriod"/>
            </a:pPr>
            <a:r>
              <a:rPr lang="ar-SA" sz="1200" dirty="0"/>
              <a:t>جهات إعلامية غير ملتزمة </a:t>
            </a:r>
          </a:p>
          <a:p>
            <a:r>
              <a:rPr lang="ar-SA" sz="1200" b="1" dirty="0"/>
              <a:t>دورهم على المشروع محدود</a:t>
            </a:r>
          </a:p>
        </p:txBody>
      </p:sp>
    </p:spTree>
    <p:extLst>
      <p:ext uri="{BB962C8B-B14F-4D97-AF65-F5344CB8AC3E}">
        <p14:creationId xmlns:p14="http://schemas.microsoft.com/office/powerpoint/2010/main" val="148340194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a:extLst>
            <a:ext uri="{FF2B5EF4-FFF2-40B4-BE49-F238E27FC236}">
              <a16:creationId xmlns:a16="http://schemas.microsoft.com/office/drawing/2014/main" id="{8AFBF5C1-3EE9-563B-C277-6248CD3F97AF}"/>
            </a:ext>
          </a:extLst>
        </p:cNvPr>
        <p:cNvGrpSpPr/>
        <p:nvPr/>
      </p:nvGrpSpPr>
      <p:grpSpPr>
        <a:xfrm>
          <a:off x="0" y="0"/>
          <a:ext cx="0" cy="0"/>
          <a:chOff x="0" y="0"/>
          <a:chExt cx="0" cy="0"/>
        </a:xfrm>
      </p:grpSpPr>
      <p:sp>
        <p:nvSpPr>
          <p:cNvPr id="3" name="مربع نص 2">
            <a:extLst>
              <a:ext uri="{FF2B5EF4-FFF2-40B4-BE49-F238E27FC236}">
                <a16:creationId xmlns:a16="http://schemas.microsoft.com/office/drawing/2014/main" id="{173B8620-EBC8-52FB-B1F8-8A4B4FD06587}"/>
              </a:ext>
            </a:extLst>
          </p:cNvPr>
          <p:cNvSpPr txBox="1"/>
          <p:nvPr/>
        </p:nvSpPr>
        <p:spPr>
          <a:xfrm>
            <a:off x="4522343" y="504638"/>
            <a:ext cx="7180032" cy="573427"/>
          </a:xfrm>
          <a:prstGeom prst="rect">
            <a:avLst/>
          </a:prstGeom>
          <a:noFill/>
        </p:spPr>
        <p:txBody>
          <a:bodyPr wrap="square" rtlCol="1">
            <a:spAutoFit/>
          </a:bodyPr>
          <a:lstStyle/>
          <a:p>
            <a:pPr marL="0" marR="0" lvl="0" indent="0" algn="r" defTabSz="914400" rtl="1" eaLnBrk="1" fontAlgn="auto" latinLnBrk="0" hangingPunct="1">
              <a:lnSpc>
                <a:spcPct val="150000"/>
              </a:lnSpc>
              <a:spcBef>
                <a:spcPts val="0"/>
              </a:spcBef>
              <a:spcAft>
                <a:spcPts val="0"/>
              </a:spcAft>
              <a:buClrTx/>
              <a:buSzTx/>
              <a:buFontTx/>
              <a:buNone/>
              <a:tabLst/>
              <a:defRPr/>
            </a:pPr>
            <a:r>
              <a:rPr kumimoji="0" lang="ar-SA" sz="2400" b="0" i="0" u="none" strike="noStrike" kern="1200" cap="none" spc="0" normalizeH="0" baseline="0" noProof="0" dirty="0">
                <a:ln>
                  <a:noFill/>
                </a:ln>
                <a:solidFill>
                  <a:prstClr val="white"/>
                </a:solidFill>
                <a:effectLst/>
                <a:uLnTx/>
                <a:uFillTx/>
                <a:latin typeface="Neo Sans Arabic Medium" panose="020B0704030504040204" pitchFamily="34" charset="-78"/>
                <a:cs typeface="Neo Sans Arabic Medium" panose="020B0704030504040204" pitchFamily="34" charset="-78"/>
              </a:rPr>
              <a:t>تحليل صاحب المصلحة</a:t>
            </a:r>
            <a:endParaRPr kumimoji="0" lang="en-US" sz="2400" b="0" i="0" u="none" strike="noStrike" kern="1200" cap="none" spc="0" normalizeH="0" baseline="0" noProof="0" dirty="0">
              <a:ln>
                <a:noFill/>
              </a:ln>
              <a:solidFill>
                <a:prstClr val="white"/>
              </a:solidFill>
              <a:effectLst/>
              <a:uLnTx/>
              <a:uFillTx/>
              <a:latin typeface="Neo Sans Arabic Medium" panose="020B0704030504040204" pitchFamily="34" charset="-78"/>
              <a:cs typeface="Neo Sans Arabic Medium" panose="020B0704030504040204" pitchFamily="34" charset="-78"/>
            </a:endParaRPr>
          </a:p>
        </p:txBody>
      </p:sp>
      <p:graphicFrame>
        <p:nvGraphicFramePr>
          <p:cNvPr id="5" name="جدول 5">
            <a:extLst>
              <a:ext uri="{FF2B5EF4-FFF2-40B4-BE49-F238E27FC236}">
                <a16:creationId xmlns:a16="http://schemas.microsoft.com/office/drawing/2014/main" id="{FB0B1E34-4C55-649B-DAF3-D7334C4212DA}"/>
              </a:ext>
            </a:extLst>
          </p:cNvPr>
          <p:cNvGraphicFramePr>
            <a:graphicFrameLocks noGrp="1"/>
          </p:cNvGraphicFramePr>
          <p:nvPr>
            <p:extLst>
              <p:ext uri="{D42A27DB-BD31-4B8C-83A1-F6EECF244321}">
                <p14:modId xmlns:p14="http://schemas.microsoft.com/office/powerpoint/2010/main" val="2266320930"/>
              </p:ext>
            </p:extLst>
          </p:nvPr>
        </p:nvGraphicFramePr>
        <p:xfrm>
          <a:off x="762179" y="957393"/>
          <a:ext cx="11147460" cy="5900607"/>
        </p:xfrm>
        <a:graphic>
          <a:graphicData uri="http://schemas.openxmlformats.org/drawingml/2006/table">
            <a:tbl>
              <a:tblPr rtl="1" firstRow="1" bandRow="1"/>
              <a:tblGrid>
                <a:gridCol w="3868551">
                  <a:extLst>
                    <a:ext uri="{9D8B030D-6E8A-4147-A177-3AD203B41FA5}">
                      <a16:colId xmlns:a16="http://schemas.microsoft.com/office/drawing/2014/main" val="3509996526"/>
                    </a:ext>
                  </a:extLst>
                </a:gridCol>
                <a:gridCol w="3695481">
                  <a:extLst>
                    <a:ext uri="{9D8B030D-6E8A-4147-A177-3AD203B41FA5}">
                      <a16:colId xmlns:a16="http://schemas.microsoft.com/office/drawing/2014/main" val="1946176779"/>
                    </a:ext>
                  </a:extLst>
                </a:gridCol>
                <a:gridCol w="3583428">
                  <a:extLst>
                    <a:ext uri="{9D8B030D-6E8A-4147-A177-3AD203B41FA5}">
                      <a16:colId xmlns:a16="http://schemas.microsoft.com/office/drawing/2014/main" val="3489412770"/>
                    </a:ext>
                  </a:extLst>
                </a:gridCol>
              </a:tblGrid>
              <a:tr h="409088">
                <a:tc rowSpan="2">
                  <a:txBody>
                    <a:bodyPr/>
                    <a:lstStyle>
                      <a:lvl1pPr marL="0" algn="r" defTabSz="914400" rtl="1" eaLnBrk="1" latinLnBrk="0" hangingPunct="1">
                        <a:defRPr sz="1800" kern="1200">
                          <a:solidFill>
                            <a:schemeClr val="tx1"/>
                          </a:solidFill>
                          <a:latin typeface="Calibri"/>
                        </a:defRPr>
                      </a:lvl1pPr>
                      <a:lvl2pPr marL="457200" algn="r" defTabSz="914400" rtl="1" eaLnBrk="1" latinLnBrk="0" hangingPunct="1">
                        <a:defRPr sz="1800" kern="1200">
                          <a:solidFill>
                            <a:schemeClr val="tx1"/>
                          </a:solidFill>
                          <a:latin typeface="Calibri"/>
                        </a:defRPr>
                      </a:lvl2pPr>
                      <a:lvl3pPr marL="914400" algn="r" defTabSz="914400" rtl="1" eaLnBrk="1" latinLnBrk="0" hangingPunct="1">
                        <a:defRPr sz="1800" kern="1200">
                          <a:solidFill>
                            <a:schemeClr val="tx1"/>
                          </a:solidFill>
                          <a:latin typeface="Calibri"/>
                        </a:defRPr>
                      </a:lvl3pPr>
                      <a:lvl4pPr marL="1371600" algn="r" defTabSz="914400" rtl="1" eaLnBrk="1" latinLnBrk="0" hangingPunct="1">
                        <a:defRPr sz="1800" kern="1200">
                          <a:solidFill>
                            <a:schemeClr val="tx1"/>
                          </a:solidFill>
                          <a:latin typeface="Calibri"/>
                        </a:defRPr>
                      </a:lvl4pPr>
                      <a:lvl5pPr marL="1828800" algn="r" defTabSz="914400" rtl="1" eaLnBrk="1" latinLnBrk="0" hangingPunct="1">
                        <a:defRPr sz="1800" kern="1200">
                          <a:solidFill>
                            <a:schemeClr val="tx1"/>
                          </a:solidFill>
                          <a:latin typeface="Calibri"/>
                        </a:defRPr>
                      </a:lvl5pPr>
                      <a:lvl6pPr marL="2286000" algn="r" defTabSz="914400" rtl="1" eaLnBrk="1" latinLnBrk="0" hangingPunct="1">
                        <a:defRPr sz="1800" kern="1200">
                          <a:solidFill>
                            <a:schemeClr val="tx1"/>
                          </a:solidFill>
                          <a:latin typeface="Calibri"/>
                        </a:defRPr>
                      </a:lvl6pPr>
                      <a:lvl7pPr marL="2743200" algn="r" defTabSz="914400" rtl="1" eaLnBrk="1" latinLnBrk="0" hangingPunct="1">
                        <a:defRPr sz="1800" kern="1200">
                          <a:solidFill>
                            <a:schemeClr val="tx1"/>
                          </a:solidFill>
                          <a:latin typeface="Calibri"/>
                        </a:defRPr>
                      </a:lvl7pPr>
                      <a:lvl8pPr marL="3200400" algn="r" defTabSz="914400" rtl="1" eaLnBrk="1" latinLnBrk="0" hangingPunct="1">
                        <a:defRPr sz="1800" kern="1200">
                          <a:solidFill>
                            <a:schemeClr val="tx1"/>
                          </a:solidFill>
                          <a:latin typeface="Calibri"/>
                        </a:defRPr>
                      </a:lvl8pPr>
                      <a:lvl9pPr marL="3657600" algn="r" defTabSz="914400" rtl="1" eaLnBrk="1" latinLnBrk="0" hangingPunct="1">
                        <a:defRPr sz="1800" kern="1200">
                          <a:solidFill>
                            <a:schemeClr val="tx1"/>
                          </a:solidFill>
                          <a:latin typeface="Calibri"/>
                        </a:defRPr>
                      </a:lvl9pPr>
                    </a:lstStyle>
                    <a:p>
                      <a:pPr marL="0" marR="0" lvl="0" indent="0" algn="r" defTabSz="914400" rtl="1" eaLnBrk="1" fontAlgn="auto" latinLnBrk="0" hangingPunct="1">
                        <a:lnSpc>
                          <a:spcPct val="100000"/>
                        </a:lnSpc>
                        <a:spcBef>
                          <a:spcPts val="0"/>
                        </a:spcBef>
                        <a:spcAft>
                          <a:spcPts val="0"/>
                        </a:spcAft>
                        <a:buClrTx/>
                        <a:buSzTx/>
                        <a:buFontTx/>
                        <a:buNone/>
                        <a:tabLst/>
                        <a:defRPr/>
                      </a:pPr>
                      <a:endParaRPr lang="ar-SA" sz="1800" dirty="0">
                        <a:solidFill>
                          <a:schemeClr val="bg2">
                            <a:lumMod val="10000"/>
                          </a:schemeClr>
                        </a:solidFill>
                        <a:latin typeface="Neo Sans Arabic Medium" panose="020B0704030504040204" pitchFamily="34" charset="-78"/>
                        <a:cs typeface="Neo Sans Arabic Medium" panose="020B0704030504040204" pitchFamily="34" charset="-78"/>
                      </a:endParaRPr>
                    </a:p>
                    <a:p>
                      <a:pPr marL="0" marR="0" lvl="0" indent="0" algn="r" defTabSz="914400" rtl="1" eaLnBrk="1" fontAlgn="auto" latinLnBrk="0" hangingPunct="1">
                        <a:lnSpc>
                          <a:spcPct val="100000"/>
                        </a:lnSpc>
                        <a:spcBef>
                          <a:spcPts val="0"/>
                        </a:spcBef>
                        <a:spcAft>
                          <a:spcPts val="0"/>
                        </a:spcAft>
                        <a:buClrTx/>
                        <a:buSzTx/>
                        <a:buFontTx/>
                        <a:buNone/>
                        <a:tabLst/>
                        <a:defRPr/>
                      </a:pPr>
                      <a:r>
                        <a:rPr lang="ar-SA" sz="1800" dirty="0">
                          <a:solidFill>
                            <a:schemeClr val="bg2">
                              <a:lumMod val="10000"/>
                            </a:schemeClr>
                          </a:solidFill>
                          <a:latin typeface="Neo Sans Arabic Medium" panose="020B0704030504040204" pitchFamily="34" charset="-78"/>
                          <a:cs typeface="Neo Sans Arabic Medium" panose="020B0704030504040204" pitchFamily="34" charset="-78"/>
                        </a:rPr>
                        <a:t>صاحب المصلحة</a:t>
                      </a:r>
                    </a:p>
                  </a:txBody>
                  <a:tcPr>
                    <a:lnL w="12700" cmpd="sng">
                      <a:solidFill>
                        <a:sysClr val="window" lastClr="FFFFFF"/>
                      </a:solidFill>
                    </a:lnL>
                    <a:lnR w="12700" cap="flat" cmpd="sng" algn="ctr">
                      <a:solidFill>
                        <a:sysClr val="window" lastClr="FFFFFF"/>
                      </a:solidFill>
                      <a:prstDash val="solid"/>
                      <a:round/>
                      <a:headEnd type="none" w="med" len="med"/>
                      <a:tailEnd type="none" w="med" len="med"/>
                    </a:lnR>
                    <a:lnT w="12700" cmpd="sng">
                      <a:solidFill>
                        <a:sysClr val="window" lastClr="FFFFFF"/>
                      </a:solidFill>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r" defTabSz="914400" rtl="1" eaLnBrk="1" latinLnBrk="0" hangingPunct="1">
                        <a:defRPr sz="1800" kern="1200">
                          <a:solidFill>
                            <a:schemeClr val="tx1"/>
                          </a:solidFill>
                          <a:latin typeface="Calibri"/>
                        </a:defRPr>
                      </a:lvl1pPr>
                      <a:lvl2pPr marL="457200" algn="r" defTabSz="914400" rtl="1" eaLnBrk="1" latinLnBrk="0" hangingPunct="1">
                        <a:defRPr sz="1800" kern="1200">
                          <a:solidFill>
                            <a:schemeClr val="tx1"/>
                          </a:solidFill>
                          <a:latin typeface="Calibri"/>
                        </a:defRPr>
                      </a:lvl2pPr>
                      <a:lvl3pPr marL="914400" algn="r" defTabSz="914400" rtl="1" eaLnBrk="1" latinLnBrk="0" hangingPunct="1">
                        <a:defRPr sz="1800" kern="1200">
                          <a:solidFill>
                            <a:schemeClr val="tx1"/>
                          </a:solidFill>
                          <a:latin typeface="Calibri"/>
                        </a:defRPr>
                      </a:lvl3pPr>
                      <a:lvl4pPr marL="1371600" algn="r" defTabSz="914400" rtl="1" eaLnBrk="1" latinLnBrk="0" hangingPunct="1">
                        <a:defRPr sz="1800" kern="1200">
                          <a:solidFill>
                            <a:schemeClr val="tx1"/>
                          </a:solidFill>
                          <a:latin typeface="Calibri"/>
                        </a:defRPr>
                      </a:lvl4pPr>
                      <a:lvl5pPr marL="1828800" algn="r" defTabSz="914400" rtl="1" eaLnBrk="1" latinLnBrk="0" hangingPunct="1">
                        <a:defRPr sz="1800" kern="1200">
                          <a:solidFill>
                            <a:schemeClr val="tx1"/>
                          </a:solidFill>
                          <a:latin typeface="Calibri"/>
                        </a:defRPr>
                      </a:lvl5pPr>
                      <a:lvl6pPr marL="2286000" algn="r" defTabSz="914400" rtl="1" eaLnBrk="1" latinLnBrk="0" hangingPunct="1">
                        <a:defRPr sz="1800" kern="1200">
                          <a:solidFill>
                            <a:schemeClr val="tx1"/>
                          </a:solidFill>
                          <a:latin typeface="Calibri"/>
                        </a:defRPr>
                      </a:lvl6pPr>
                      <a:lvl7pPr marL="2743200" algn="r" defTabSz="914400" rtl="1" eaLnBrk="1" latinLnBrk="0" hangingPunct="1">
                        <a:defRPr sz="1800" kern="1200">
                          <a:solidFill>
                            <a:schemeClr val="tx1"/>
                          </a:solidFill>
                          <a:latin typeface="Calibri"/>
                        </a:defRPr>
                      </a:lvl7pPr>
                      <a:lvl8pPr marL="3200400" algn="r" defTabSz="914400" rtl="1" eaLnBrk="1" latinLnBrk="0" hangingPunct="1">
                        <a:defRPr sz="1800" kern="1200">
                          <a:solidFill>
                            <a:schemeClr val="tx1"/>
                          </a:solidFill>
                          <a:latin typeface="Calibri"/>
                        </a:defRPr>
                      </a:lvl8pPr>
                      <a:lvl9pPr marL="3657600" algn="r" defTabSz="914400" rtl="1" eaLnBrk="1" latinLnBrk="0" hangingPunct="1">
                        <a:defRPr sz="1800" kern="1200">
                          <a:solidFill>
                            <a:schemeClr val="tx1"/>
                          </a:solidFill>
                          <a:latin typeface="Calibri"/>
                        </a:defRPr>
                      </a:lvl9pPr>
                    </a:lstStyle>
                    <a:p>
                      <a:pPr marL="0" marR="0" lvl="0" indent="0" algn="r" defTabSz="1827886" rtl="1" eaLnBrk="1" fontAlgn="auto" latinLnBrk="0" hangingPunct="1">
                        <a:lnSpc>
                          <a:spcPct val="100000"/>
                        </a:lnSpc>
                        <a:spcBef>
                          <a:spcPts val="0"/>
                        </a:spcBef>
                        <a:spcAft>
                          <a:spcPts val="0"/>
                        </a:spcAft>
                        <a:buClrTx/>
                        <a:buSzTx/>
                        <a:buFontTx/>
                        <a:buNone/>
                        <a:tabLst/>
                        <a:defRPr/>
                      </a:pPr>
                      <a:r>
                        <a:rPr kumimoji="0" lang="ar-SA" sz="1800" b="0" i="0" u="none" strike="noStrike" kern="1200" cap="none" spc="0" normalizeH="0" baseline="0" noProof="0" dirty="0">
                          <a:ln>
                            <a:noFill/>
                          </a:ln>
                          <a:solidFill>
                            <a:srgbClr val="EDF9EF">
                              <a:lumMod val="10000"/>
                            </a:srgbClr>
                          </a:solidFill>
                          <a:effectLst/>
                          <a:highlight>
                            <a:srgbClr val="5ECDCB"/>
                          </a:highlight>
                          <a:uLnTx/>
                          <a:uFillTx/>
                          <a:latin typeface="Neo Sans Arabic Medium" panose="020B0704030504040204" pitchFamily="34" charset="-78"/>
                          <a:ea typeface="+mn-ea"/>
                          <a:cs typeface="Neo Sans Arabic Medium" panose="020B0704030504040204" pitchFamily="34" charset="-78"/>
                        </a:rPr>
                        <a:t>نقاط القوة </a:t>
                      </a:r>
                      <a:r>
                        <a:rPr kumimoji="0" lang="ar-SA" sz="1600" b="0" i="0" u="none" strike="noStrike" kern="1200" cap="none" spc="0" normalizeH="0" baseline="0" noProof="0" dirty="0">
                          <a:ln>
                            <a:noFill/>
                          </a:ln>
                          <a:solidFill>
                            <a:srgbClr val="EDF9EF">
                              <a:lumMod val="10000"/>
                            </a:srgbClr>
                          </a:solidFill>
                          <a:effectLst/>
                          <a:highlight>
                            <a:srgbClr val="5ECDCB"/>
                          </a:highlight>
                          <a:uLnTx/>
                          <a:uFillTx/>
                          <a:latin typeface="Neo Sans Arabic Medium" panose="020B0704030504040204" pitchFamily="34" charset="-78"/>
                          <a:ea typeface="+mn-ea"/>
                          <a:cs typeface="Neo Sans Arabic Medium" panose="020B0704030504040204" pitchFamily="34" charset="-78"/>
                        </a:rPr>
                        <a:t>- </a:t>
                      </a:r>
                      <a:r>
                        <a:rPr kumimoji="0" lang="en-US" sz="1600" b="0" i="0" u="none" strike="noStrike" kern="1200" cap="none" spc="0" normalizeH="0" baseline="0" noProof="0" dirty="0">
                          <a:ln>
                            <a:noFill/>
                          </a:ln>
                          <a:solidFill>
                            <a:srgbClr val="EDF9EF">
                              <a:lumMod val="10000"/>
                            </a:srgbClr>
                          </a:solidFill>
                          <a:effectLst/>
                          <a:highlight>
                            <a:srgbClr val="5ECDCB"/>
                          </a:highlight>
                          <a:uLnTx/>
                          <a:uFillTx/>
                          <a:latin typeface="Neo Sans Arabic Medium" panose="020B0704030504040204" pitchFamily="34" charset="-78"/>
                          <a:ea typeface="+mn-ea"/>
                          <a:cs typeface="Neo Sans Arabic Medium" panose="020B0704030504040204" pitchFamily="34" charset="-78"/>
                        </a:rPr>
                        <a:t>S</a:t>
                      </a:r>
                      <a:endParaRPr kumimoji="0" lang="ar-SA" sz="1600" b="0" i="0" u="none" strike="noStrike" kern="1200" cap="none" spc="0" normalizeH="0" baseline="0" noProof="0" dirty="0">
                        <a:ln>
                          <a:noFill/>
                        </a:ln>
                        <a:solidFill>
                          <a:srgbClr val="EDF9EF">
                            <a:lumMod val="10000"/>
                          </a:srgbClr>
                        </a:solidFill>
                        <a:effectLst/>
                        <a:highlight>
                          <a:srgbClr val="5ECDCB"/>
                        </a:highlight>
                        <a:uLnTx/>
                        <a:uFillTx/>
                        <a:latin typeface="Neo Sans Arabic Medium" panose="020B0704030504040204" pitchFamily="34" charset="-78"/>
                        <a:ea typeface="+mn-ea"/>
                        <a:cs typeface="Neo Sans Arabic Medium" panose="020B0704030504040204" pitchFamily="34" charset="-78"/>
                      </a:endParaRP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mpd="sng">
                      <a:solidFill>
                        <a:sysClr val="window" lastClr="FFFFFF"/>
                      </a:solidFill>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r" defTabSz="914400" rtl="1" eaLnBrk="1" latinLnBrk="0" hangingPunct="1">
                        <a:defRPr sz="1800" kern="1200">
                          <a:solidFill>
                            <a:schemeClr val="tx1"/>
                          </a:solidFill>
                          <a:latin typeface="Calibri"/>
                        </a:defRPr>
                      </a:lvl1pPr>
                      <a:lvl2pPr marL="457200" algn="r" defTabSz="914400" rtl="1" eaLnBrk="1" latinLnBrk="0" hangingPunct="1">
                        <a:defRPr sz="1800" kern="1200">
                          <a:solidFill>
                            <a:schemeClr val="tx1"/>
                          </a:solidFill>
                          <a:latin typeface="Calibri"/>
                        </a:defRPr>
                      </a:lvl2pPr>
                      <a:lvl3pPr marL="914400" algn="r" defTabSz="914400" rtl="1" eaLnBrk="1" latinLnBrk="0" hangingPunct="1">
                        <a:defRPr sz="1800" kern="1200">
                          <a:solidFill>
                            <a:schemeClr val="tx1"/>
                          </a:solidFill>
                          <a:latin typeface="Calibri"/>
                        </a:defRPr>
                      </a:lvl3pPr>
                      <a:lvl4pPr marL="1371600" algn="r" defTabSz="914400" rtl="1" eaLnBrk="1" latinLnBrk="0" hangingPunct="1">
                        <a:defRPr sz="1800" kern="1200">
                          <a:solidFill>
                            <a:schemeClr val="tx1"/>
                          </a:solidFill>
                          <a:latin typeface="Calibri"/>
                        </a:defRPr>
                      </a:lvl4pPr>
                      <a:lvl5pPr marL="1828800" algn="r" defTabSz="914400" rtl="1" eaLnBrk="1" latinLnBrk="0" hangingPunct="1">
                        <a:defRPr sz="1800" kern="1200">
                          <a:solidFill>
                            <a:schemeClr val="tx1"/>
                          </a:solidFill>
                          <a:latin typeface="Calibri"/>
                        </a:defRPr>
                      </a:lvl5pPr>
                      <a:lvl6pPr marL="2286000" algn="r" defTabSz="914400" rtl="1" eaLnBrk="1" latinLnBrk="0" hangingPunct="1">
                        <a:defRPr sz="1800" kern="1200">
                          <a:solidFill>
                            <a:schemeClr val="tx1"/>
                          </a:solidFill>
                          <a:latin typeface="Calibri"/>
                        </a:defRPr>
                      </a:lvl6pPr>
                      <a:lvl7pPr marL="2743200" algn="r" defTabSz="914400" rtl="1" eaLnBrk="1" latinLnBrk="0" hangingPunct="1">
                        <a:defRPr sz="1800" kern="1200">
                          <a:solidFill>
                            <a:schemeClr val="tx1"/>
                          </a:solidFill>
                          <a:latin typeface="Calibri"/>
                        </a:defRPr>
                      </a:lvl7pPr>
                      <a:lvl8pPr marL="3200400" algn="r" defTabSz="914400" rtl="1" eaLnBrk="1" latinLnBrk="0" hangingPunct="1">
                        <a:defRPr sz="1800" kern="1200">
                          <a:solidFill>
                            <a:schemeClr val="tx1"/>
                          </a:solidFill>
                          <a:latin typeface="Calibri"/>
                        </a:defRPr>
                      </a:lvl8pPr>
                      <a:lvl9pPr marL="3657600" algn="r" defTabSz="914400" rtl="1" eaLnBrk="1" latinLnBrk="0" hangingPunct="1">
                        <a:defRPr sz="1800" kern="1200">
                          <a:solidFill>
                            <a:schemeClr val="tx1"/>
                          </a:solidFill>
                          <a:latin typeface="Calibri"/>
                        </a:defRPr>
                      </a:lvl9pPr>
                    </a:lstStyle>
                    <a:p>
                      <a:pPr marL="0" algn="r" defTabSz="914400" rtl="1" eaLnBrk="1" latinLnBrk="0" hangingPunct="1"/>
                      <a:r>
                        <a:rPr lang="ar-SA" sz="1800" b="0" kern="1200" dirty="0">
                          <a:solidFill>
                            <a:schemeClr val="bg2">
                              <a:lumMod val="10000"/>
                            </a:schemeClr>
                          </a:solidFill>
                          <a:highlight>
                            <a:srgbClr val="FFFF00"/>
                          </a:highlight>
                          <a:latin typeface="Neo Sans Arabic Medium" panose="020B0704030504040204" pitchFamily="34" charset="-78"/>
                          <a:ea typeface="+mn-ea"/>
                          <a:cs typeface="Neo Sans Arabic Medium" panose="020B0704030504040204" pitchFamily="34" charset="-78"/>
                        </a:rPr>
                        <a:t>نقاط الضعف </a:t>
                      </a:r>
                      <a:r>
                        <a:rPr lang="ar-SA" sz="1600" b="1" kern="1200" dirty="0">
                          <a:solidFill>
                            <a:schemeClr val="bg2">
                              <a:lumMod val="10000"/>
                            </a:schemeClr>
                          </a:solidFill>
                          <a:highlight>
                            <a:srgbClr val="FFFF00"/>
                          </a:highlight>
                          <a:latin typeface="Neo Sans Arabic Medium" panose="020B0704030504040204" pitchFamily="34" charset="-78"/>
                          <a:ea typeface="+mn-ea"/>
                          <a:cs typeface="Neo Sans Arabic Medium" panose="020B0704030504040204" pitchFamily="34" charset="-78"/>
                        </a:rPr>
                        <a:t>- </a:t>
                      </a:r>
                      <a:r>
                        <a:rPr lang="en-US" sz="1600" b="1" kern="1200" dirty="0">
                          <a:solidFill>
                            <a:schemeClr val="bg2">
                              <a:lumMod val="10000"/>
                            </a:schemeClr>
                          </a:solidFill>
                          <a:highlight>
                            <a:srgbClr val="FFFF00"/>
                          </a:highlight>
                          <a:latin typeface="Neo Sans Arabic Medium" panose="020B0704030504040204" pitchFamily="34" charset="-78"/>
                          <a:ea typeface="+mn-ea"/>
                          <a:cs typeface="Neo Sans Arabic Medium" panose="020B0704030504040204" pitchFamily="34" charset="-78"/>
                        </a:rPr>
                        <a:t>W</a:t>
                      </a:r>
                    </a:p>
                  </a:txBody>
                  <a:tcPr>
                    <a:lnL w="12700" cap="flat" cmpd="sng" algn="ctr">
                      <a:solidFill>
                        <a:sysClr val="window" lastClr="FFFFFF"/>
                      </a:solidFill>
                      <a:prstDash val="solid"/>
                      <a:round/>
                      <a:headEnd type="none" w="med" len="med"/>
                      <a:tailEnd type="none" w="med" len="med"/>
                    </a:lnL>
                    <a:lnR w="12700" cmpd="sng">
                      <a:solidFill>
                        <a:sysClr val="window" lastClr="FFFFFF"/>
                      </a:solidFill>
                    </a:lnR>
                    <a:lnT w="12700" cmpd="sng">
                      <a:solidFill>
                        <a:sysClr val="window" lastClr="FFFFFF"/>
                      </a:solidFill>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824328982"/>
                  </a:ext>
                </a:extLst>
              </a:tr>
              <a:tr h="1680457">
                <a:tc vMerge="1">
                  <a:txBody>
                    <a:bodyPr/>
                    <a:lstStyle>
                      <a:lvl1pPr marL="0" algn="l" defTabSz="1827886" rtl="0" eaLnBrk="1" latinLnBrk="0" hangingPunct="1">
                        <a:defRPr sz="3598" b="1" kern="1200">
                          <a:solidFill>
                            <a:schemeClr val="lt1"/>
                          </a:solidFill>
                          <a:latin typeface="Calibri" panose="020F0502020204030204"/>
                        </a:defRPr>
                      </a:lvl1pPr>
                      <a:lvl2pPr marL="913943" algn="l" defTabSz="1827886" rtl="0" eaLnBrk="1" latinLnBrk="0" hangingPunct="1">
                        <a:defRPr sz="3598" b="1" kern="1200">
                          <a:solidFill>
                            <a:schemeClr val="lt1"/>
                          </a:solidFill>
                          <a:latin typeface="Calibri" panose="020F0502020204030204"/>
                        </a:defRPr>
                      </a:lvl2pPr>
                      <a:lvl3pPr marL="1827886" algn="l" defTabSz="1827886" rtl="0" eaLnBrk="1" latinLnBrk="0" hangingPunct="1">
                        <a:defRPr sz="3598" b="1" kern="1200">
                          <a:solidFill>
                            <a:schemeClr val="lt1"/>
                          </a:solidFill>
                          <a:latin typeface="Calibri" panose="020F0502020204030204"/>
                        </a:defRPr>
                      </a:lvl3pPr>
                      <a:lvl4pPr marL="2741828" algn="l" defTabSz="1827886" rtl="0" eaLnBrk="1" latinLnBrk="0" hangingPunct="1">
                        <a:defRPr sz="3598" b="1" kern="1200">
                          <a:solidFill>
                            <a:schemeClr val="lt1"/>
                          </a:solidFill>
                          <a:latin typeface="Calibri" panose="020F0502020204030204"/>
                        </a:defRPr>
                      </a:lvl4pPr>
                      <a:lvl5pPr marL="3655771" algn="l" defTabSz="1827886" rtl="0" eaLnBrk="1" latinLnBrk="0" hangingPunct="1">
                        <a:defRPr sz="3598" b="1" kern="1200">
                          <a:solidFill>
                            <a:schemeClr val="lt1"/>
                          </a:solidFill>
                          <a:latin typeface="Calibri" panose="020F0502020204030204"/>
                        </a:defRPr>
                      </a:lvl5pPr>
                      <a:lvl6pPr marL="4569714" algn="l" defTabSz="1827886" rtl="0" eaLnBrk="1" latinLnBrk="0" hangingPunct="1">
                        <a:defRPr sz="3598" b="1" kern="1200">
                          <a:solidFill>
                            <a:schemeClr val="lt1"/>
                          </a:solidFill>
                          <a:latin typeface="Calibri" panose="020F0502020204030204"/>
                        </a:defRPr>
                      </a:lvl6pPr>
                      <a:lvl7pPr marL="5483657" algn="l" defTabSz="1827886" rtl="0" eaLnBrk="1" latinLnBrk="0" hangingPunct="1">
                        <a:defRPr sz="3598" b="1" kern="1200">
                          <a:solidFill>
                            <a:schemeClr val="lt1"/>
                          </a:solidFill>
                          <a:latin typeface="Calibri" panose="020F0502020204030204"/>
                        </a:defRPr>
                      </a:lvl7pPr>
                      <a:lvl8pPr marL="6397600" algn="l" defTabSz="1827886" rtl="0" eaLnBrk="1" latinLnBrk="0" hangingPunct="1">
                        <a:defRPr sz="3598" b="1" kern="1200">
                          <a:solidFill>
                            <a:schemeClr val="lt1"/>
                          </a:solidFill>
                          <a:latin typeface="Calibri" panose="020F0502020204030204"/>
                        </a:defRPr>
                      </a:lvl8pPr>
                      <a:lvl9pPr marL="7311542" algn="l" defTabSz="1827886" rtl="0" eaLnBrk="1" latinLnBrk="0" hangingPunct="1">
                        <a:defRPr sz="3598" b="1" kern="1200">
                          <a:solidFill>
                            <a:schemeClr val="lt1"/>
                          </a:solidFill>
                          <a:latin typeface="Calibri" panose="020F0502020204030204"/>
                        </a:defRPr>
                      </a:lvl9pPr>
                    </a:lstStyle>
                    <a:p>
                      <a:endParaRPr dirty="0"/>
                    </a:p>
                  </a:txBody>
                  <a:tcPr anchor="ctr">
                    <a:lnL w="12700" cmpd="sng">
                      <a:solidFill>
                        <a:sysClr val="window" lastClr="FFFFFF"/>
                      </a:solidFill>
                    </a:lnL>
                    <a:lnR w="12700" cap="flat" cmpd="sng" algn="ctr">
                      <a:solidFill>
                        <a:schemeClr val="tx1"/>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827886" rtl="0" eaLnBrk="1" latinLnBrk="0" hangingPunct="1">
                        <a:defRPr sz="3598" b="1" kern="1200">
                          <a:solidFill>
                            <a:schemeClr val="lt1"/>
                          </a:solidFill>
                          <a:latin typeface="Calibri" panose="020F0502020204030204"/>
                        </a:defRPr>
                      </a:lvl1pPr>
                      <a:lvl2pPr marL="913943" algn="l" defTabSz="1827886" rtl="0" eaLnBrk="1" latinLnBrk="0" hangingPunct="1">
                        <a:defRPr sz="3598" b="1" kern="1200">
                          <a:solidFill>
                            <a:schemeClr val="lt1"/>
                          </a:solidFill>
                          <a:latin typeface="Calibri" panose="020F0502020204030204"/>
                        </a:defRPr>
                      </a:lvl2pPr>
                      <a:lvl3pPr marL="1827886" algn="l" defTabSz="1827886" rtl="0" eaLnBrk="1" latinLnBrk="0" hangingPunct="1">
                        <a:defRPr sz="3598" b="1" kern="1200">
                          <a:solidFill>
                            <a:schemeClr val="lt1"/>
                          </a:solidFill>
                          <a:latin typeface="Calibri" panose="020F0502020204030204"/>
                        </a:defRPr>
                      </a:lvl3pPr>
                      <a:lvl4pPr marL="2741828" algn="l" defTabSz="1827886" rtl="0" eaLnBrk="1" latinLnBrk="0" hangingPunct="1">
                        <a:defRPr sz="3598" b="1" kern="1200">
                          <a:solidFill>
                            <a:schemeClr val="lt1"/>
                          </a:solidFill>
                          <a:latin typeface="Calibri" panose="020F0502020204030204"/>
                        </a:defRPr>
                      </a:lvl4pPr>
                      <a:lvl5pPr marL="3655771" algn="l" defTabSz="1827886" rtl="0" eaLnBrk="1" latinLnBrk="0" hangingPunct="1">
                        <a:defRPr sz="3598" b="1" kern="1200">
                          <a:solidFill>
                            <a:schemeClr val="lt1"/>
                          </a:solidFill>
                          <a:latin typeface="Calibri" panose="020F0502020204030204"/>
                        </a:defRPr>
                      </a:lvl5pPr>
                      <a:lvl6pPr marL="4569714" algn="l" defTabSz="1827886" rtl="0" eaLnBrk="1" latinLnBrk="0" hangingPunct="1">
                        <a:defRPr sz="3598" b="1" kern="1200">
                          <a:solidFill>
                            <a:schemeClr val="lt1"/>
                          </a:solidFill>
                          <a:latin typeface="Calibri" panose="020F0502020204030204"/>
                        </a:defRPr>
                      </a:lvl6pPr>
                      <a:lvl7pPr marL="5483657" algn="l" defTabSz="1827886" rtl="0" eaLnBrk="1" latinLnBrk="0" hangingPunct="1">
                        <a:defRPr sz="3598" b="1" kern="1200">
                          <a:solidFill>
                            <a:schemeClr val="lt1"/>
                          </a:solidFill>
                          <a:latin typeface="Calibri" panose="020F0502020204030204"/>
                        </a:defRPr>
                      </a:lvl7pPr>
                      <a:lvl8pPr marL="6397600" algn="l" defTabSz="1827886" rtl="0" eaLnBrk="1" latinLnBrk="0" hangingPunct="1">
                        <a:defRPr sz="3598" b="1" kern="1200">
                          <a:solidFill>
                            <a:schemeClr val="lt1"/>
                          </a:solidFill>
                          <a:latin typeface="Calibri" panose="020F0502020204030204"/>
                        </a:defRPr>
                      </a:lvl8pPr>
                      <a:lvl9pPr marL="7311542" algn="l" defTabSz="1827886" rtl="0" eaLnBrk="1" latinLnBrk="0" hangingPunct="1">
                        <a:defRPr sz="3598" b="1" kern="1200">
                          <a:solidFill>
                            <a:schemeClr val="lt1"/>
                          </a:solidFill>
                          <a:latin typeface="Calibri" panose="020F0502020204030204"/>
                        </a:defRPr>
                      </a:lvl9pPr>
                    </a:lstStyle>
                    <a:p>
                      <a:pPr marL="285750" marR="0" lvl="0" indent="-285750" algn="justLow" defTabSz="914400" rtl="1" eaLnBrk="1" fontAlgn="auto" latinLnBrk="0" hangingPunct="1">
                        <a:lnSpc>
                          <a:spcPct val="100000"/>
                        </a:lnSpc>
                        <a:spcBef>
                          <a:spcPts val="0"/>
                        </a:spcBef>
                        <a:spcAft>
                          <a:spcPts val="0"/>
                        </a:spcAft>
                        <a:buClrTx/>
                        <a:buSzTx/>
                        <a:buFont typeface="Courier New" panose="02070309020205020404" pitchFamily="49" charset="0"/>
                        <a:buChar char="o"/>
                        <a:tabLst/>
                        <a:defRPr/>
                      </a:pPr>
                      <a:r>
                        <a:rPr kumimoji="0" lang="ar-SA" sz="1400" b="0" i="0" u="none" strike="noStrike" kern="1200" cap="none" spc="0" normalizeH="0" baseline="0" noProof="0" dirty="0">
                          <a:ln>
                            <a:noFill/>
                          </a:ln>
                          <a:solidFill>
                            <a:schemeClr val="bg2">
                              <a:lumMod val="10000"/>
                            </a:schemeClr>
                          </a:solidFill>
                          <a:effectLst/>
                          <a:uLnTx/>
                          <a:uFillTx/>
                          <a:latin typeface="Neo Sans Arabic Medium" panose="020B0704030504040204" pitchFamily="34" charset="-78"/>
                          <a:ea typeface="+mn-ea"/>
                          <a:cs typeface="Neo Sans Arabic Medium" panose="020B0704030504040204" pitchFamily="34" charset="-78"/>
                        </a:rPr>
                        <a:t>وجود شريك (ادامة</a:t>
                      </a:r>
                    </a:p>
                    <a:p>
                      <a:pPr marL="285750" marR="0" lvl="0" indent="-285750" algn="justLow" defTabSz="914400" rtl="1" eaLnBrk="1" fontAlgn="auto" latinLnBrk="0" hangingPunct="1">
                        <a:lnSpc>
                          <a:spcPct val="100000"/>
                        </a:lnSpc>
                        <a:spcBef>
                          <a:spcPts val="0"/>
                        </a:spcBef>
                        <a:spcAft>
                          <a:spcPts val="0"/>
                        </a:spcAft>
                        <a:buClrTx/>
                        <a:buSzTx/>
                        <a:buFont typeface="Courier New" panose="02070309020205020404" pitchFamily="49" charset="0"/>
                        <a:buChar char="o"/>
                        <a:tabLst/>
                        <a:defRPr/>
                      </a:pPr>
                      <a:r>
                        <a:rPr kumimoji="0" lang="ar-SA" sz="1400" b="0" i="0" u="none" strike="noStrike" kern="1200" cap="none" spc="0" normalizeH="0" baseline="0" noProof="0" dirty="0">
                          <a:ln>
                            <a:noFill/>
                          </a:ln>
                          <a:solidFill>
                            <a:schemeClr val="bg2">
                              <a:lumMod val="10000"/>
                            </a:schemeClr>
                          </a:solidFill>
                          <a:effectLst/>
                          <a:uLnTx/>
                          <a:uFillTx/>
                          <a:latin typeface="Neo Sans Arabic Medium" panose="020B0704030504040204" pitchFamily="34" charset="-78"/>
                          <a:ea typeface="+mn-ea"/>
                          <a:cs typeface="Neo Sans Arabic Medium" panose="020B0704030504040204" pitchFamily="34" charset="-78"/>
                        </a:rPr>
                        <a:t>وجود إدارة مشاريع داخلية تدعم التنفيذ </a:t>
                      </a:r>
                    </a:p>
                    <a:p>
                      <a:pPr marL="285750" marR="0" lvl="0" indent="-285750" algn="justLow" defTabSz="914400" rtl="1" eaLnBrk="1" fontAlgn="auto" latinLnBrk="0" hangingPunct="1">
                        <a:lnSpc>
                          <a:spcPct val="100000"/>
                        </a:lnSpc>
                        <a:spcBef>
                          <a:spcPts val="0"/>
                        </a:spcBef>
                        <a:spcAft>
                          <a:spcPts val="0"/>
                        </a:spcAft>
                        <a:buClrTx/>
                        <a:buSzTx/>
                        <a:buFont typeface="Courier New" panose="02070309020205020404" pitchFamily="49" charset="0"/>
                        <a:buChar char="o"/>
                        <a:tabLst/>
                        <a:defRPr/>
                      </a:pPr>
                      <a:r>
                        <a:rPr kumimoji="0" lang="ar-SA" sz="1400" b="0" i="0" u="none" strike="noStrike" kern="1200" cap="none" spc="0" normalizeH="0" baseline="0" noProof="0" dirty="0">
                          <a:ln>
                            <a:noFill/>
                          </a:ln>
                          <a:solidFill>
                            <a:schemeClr val="bg2">
                              <a:lumMod val="10000"/>
                            </a:schemeClr>
                          </a:solidFill>
                          <a:effectLst/>
                          <a:uLnTx/>
                          <a:uFillTx/>
                          <a:latin typeface="Neo Sans Arabic Medium" panose="020B0704030504040204" pitchFamily="34" charset="-78"/>
                          <a:ea typeface="+mn-ea"/>
                          <a:cs typeface="Neo Sans Arabic Medium" panose="020B0704030504040204" pitchFamily="34" charset="-78"/>
                        </a:rPr>
                        <a:t>مؤسسة الاميرة العنود ارض خصبة في تمكين المتطوعين</a:t>
                      </a:r>
                    </a:p>
                    <a:p>
                      <a:pPr marL="285750" marR="0" lvl="0" indent="-285750" algn="justLow" defTabSz="914400" rtl="1" eaLnBrk="1" fontAlgn="auto" latinLnBrk="0" hangingPunct="1">
                        <a:lnSpc>
                          <a:spcPct val="100000"/>
                        </a:lnSpc>
                        <a:spcBef>
                          <a:spcPts val="0"/>
                        </a:spcBef>
                        <a:spcAft>
                          <a:spcPts val="0"/>
                        </a:spcAft>
                        <a:buClrTx/>
                        <a:buSzTx/>
                        <a:buFont typeface="Courier New" panose="02070309020205020404" pitchFamily="49" charset="0"/>
                        <a:buChar char="o"/>
                        <a:tabLst/>
                        <a:defRPr/>
                      </a:pPr>
                      <a:r>
                        <a:rPr kumimoji="0" lang="ar-SA" sz="1400" b="0" i="0" u="none" strike="noStrike" kern="1200" cap="none" spc="0" normalizeH="0" baseline="0" noProof="0" dirty="0">
                          <a:ln>
                            <a:noFill/>
                          </a:ln>
                          <a:solidFill>
                            <a:schemeClr val="bg2">
                              <a:lumMod val="10000"/>
                            </a:schemeClr>
                          </a:solidFill>
                          <a:effectLst/>
                          <a:uLnTx/>
                          <a:uFillTx/>
                          <a:latin typeface="Neo Sans Arabic Medium" panose="020B0704030504040204" pitchFamily="34" charset="-78"/>
                          <a:ea typeface="+mn-ea"/>
                          <a:cs typeface="Neo Sans Arabic Medium" panose="020B0704030504040204" pitchFamily="34" charset="-78"/>
                        </a:rPr>
                        <a:t>انتشار مناطق التمكين 12 منطقة </a:t>
                      </a:r>
                    </a:p>
                    <a:p>
                      <a:pPr marL="285750" marR="0" lvl="0" indent="-285750" algn="justLow" defTabSz="914400" rtl="1" eaLnBrk="1" fontAlgn="auto" latinLnBrk="0" hangingPunct="1">
                        <a:lnSpc>
                          <a:spcPct val="100000"/>
                        </a:lnSpc>
                        <a:spcBef>
                          <a:spcPts val="0"/>
                        </a:spcBef>
                        <a:spcAft>
                          <a:spcPts val="0"/>
                        </a:spcAft>
                        <a:buClrTx/>
                        <a:buSzTx/>
                        <a:buFont typeface="Courier New" panose="02070309020205020404" pitchFamily="49" charset="0"/>
                        <a:buChar char="o"/>
                        <a:tabLst/>
                        <a:defRPr/>
                      </a:pPr>
                      <a:r>
                        <a:rPr kumimoji="0" lang="ar-SA" sz="1400" b="0" i="0" u="none" strike="noStrike" kern="1200" cap="none" spc="0" normalizeH="0" baseline="0" noProof="0" dirty="0">
                          <a:ln>
                            <a:noFill/>
                          </a:ln>
                          <a:solidFill>
                            <a:schemeClr val="bg2">
                              <a:lumMod val="10000"/>
                            </a:schemeClr>
                          </a:solidFill>
                          <a:effectLst/>
                          <a:uLnTx/>
                          <a:uFillTx/>
                          <a:latin typeface="Neo Sans Arabic Medium" panose="020B0704030504040204" pitchFamily="34" charset="-78"/>
                          <a:ea typeface="+mn-ea"/>
                          <a:cs typeface="Neo Sans Arabic Medium" panose="020B0704030504040204" pitchFamily="34" charset="-78"/>
                        </a:rPr>
                        <a:t>سرعة وصول الى المتطوعين وتنظيمهم </a:t>
                      </a:r>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1827886" rtl="0" eaLnBrk="1" latinLnBrk="0" hangingPunct="1">
                        <a:defRPr sz="3598" b="1" kern="1200">
                          <a:solidFill>
                            <a:schemeClr val="lt1"/>
                          </a:solidFill>
                          <a:latin typeface="Calibri" panose="020F0502020204030204"/>
                        </a:defRPr>
                      </a:lvl1pPr>
                      <a:lvl2pPr marL="913943" algn="l" defTabSz="1827886" rtl="0" eaLnBrk="1" latinLnBrk="0" hangingPunct="1">
                        <a:defRPr sz="3598" b="1" kern="1200">
                          <a:solidFill>
                            <a:schemeClr val="lt1"/>
                          </a:solidFill>
                          <a:latin typeface="Calibri" panose="020F0502020204030204"/>
                        </a:defRPr>
                      </a:lvl2pPr>
                      <a:lvl3pPr marL="1827886" algn="l" defTabSz="1827886" rtl="0" eaLnBrk="1" latinLnBrk="0" hangingPunct="1">
                        <a:defRPr sz="3598" b="1" kern="1200">
                          <a:solidFill>
                            <a:schemeClr val="lt1"/>
                          </a:solidFill>
                          <a:latin typeface="Calibri" panose="020F0502020204030204"/>
                        </a:defRPr>
                      </a:lvl3pPr>
                      <a:lvl4pPr marL="2741828" algn="l" defTabSz="1827886" rtl="0" eaLnBrk="1" latinLnBrk="0" hangingPunct="1">
                        <a:defRPr sz="3598" b="1" kern="1200">
                          <a:solidFill>
                            <a:schemeClr val="lt1"/>
                          </a:solidFill>
                          <a:latin typeface="Calibri" panose="020F0502020204030204"/>
                        </a:defRPr>
                      </a:lvl4pPr>
                      <a:lvl5pPr marL="3655771" algn="l" defTabSz="1827886" rtl="0" eaLnBrk="1" latinLnBrk="0" hangingPunct="1">
                        <a:defRPr sz="3598" b="1" kern="1200">
                          <a:solidFill>
                            <a:schemeClr val="lt1"/>
                          </a:solidFill>
                          <a:latin typeface="Calibri" panose="020F0502020204030204"/>
                        </a:defRPr>
                      </a:lvl5pPr>
                      <a:lvl6pPr marL="4569714" algn="l" defTabSz="1827886" rtl="0" eaLnBrk="1" latinLnBrk="0" hangingPunct="1">
                        <a:defRPr sz="3598" b="1" kern="1200">
                          <a:solidFill>
                            <a:schemeClr val="lt1"/>
                          </a:solidFill>
                          <a:latin typeface="Calibri" panose="020F0502020204030204"/>
                        </a:defRPr>
                      </a:lvl6pPr>
                      <a:lvl7pPr marL="5483657" algn="l" defTabSz="1827886" rtl="0" eaLnBrk="1" latinLnBrk="0" hangingPunct="1">
                        <a:defRPr sz="3598" b="1" kern="1200">
                          <a:solidFill>
                            <a:schemeClr val="lt1"/>
                          </a:solidFill>
                          <a:latin typeface="Calibri" panose="020F0502020204030204"/>
                        </a:defRPr>
                      </a:lvl7pPr>
                      <a:lvl8pPr marL="6397600" algn="l" defTabSz="1827886" rtl="0" eaLnBrk="1" latinLnBrk="0" hangingPunct="1">
                        <a:defRPr sz="3598" b="1" kern="1200">
                          <a:solidFill>
                            <a:schemeClr val="lt1"/>
                          </a:solidFill>
                          <a:latin typeface="Calibri" panose="020F0502020204030204"/>
                        </a:defRPr>
                      </a:lvl8pPr>
                      <a:lvl9pPr marL="7311542" algn="l" defTabSz="1827886" rtl="0" eaLnBrk="1" latinLnBrk="0" hangingPunct="1">
                        <a:defRPr sz="3598" b="1" kern="1200">
                          <a:solidFill>
                            <a:schemeClr val="lt1"/>
                          </a:solidFill>
                          <a:latin typeface="Calibri" panose="020F0502020204030204"/>
                        </a:defRPr>
                      </a:lvl9pPr>
                    </a:lstStyle>
                    <a:p>
                      <a:pPr marL="342900" indent="-342900" algn="r" defTabSz="914400" rtl="1" eaLnBrk="1" latinLnBrk="0" hangingPunct="1">
                        <a:lnSpc>
                          <a:spcPct val="100000"/>
                        </a:lnSpc>
                        <a:buFont typeface="Courier New" panose="02070309020205020404" pitchFamily="49" charset="0"/>
                        <a:buChar char="o"/>
                      </a:pPr>
                      <a:r>
                        <a:rPr lang="ar-SA" sz="1400" b="1" kern="1200" dirty="0">
                          <a:solidFill>
                            <a:schemeClr val="bg2">
                              <a:lumMod val="10000"/>
                            </a:schemeClr>
                          </a:solidFill>
                          <a:latin typeface="Neo Sans Arabic Medium" panose="020B0704030504040204" pitchFamily="34" charset="-78"/>
                          <a:ea typeface="+mn-ea"/>
                          <a:cs typeface="Neo Sans Arabic Medium" panose="020B0704030504040204" pitchFamily="34" charset="-78"/>
                        </a:rPr>
                        <a:t>تفاوت الجاهزية بين المناطق </a:t>
                      </a:r>
                    </a:p>
                    <a:p>
                      <a:pPr marL="342900" indent="-342900" algn="r" defTabSz="914400" rtl="1" eaLnBrk="1" latinLnBrk="0" hangingPunct="1">
                        <a:lnSpc>
                          <a:spcPct val="100000"/>
                        </a:lnSpc>
                        <a:buFont typeface="Courier New" panose="02070309020205020404" pitchFamily="49" charset="0"/>
                        <a:buChar char="o"/>
                      </a:pPr>
                      <a:r>
                        <a:rPr lang="ar-SA" sz="1400" b="1" kern="1200" dirty="0">
                          <a:solidFill>
                            <a:schemeClr val="bg2">
                              <a:lumMod val="10000"/>
                            </a:schemeClr>
                          </a:solidFill>
                          <a:latin typeface="Neo Sans Arabic Medium" panose="020B0704030504040204" pitchFamily="34" charset="-78"/>
                          <a:ea typeface="+mn-ea"/>
                          <a:cs typeface="Neo Sans Arabic Medium" panose="020B0704030504040204" pitchFamily="34" charset="-78"/>
                        </a:rPr>
                        <a:t>محدودية الموارد البشرية في بعض المناطق </a:t>
                      </a:r>
                    </a:p>
                    <a:p>
                      <a:pPr marL="342900" indent="-342900" algn="r" defTabSz="914400" rtl="1" eaLnBrk="1" latinLnBrk="0" hangingPunct="1">
                        <a:lnSpc>
                          <a:spcPct val="100000"/>
                        </a:lnSpc>
                        <a:buFont typeface="Courier New" panose="02070309020205020404" pitchFamily="49" charset="0"/>
                        <a:buChar char="o"/>
                      </a:pPr>
                      <a:r>
                        <a:rPr lang="ar-SA" sz="1400" b="1" kern="1200" dirty="0">
                          <a:solidFill>
                            <a:schemeClr val="bg2">
                              <a:lumMod val="10000"/>
                            </a:schemeClr>
                          </a:solidFill>
                          <a:latin typeface="Neo Sans Arabic Medium" panose="020B0704030504040204" pitchFamily="34" charset="-78"/>
                          <a:ea typeface="+mn-ea"/>
                          <a:cs typeface="Neo Sans Arabic Medium" panose="020B0704030504040204" pitchFamily="34" charset="-78"/>
                        </a:rPr>
                        <a:t>اختلاف مستوى الوعي بالمشروع بين الجهات </a:t>
                      </a:r>
                    </a:p>
                    <a:p>
                      <a:pPr marL="342900" indent="-342900" algn="r" defTabSz="914400" rtl="1" eaLnBrk="1" latinLnBrk="0" hangingPunct="1">
                        <a:lnSpc>
                          <a:spcPct val="100000"/>
                        </a:lnSpc>
                        <a:buFont typeface="Courier New" panose="02070309020205020404" pitchFamily="49" charset="0"/>
                        <a:buChar char="o"/>
                      </a:pPr>
                      <a:r>
                        <a:rPr lang="ar-SA" sz="1400" b="1" kern="1200" dirty="0">
                          <a:solidFill>
                            <a:schemeClr val="bg2">
                              <a:lumMod val="10000"/>
                            </a:schemeClr>
                          </a:solidFill>
                          <a:latin typeface="Neo Sans Arabic Medium" panose="020B0704030504040204" pitchFamily="34" charset="-78"/>
                          <a:ea typeface="+mn-ea"/>
                          <a:cs typeface="Neo Sans Arabic Medium" panose="020B0704030504040204" pitchFamily="34" charset="-78"/>
                        </a:rPr>
                        <a:t>بطء تنفيذ بعض الشركاء</a:t>
                      </a:r>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extLst>
                  <a:ext uri="{0D108BD9-81ED-4DB2-BD59-A6C34878D82A}">
                    <a16:rowId xmlns:a16="http://schemas.microsoft.com/office/drawing/2014/main" val="2955168958"/>
                  </a:ext>
                </a:extLst>
              </a:tr>
              <a:tr h="1768902">
                <a:tc>
                  <a:txBody>
                    <a:bodyPr/>
                    <a:lstStyle>
                      <a:lvl1pPr marL="0" algn="r" defTabSz="914400" rtl="1" eaLnBrk="1" latinLnBrk="0" hangingPunct="1">
                        <a:defRPr sz="1800" kern="1200">
                          <a:solidFill>
                            <a:schemeClr val="tx1"/>
                          </a:solidFill>
                          <a:latin typeface="Calibri"/>
                        </a:defRPr>
                      </a:lvl1pPr>
                      <a:lvl2pPr marL="457200" algn="r" defTabSz="914400" rtl="1" eaLnBrk="1" latinLnBrk="0" hangingPunct="1">
                        <a:defRPr sz="1800" kern="1200">
                          <a:solidFill>
                            <a:schemeClr val="tx1"/>
                          </a:solidFill>
                          <a:latin typeface="Calibri"/>
                        </a:defRPr>
                      </a:lvl2pPr>
                      <a:lvl3pPr marL="914400" algn="r" defTabSz="914400" rtl="1" eaLnBrk="1" latinLnBrk="0" hangingPunct="1">
                        <a:defRPr sz="1800" kern="1200">
                          <a:solidFill>
                            <a:schemeClr val="tx1"/>
                          </a:solidFill>
                          <a:latin typeface="Calibri"/>
                        </a:defRPr>
                      </a:lvl3pPr>
                      <a:lvl4pPr marL="1371600" algn="r" defTabSz="914400" rtl="1" eaLnBrk="1" latinLnBrk="0" hangingPunct="1">
                        <a:defRPr sz="1800" kern="1200">
                          <a:solidFill>
                            <a:schemeClr val="tx1"/>
                          </a:solidFill>
                          <a:latin typeface="Calibri"/>
                        </a:defRPr>
                      </a:lvl4pPr>
                      <a:lvl5pPr marL="1828800" algn="r" defTabSz="914400" rtl="1" eaLnBrk="1" latinLnBrk="0" hangingPunct="1">
                        <a:defRPr sz="1800" kern="1200">
                          <a:solidFill>
                            <a:schemeClr val="tx1"/>
                          </a:solidFill>
                          <a:latin typeface="Calibri"/>
                        </a:defRPr>
                      </a:lvl5pPr>
                      <a:lvl6pPr marL="2286000" algn="r" defTabSz="914400" rtl="1" eaLnBrk="1" latinLnBrk="0" hangingPunct="1">
                        <a:defRPr sz="1800" kern="1200">
                          <a:solidFill>
                            <a:schemeClr val="tx1"/>
                          </a:solidFill>
                          <a:latin typeface="Calibri"/>
                        </a:defRPr>
                      </a:lvl6pPr>
                      <a:lvl7pPr marL="2743200" algn="r" defTabSz="914400" rtl="1" eaLnBrk="1" latinLnBrk="0" hangingPunct="1">
                        <a:defRPr sz="1800" kern="1200">
                          <a:solidFill>
                            <a:schemeClr val="tx1"/>
                          </a:solidFill>
                          <a:latin typeface="Calibri"/>
                        </a:defRPr>
                      </a:lvl7pPr>
                      <a:lvl8pPr marL="3200400" algn="r" defTabSz="914400" rtl="1" eaLnBrk="1" latinLnBrk="0" hangingPunct="1">
                        <a:defRPr sz="1800" kern="1200">
                          <a:solidFill>
                            <a:schemeClr val="tx1"/>
                          </a:solidFill>
                          <a:latin typeface="Calibri"/>
                        </a:defRPr>
                      </a:lvl8pPr>
                      <a:lvl9pPr marL="3657600" algn="r" defTabSz="914400" rtl="1" eaLnBrk="1" latinLnBrk="0" hangingPunct="1">
                        <a:defRPr sz="1800" kern="1200">
                          <a:solidFill>
                            <a:schemeClr val="tx1"/>
                          </a:solidFill>
                          <a:latin typeface="Calibri"/>
                        </a:defRPr>
                      </a:lvl9pPr>
                    </a:lstStyle>
                    <a:p>
                      <a:pPr algn="r" rtl="1"/>
                      <a:r>
                        <a:rPr lang="ar-SA" sz="1600" b="0" dirty="0">
                          <a:solidFill>
                            <a:schemeClr val="bg2">
                              <a:lumMod val="10000"/>
                            </a:schemeClr>
                          </a:solidFill>
                          <a:highlight>
                            <a:srgbClr val="FF00FF"/>
                          </a:highlight>
                          <a:latin typeface="Neo Sans Arabic Medium" panose="020B0704030504040204" pitchFamily="34" charset="-78"/>
                          <a:cs typeface="Neo Sans Arabic Medium" panose="020B0704030504040204" pitchFamily="34" charset="-78"/>
                        </a:rPr>
                        <a:t>الفرص - </a:t>
                      </a:r>
                      <a:r>
                        <a:rPr lang="en-US" sz="1600" b="0" dirty="0">
                          <a:solidFill>
                            <a:schemeClr val="bg2">
                              <a:lumMod val="10000"/>
                            </a:schemeClr>
                          </a:solidFill>
                          <a:highlight>
                            <a:srgbClr val="FF00FF"/>
                          </a:highlight>
                          <a:latin typeface="Neo Sans Arabic Medium" panose="020B0704030504040204" pitchFamily="34" charset="-78"/>
                          <a:cs typeface="Neo Sans Arabic Medium" panose="020B0704030504040204" pitchFamily="34" charset="-78"/>
                        </a:rPr>
                        <a:t>O</a:t>
                      </a:r>
                    </a:p>
                    <a:p>
                      <a:pPr algn="r" rtl="1"/>
                      <a:endParaRPr lang="en-US" sz="1600" b="0" dirty="0">
                        <a:solidFill>
                          <a:schemeClr val="bg2">
                            <a:lumMod val="10000"/>
                          </a:schemeClr>
                        </a:solidFill>
                        <a:highlight>
                          <a:srgbClr val="FF00FF"/>
                        </a:highlight>
                        <a:latin typeface="Neo Sans Arabic Medium" panose="020B0704030504040204" pitchFamily="34" charset="-78"/>
                        <a:cs typeface="Neo Sans Arabic Medium" panose="020B0704030504040204" pitchFamily="34" charset="-78"/>
                      </a:endParaRPr>
                    </a:p>
                    <a:p>
                      <a:pPr marL="285750" indent="-285750" algn="r" rtl="1">
                        <a:buFont typeface="Courier New" panose="02070309020205020404" pitchFamily="49" charset="0"/>
                        <a:buChar char="o"/>
                      </a:pPr>
                      <a:r>
                        <a:rPr lang="ar-SA" sz="1400" b="1" dirty="0">
                          <a:solidFill>
                            <a:schemeClr val="bg2">
                              <a:lumMod val="10000"/>
                            </a:schemeClr>
                          </a:solidFill>
                          <a:latin typeface="Neo Sans Arabic Medium" panose="020B0704030504040204" pitchFamily="34" charset="-78"/>
                          <a:cs typeface="Neo Sans Arabic Medium" panose="020B0704030504040204" pitchFamily="34" charset="-78"/>
                        </a:rPr>
                        <a:t>دعم حكومي لمنصات التطوع</a:t>
                      </a:r>
                    </a:p>
                    <a:p>
                      <a:pPr marL="285750" indent="-285750" algn="r" rtl="1">
                        <a:buFont typeface="Courier New" panose="02070309020205020404" pitchFamily="49" charset="0"/>
                        <a:buChar char="o"/>
                      </a:pPr>
                      <a:r>
                        <a:rPr lang="ar-SA" sz="1400" b="1" dirty="0">
                          <a:solidFill>
                            <a:schemeClr val="bg2">
                              <a:lumMod val="10000"/>
                            </a:schemeClr>
                          </a:solidFill>
                          <a:latin typeface="Neo Sans Arabic Medium" panose="020B0704030504040204" pitchFamily="34" charset="-78"/>
                          <a:cs typeface="Neo Sans Arabic Medium" panose="020B0704030504040204" pitchFamily="34" charset="-78"/>
                        </a:rPr>
                        <a:t>ارتفاع اهتمام القطاع الخاص بالشراكات المجتمعية</a:t>
                      </a:r>
                    </a:p>
                    <a:p>
                      <a:pPr marL="285750" indent="-285750" algn="r" rtl="1">
                        <a:buFont typeface="Courier New" panose="02070309020205020404" pitchFamily="49" charset="0"/>
                        <a:buChar char="o"/>
                      </a:pPr>
                      <a:r>
                        <a:rPr lang="ar-SA" sz="1400" b="1" dirty="0">
                          <a:solidFill>
                            <a:schemeClr val="bg2">
                              <a:lumMod val="10000"/>
                            </a:schemeClr>
                          </a:solidFill>
                          <a:latin typeface="Neo Sans Arabic Medium" panose="020B0704030504040204" pitchFamily="34" charset="-78"/>
                          <a:cs typeface="Neo Sans Arabic Medium" panose="020B0704030504040204" pitchFamily="34" charset="-78"/>
                        </a:rPr>
                        <a:t>توسع مبادرات العنود في التمكين المجتمعي </a:t>
                      </a:r>
                    </a:p>
                    <a:p>
                      <a:pPr marL="285750" indent="-285750" algn="r" rtl="1">
                        <a:buFont typeface="Courier New" panose="02070309020205020404" pitchFamily="49" charset="0"/>
                        <a:buChar char="o"/>
                      </a:pPr>
                      <a:r>
                        <a:rPr lang="ar-SA" sz="1400" b="1" dirty="0">
                          <a:solidFill>
                            <a:schemeClr val="bg2">
                              <a:lumMod val="10000"/>
                            </a:schemeClr>
                          </a:solidFill>
                          <a:latin typeface="Neo Sans Arabic Medium" panose="020B0704030504040204" pitchFamily="34" charset="-78"/>
                          <a:cs typeface="Neo Sans Arabic Medium" panose="020B0704030504040204" pitchFamily="34" charset="-78"/>
                        </a:rPr>
                        <a:t>إمكانية استقطاب دعم إضافي للمشروع</a:t>
                      </a:r>
                      <a:endParaRPr lang="en-US" sz="1400" b="1" dirty="0">
                        <a:solidFill>
                          <a:schemeClr val="bg2">
                            <a:lumMod val="10000"/>
                          </a:schemeClr>
                        </a:solidFill>
                        <a:latin typeface="Neo Sans Arabic Medium" panose="020B0704030504040204" pitchFamily="34" charset="-78"/>
                        <a:cs typeface="Neo Sans Arabic Medium" panose="020B0704030504040204" pitchFamily="34" charset="-78"/>
                      </a:endParaRPr>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r" defTabSz="914400" rtl="1" eaLnBrk="1" latinLnBrk="0" hangingPunct="1">
                        <a:defRPr sz="1800" kern="1200">
                          <a:solidFill>
                            <a:schemeClr val="tx1"/>
                          </a:solidFill>
                          <a:latin typeface="Calibri"/>
                        </a:defRPr>
                      </a:lvl1pPr>
                      <a:lvl2pPr marL="457200" algn="r" defTabSz="914400" rtl="1" eaLnBrk="1" latinLnBrk="0" hangingPunct="1">
                        <a:defRPr sz="1800" kern="1200">
                          <a:solidFill>
                            <a:schemeClr val="tx1"/>
                          </a:solidFill>
                          <a:latin typeface="Calibri"/>
                        </a:defRPr>
                      </a:lvl2pPr>
                      <a:lvl3pPr marL="914400" algn="r" defTabSz="914400" rtl="1" eaLnBrk="1" latinLnBrk="0" hangingPunct="1">
                        <a:defRPr sz="1800" kern="1200">
                          <a:solidFill>
                            <a:schemeClr val="tx1"/>
                          </a:solidFill>
                          <a:latin typeface="Calibri"/>
                        </a:defRPr>
                      </a:lvl3pPr>
                      <a:lvl4pPr marL="1371600" algn="r" defTabSz="914400" rtl="1" eaLnBrk="1" latinLnBrk="0" hangingPunct="1">
                        <a:defRPr sz="1800" kern="1200">
                          <a:solidFill>
                            <a:schemeClr val="tx1"/>
                          </a:solidFill>
                          <a:latin typeface="Calibri"/>
                        </a:defRPr>
                      </a:lvl4pPr>
                      <a:lvl5pPr marL="1828800" algn="r" defTabSz="914400" rtl="1" eaLnBrk="1" latinLnBrk="0" hangingPunct="1">
                        <a:defRPr sz="1800" kern="1200">
                          <a:solidFill>
                            <a:schemeClr val="tx1"/>
                          </a:solidFill>
                          <a:latin typeface="Calibri"/>
                        </a:defRPr>
                      </a:lvl5pPr>
                      <a:lvl6pPr marL="2286000" algn="r" defTabSz="914400" rtl="1" eaLnBrk="1" latinLnBrk="0" hangingPunct="1">
                        <a:defRPr sz="1800" kern="1200">
                          <a:solidFill>
                            <a:schemeClr val="tx1"/>
                          </a:solidFill>
                          <a:latin typeface="Calibri"/>
                        </a:defRPr>
                      </a:lvl6pPr>
                      <a:lvl7pPr marL="2743200" algn="r" defTabSz="914400" rtl="1" eaLnBrk="1" latinLnBrk="0" hangingPunct="1">
                        <a:defRPr sz="1800" kern="1200">
                          <a:solidFill>
                            <a:schemeClr val="tx1"/>
                          </a:solidFill>
                          <a:latin typeface="Calibri"/>
                        </a:defRPr>
                      </a:lvl7pPr>
                      <a:lvl8pPr marL="3200400" algn="r" defTabSz="914400" rtl="1" eaLnBrk="1" latinLnBrk="0" hangingPunct="1">
                        <a:defRPr sz="1800" kern="1200">
                          <a:solidFill>
                            <a:schemeClr val="tx1"/>
                          </a:solidFill>
                          <a:latin typeface="Calibri"/>
                        </a:defRPr>
                      </a:lvl8pPr>
                      <a:lvl9pPr marL="3657600" algn="r" defTabSz="914400" rtl="1" eaLnBrk="1" latinLnBrk="0" hangingPunct="1">
                        <a:defRPr sz="1800" kern="1200">
                          <a:solidFill>
                            <a:schemeClr val="tx1"/>
                          </a:solidFill>
                          <a:latin typeface="Calibri"/>
                        </a:defRPr>
                      </a:lvl9pPr>
                    </a:lstStyle>
                    <a:p>
                      <a:pPr marL="0" marR="0" lvl="0" indent="0" algn="justLow" defTabSz="914400" rtl="1" eaLnBrk="1" fontAlgn="auto" latinLnBrk="0" hangingPunct="1">
                        <a:lnSpc>
                          <a:spcPct val="100000"/>
                        </a:lnSpc>
                        <a:spcBef>
                          <a:spcPts val="0"/>
                        </a:spcBef>
                        <a:spcAft>
                          <a:spcPts val="0"/>
                        </a:spcAft>
                        <a:buClrTx/>
                        <a:buSzTx/>
                        <a:buFont typeface="Wingdings" panose="05000000000000000000" pitchFamily="2" charset="2"/>
                        <a:buNone/>
                        <a:tabLst/>
                        <a:defRPr/>
                      </a:pPr>
                      <a:r>
                        <a:rPr lang="en-US" sz="1600" b="1" kern="1200" dirty="0">
                          <a:solidFill>
                            <a:schemeClr val="bg2">
                              <a:lumMod val="10000"/>
                            </a:schemeClr>
                          </a:solidFill>
                          <a:latin typeface="Neo Sans Arabic Medium" panose="020B0704030504040204" pitchFamily="34" charset="-78"/>
                          <a:ea typeface="+mn-ea"/>
                          <a:cs typeface="Neo Sans Arabic Medium" panose="020B0704030504040204" pitchFamily="34" charset="-78"/>
                        </a:rPr>
                        <a:t>S-O Strategies</a:t>
                      </a:r>
                      <a:endParaRPr lang="ar-SA" sz="1600" b="1" kern="1200" dirty="0">
                        <a:solidFill>
                          <a:schemeClr val="bg2">
                            <a:lumMod val="10000"/>
                          </a:schemeClr>
                        </a:solidFill>
                        <a:latin typeface="Neo Sans Arabic Medium" panose="020B0704030504040204" pitchFamily="34" charset="-78"/>
                        <a:ea typeface="+mn-ea"/>
                        <a:cs typeface="Neo Sans Arabic Medium" panose="020B0704030504040204" pitchFamily="34" charset="-78"/>
                      </a:endParaRPr>
                    </a:p>
                    <a:p>
                      <a:pPr marL="0" marR="0" lvl="0" indent="0" algn="justLow" defTabSz="914400" rtl="1" eaLnBrk="1" fontAlgn="auto" latinLnBrk="0" hangingPunct="1">
                        <a:lnSpc>
                          <a:spcPct val="100000"/>
                        </a:lnSpc>
                        <a:spcBef>
                          <a:spcPts val="0"/>
                        </a:spcBef>
                        <a:spcAft>
                          <a:spcPts val="0"/>
                        </a:spcAft>
                        <a:buClrTx/>
                        <a:buSzTx/>
                        <a:buFont typeface="Wingdings" panose="05000000000000000000" pitchFamily="2" charset="2"/>
                        <a:buNone/>
                        <a:tabLst/>
                        <a:defRPr/>
                      </a:pPr>
                      <a:endParaRPr lang="ar-SA" sz="1400" b="1" kern="1200" dirty="0">
                        <a:solidFill>
                          <a:schemeClr val="bg2">
                            <a:lumMod val="10000"/>
                          </a:schemeClr>
                        </a:solidFill>
                        <a:latin typeface="Neo Sans Arabic Medium" panose="020B0704030504040204" pitchFamily="34" charset="-78"/>
                        <a:ea typeface="+mn-ea"/>
                        <a:cs typeface="Neo Sans Arabic Medium" panose="020B0704030504040204" pitchFamily="34" charset="-78"/>
                      </a:endParaRPr>
                    </a:p>
                    <a:p>
                      <a:pPr marL="285750" marR="0" lvl="0" indent="-285750" algn="justLow" defTabSz="914400" rtl="1" eaLnBrk="1" fontAlgn="auto" latinLnBrk="0" hangingPunct="1">
                        <a:lnSpc>
                          <a:spcPct val="100000"/>
                        </a:lnSpc>
                        <a:spcBef>
                          <a:spcPts val="0"/>
                        </a:spcBef>
                        <a:spcAft>
                          <a:spcPts val="0"/>
                        </a:spcAft>
                        <a:buClrTx/>
                        <a:buSzTx/>
                        <a:buFont typeface="Courier New" panose="02070309020205020404" pitchFamily="49" charset="0"/>
                        <a:buChar char="o"/>
                        <a:tabLst/>
                        <a:defRPr/>
                      </a:pPr>
                      <a:r>
                        <a:rPr lang="ar-SA" sz="1400" b="1" kern="1200" dirty="0">
                          <a:solidFill>
                            <a:schemeClr val="bg2">
                              <a:lumMod val="10000"/>
                            </a:schemeClr>
                          </a:solidFill>
                          <a:latin typeface="Neo Sans Arabic Medium" panose="020B0704030504040204" pitchFamily="34" charset="-78"/>
                          <a:ea typeface="+mn-ea"/>
                          <a:cs typeface="Neo Sans Arabic Medium" panose="020B0704030504040204" pitchFamily="34" charset="-78"/>
                        </a:rPr>
                        <a:t>استثمار جاهزية منصة مدد لتوسيع نطاق المتطوعين </a:t>
                      </a:r>
                    </a:p>
                    <a:p>
                      <a:pPr marL="285750" marR="0" lvl="0" indent="-285750" algn="justLow" defTabSz="914400" rtl="1" eaLnBrk="1" fontAlgn="auto" latinLnBrk="0" hangingPunct="1">
                        <a:lnSpc>
                          <a:spcPct val="100000"/>
                        </a:lnSpc>
                        <a:spcBef>
                          <a:spcPts val="0"/>
                        </a:spcBef>
                        <a:spcAft>
                          <a:spcPts val="0"/>
                        </a:spcAft>
                        <a:buClrTx/>
                        <a:buSzTx/>
                        <a:buFont typeface="Courier New" panose="02070309020205020404" pitchFamily="49" charset="0"/>
                        <a:buChar char="o"/>
                        <a:tabLst/>
                        <a:defRPr/>
                      </a:pPr>
                      <a:r>
                        <a:rPr lang="ar-SA" sz="1400" b="1" kern="1200" dirty="0">
                          <a:solidFill>
                            <a:schemeClr val="bg2">
                              <a:lumMod val="10000"/>
                            </a:schemeClr>
                          </a:solidFill>
                          <a:latin typeface="Neo Sans Arabic Medium" panose="020B0704030504040204" pitchFamily="34" charset="-78"/>
                          <a:ea typeface="+mn-ea"/>
                          <a:cs typeface="Neo Sans Arabic Medium" panose="020B0704030504040204" pitchFamily="34" charset="-78"/>
                        </a:rPr>
                        <a:t>استغلال انتشار مناطق التمكين لتفعيل مشاريع اكبر </a:t>
                      </a:r>
                    </a:p>
                    <a:p>
                      <a:pPr marL="285750" marR="0" lvl="0" indent="-285750" algn="justLow" defTabSz="914400" rtl="1" eaLnBrk="1" fontAlgn="auto" latinLnBrk="0" hangingPunct="1">
                        <a:lnSpc>
                          <a:spcPct val="100000"/>
                        </a:lnSpc>
                        <a:spcBef>
                          <a:spcPts val="0"/>
                        </a:spcBef>
                        <a:spcAft>
                          <a:spcPts val="0"/>
                        </a:spcAft>
                        <a:buClrTx/>
                        <a:buSzTx/>
                        <a:buFont typeface="Courier New" panose="02070309020205020404" pitchFamily="49" charset="0"/>
                        <a:buChar char="o"/>
                        <a:tabLst/>
                        <a:defRPr/>
                      </a:pPr>
                      <a:r>
                        <a:rPr lang="ar-SA" sz="1400" b="1" kern="1200" dirty="0">
                          <a:solidFill>
                            <a:schemeClr val="bg2">
                              <a:lumMod val="10000"/>
                            </a:schemeClr>
                          </a:solidFill>
                          <a:latin typeface="Neo Sans Arabic Medium" panose="020B0704030504040204" pitchFamily="34" charset="-78"/>
                          <a:ea typeface="+mn-ea"/>
                          <a:cs typeface="Neo Sans Arabic Medium" panose="020B0704030504040204" pitchFamily="34" charset="-78"/>
                        </a:rPr>
                        <a:t>استخدام خبرة العنود لتحسين جودة التنفيذ</a:t>
                      </a:r>
                    </a:p>
                    <a:p>
                      <a:pPr marL="285750" marR="0" lvl="0" indent="-285750" algn="justLow" defTabSz="914400" rtl="1" eaLnBrk="1" fontAlgn="auto" latinLnBrk="0" hangingPunct="1">
                        <a:lnSpc>
                          <a:spcPct val="100000"/>
                        </a:lnSpc>
                        <a:spcBef>
                          <a:spcPts val="0"/>
                        </a:spcBef>
                        <a:spcAft>
                          <a:spcPts val="0"/>
                        </a:spcAft>
                        <a:buClrTx/>
                        <a:buSzTx/>
                        <a:buFont typeface="Courier New" panose="02070309020205020404" pitchFamily="49" charset="0"/>
                        <a:buChar char="o"/>
                        <a:tabLst/>
                        <a:defRPr/>
                      </a:pPr>
                      <a:r>
                        <a:rPr lang="ar-SA" sz="1400" b="1" kern="1200" dirty="0">
                          <a:solidFill>
                            <a:schemeClr val="bg2">
                              <a:lumMod val="10000"/>
                            </a:schemeClr>
                          </a:solidFill>
                          <a:latin typeface="Neo Sans Arabic Medium" panose="020B0704030504040204" pitchFamily="34" charset="-78"/>
                          <a:ea typeface="+mn-ea"/>
                          <a:cs typeface="Neo Sans Arabic Medium" panose="020B0704030504040204" pitchFamily="34" charset="-78"/>
                        </a:rPr>
                        <a:t>توظيف إدارة المشاريع لتحويل الفرص الى نتائج سريعة</a:t>
                      </a:r>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r" defTabSz="914400" rtl="1" eaLnBrk="1" latinLnBrk="0" hangingPunct="1">
                        <a:defRPr sz="1800" kern="1200">
                          <a:solidFill>
                            <a:schemeClr val="tx1"/>
                          </a:solidFill>
                          <a:latin typeface="Calibri"/>
                        </a:defRPr>
                      </a:lvl1pPr>
                      <a:lvl2pPr marL="457200" algn="r" defTabSz="914400" rtl="1" eaLnBrk="1" latinLnBrk="0" hangingPunct="1">
                        <a:defRPr sz="1800" kern="1200">
                          <a:solidFill>
                            <a:schemeClr val="tx1"/>
                          </a:solidFill>
                          <a:latin typeface="Calibri"/>
                        </a:defRPr>
                      </a:lvl2pPr>
                      <a:lvl3pPr marL="914400" algn="r" defTabSz="914400" rtl="1" eaLnBrk="1" latinLnBrk="0" hangingPunct="1">
                        <a:defRPr sz="1800" kern="1200">
                          <a:solidFill>
                            <a:schemeClr val="tx1"/>
                          </a:solidFill>
                          <a:latin typeface="Calibri"/>
                        </a:defRPr>
                      </a:lvl3pPr>
                      <a:lvl4pPr marL="1371600" algn="r" defTabSz="914400" rtl="1" eaLnBrk="1" latinLnBrk="0" hangingPunct="1">
                        <a:defRPr sz="1800" kern="1200">
                          <a:solidFill>
                            <a:schemeClr val="tx1"/>
                          </a:solidFill>
                          <a:latin typeface="Calibri"/>
                        </a:defRPr>
                      </a:lvl4pPr>
                      <a:lvl5pPr marL="1828800" algn="r" defTabSz="914400" rtl="1" eaLnBrk="1" latinLnBrk="0" hangingPunct="1">
                        <a:defRPr sz="1800" kern="1200">
                          <a:solidFill>
                            <a:schemeClr val="tx1"/>
                          </a:solidFill>
                          <a:latin typeface="Calibri"/>
                        </a:defRPr>
                      </a:lvl5pPr>
                      <a:lvl6pPr marL="2286000" algn="r" defTabSz="914400" rtl="1" eaLnBrk="1" latinLnBrk="0" hangingPunct="1">
                        <a:defRPr sz="1800" kern="1200">
                          <a:solidFill>
                            <a:schemeClr val="tx1"/>
                          </a:solidFill>
                          <a:latin typeface="Calibri"/>
                        </a:defRPr>
                      </a:lvl6pPr>
                      <a:lvl7pPr marL="2743200" algn="r" defTabSz="914400" rtl="1" eaLnBrk="1" latinLnBrk="0" hangingPunct="1">
                        <a:defRPr sz="1800" kern="1200">
                          <a:solidFill>
                            <a:schemeClr val="tx1"/>
                          </a:solidFill>
                          <a:latin typeface="Calibri"/>
                        </a:defRPr>
                      </a:lvl7pPr>
                      <a:lvl8pPr marL="3200400" algn="r" defTabSz="914400" rtl="1" eaLnBrk="1" latinLnBrk="0" hangingPunct="1">
                        <a:defRPr sz="1800" kern="1200">
                          <a:solidFill>
                            <a:schemeClr val="tx1"/>
                          </a:solidFill>
                          <a:latin typeface="Calibri"/>
                        </a:defRPr>
                      </a:lvl8pPr>
                      <a:lvl9pPr marL="3657600" algn="r" defTabSz="914400" rtl="1" eaLnBrk="1" latinLnBrk="0" hangingPunct="1">
                        <a:defRPr sz="1800" kern="1200">
                          <a:solidFill>
                            <a:schemeClr val="tx1"/>
                          </a:solidFill>
                          <a:latin typeface="Calibri"/>
                        </a:defRPr>
                      </a:lvl9pPr>
                    </a:lstStyle>
                    <a:p>
                      <a:pPr marL="0" marR="0" lvl="0" indent="0" algn="justLow" defTabSz="914400" rtl="1" eaLnBrk="1" fontAlgn="auto" latinLnBrk="0" hangingPunct="1">
                        <a:lnSpc>
                          <a:spcPct val="100000"/>
                        </a:lnSpc>
                        <a:spcBef>
                          <a:spcPts val="0"/>
                        </a:spcBef>
                        <a:spcAft>
                          <a:spcPts val="0"/>
                        </a:spcAft>
                        <a:buClrTx/>
                        <a:buSzTx/>
                        <a:buFont typeface="Courier New" panose="02070309020205020404" pitchFamily="49" charset="0"/>
                        <a:buNone/>
                        <a:tabLst/>
                        <a:defRPr/>
                      </a:pPr>
                      <a:r>
                        <a:rPr lang="en-US" sz="1600" b="0" kern="1200" dirty="0">
                          <a:solidFill>
                            <a:schemeClr val="bg2">
                              <a:lumMod val="10000"/>
                            </a:schemeClr>
                          </a:solidFill>
                          <a:latin typeface="Neo Sans Arabic Medium" panose="020B0704030504040204" pitchFamily="34" charset="-78"/>
                          <a:ea typeface="+mn-ea"/>
                          <a:cs typeface="Neo Sans Arabic Medium" panose="020B0704030504040204" pitchFamily="34" charset="-78"/>
                        </a:rPr>
                        <a:t>W-O Strategies</a:t>
                      </a:r>
                    </a:p>
                    <a:p>
                      <a:pPr marL="0" marR="0" lvl="0" indent="0" algn="justLow" defTabSz="914400" rtl="1" eaLnBrk="1" fontAlgn="auto" latinLnBrk="0" hangingPunct="1">
                        <a:lnSpc>
                          <a:spcPct val="100000"/>
                        </a:lnSpc>
                        <a:spcBef>
                          <a:spcPts val="0"/>
                        </a:spcBef>
                        <a:spcAft>
                          <a:spcPts val="0"/>
                        </a:spcAft>
                        <a:buClrTx/>
                        <a:buSzTx/>
                        <a:buFont typeface="Courier New" panose="02070309020205020404" pitchFamily="49" charset="0"/>
                        <a:buNone/>
                        <a:tabLst/>
                        <a:defRPr/>
                      </a:pPr>
                      <a:endParaRPr lang="en-US" sz="1600" b="0" kern="1200" dirty="0">
                        <a:solidFill>
                          <a:schemeClr val="bg2">
                            <a:lumMod val="10000"/>
                          </a:schemeClr>
                        </a:solidFill>
                        <a:latin typeface="Neo Sans Arabic Medium" panose="020B0704030504040204" pitchFamily="34" charset="-78"/>
                        <a:ea typeface="+mn-ea"/>
                        <a:cs typeface="Neo Sans Arabic Medium" panose="020B0704030504040204" pitchFamily="34" charset="-78"/>
                      </a:endParaRPr>
                    </a:p>
                    <a:p>
                      <a:pPr marL="285750" marR="0" lvl="0" indent="-285750" algn="justLow" defTabSz="914400" rtl="1" eaLnBrk="1" fontAlgn="auto" latinLnBrk="0" hangingPunct="1">
                        <a:lnSpc>
                          <a:spcPct val="100000"/>
                        </a:lnSpc>
                        <a:spcBef>
                          <a:spcPts val="0"/>
                        </a:spcBef>
                        <a:spcAft>
                          <a:spcPts val="0"/>
                        </a:spcAft>
                        <a:buClrTx/>
                        <a:buSzTx/>
                        <a:buFont typeface="Courier New" panose="02070309020205020404" pitchFamily="49" charset="0"/>
                        <a:buChar char="o"/>
                        <a:tabLst/>
                        <a:defRPr/>
                      </a:pPr>
                      <a:r>
                        <a:rPr lang="ar-SA" sz="1400" b="1" kern="1200" dirty="0">
                          <a:solidFill>
                            <a:schemeClr val="bg2">
                              <a:lumMod val="10000"/>
                            </a:schemeClr>
                          </a:solidFill>
                          <a:latin typeface="Neo Sans Arabic Medium" panose="020B0704030504040204" pitchFamily="34" charset="-78"/>
                          <a:ea typeface="+mn-ea"/>
                          <a:cs typeface="Neo Sans Arabic Medium" panose="020B0704030504040204" pitchFamily="34" charset="-78"/>
                        </a:rPr>
                        <a:t>تدريب المناطق الأقل جاهزية باستخدام برامج ادامة </a:t>
                      </a:r>
                    </a:p>
                    <a:p>
                      <a:pPr marL="285750" marR="0" lvl="0" indent="-285750" algn="justLow" defTabSz="914400" rtl="1" eaLnBrk="1" fontAlgn="auto" latinLnBrk="0" hangingPunct="1">
                        <a:lnSpc>
                          <a:spcPct val="100000"/>
                        </a:lnSpc>
                        <a:spcBef>
                          <a:spcPts val="0"/>
                        </a:spcBef>
                        <a:spcAft>
                          <a:spcPts val="0"/>
                        </a:spcAft>
                        <a:buClrTx/>
                        <a:buSzTx/>
                        <a:buFont typeface="Courier New" panose="02070309020205020404" pitchFamily="49" charset="0"/>
                        <a:buChar char="o"/>
                        <a:tabLst/>
                        <a:defRPr/>
                      </a:pPr>
                      <a:r>
                        <a:rPr lang="ar-SA" sz="1400" b="1" kern="1200" dirty="0">
                          <a:solidFill>
                            <a:schemeClr val="bg2">
                              <a:lumMod val="10000"/>
                            </a:schemeClr>
                          </a:solidFill>
                          <a:latin typeface="Neo Sans Arabic Medium" panose="020B0704030504040204" pitchFamily="34" charset="-78"/>
                          <a:ea typeface="+mn-ea"/>
                          <a:cs typeface="Neo Sans Arabic Medium" panose="020B0704030504040204" pitchFamily="34" charset="-78"/>
                        </a:rPr>
                        <a:t>توحيد الإجراءات بين ادامة والعنود عبر إدارة المشاريع </a:t>
                      </a:r>
                    </a:p>
                    <a:p>
                      <a:pPr marL="285750" marR="0" lvl="0" indent="-285750" algn="justLow" defTabSz="914400" rtl="1" eaLnBrk="1" fontAlgn="auto" latinLnBrk="0" hangingPunct="1">
                        <a:lnSpc>
                          <a:spcPct val="100000"/>
                        </a:lnSpc>
                        <a:spcBef>
                          <a:spcPts val="0"/>
                        </a:spcBef>
                        <a:spcAft>
                          <a:spcPts val="0"/>
                        </a:spcAft>
                        <a:buClrTx/>
                        <a:buSzTx/>
                        <a:buFont typeface="Courier New" panose="02070309020205020404" pitchFamily="49" charset="0"/>
                        <a:buChar char="o"/>
                        <a:tabLst/>
                        <a:defRPr/>
                      </a:pPr>
                      <a:r>
                        <a:rPr lang="ar-SA" sz="1400" b="1" kern="1200" dirty="0">
                          <a:solidFill>
                            <a:schemeClr val="bg2">
                              <a:lumMod val="10000"/>
                            </a:schemeClr>
                          </a:solidFill>
                          <a:latin typeface="Neo Sans Arabic Medium" panose="020B0704030504040204" pitchFamily="34" charset="-78"/>
                          <a:ea typeface="+mn-ea"/>
                          <a:cs typeface="Neo Sans Arabic Medium" panose="020B0704030504040204" pitchFamily="34" charset="-78"/>
                        </a:rPr>
                        <a:t>استقطاب دعم إضافي لمعالجة نقص الموارد</a:t>
                      </a:r>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extLst>
                  <a:ext uri="{0D108BD9-81ED-4DB2-BD59-A6C34878D82A}">
                    <a16:rowId xmlns:a16="http://schemas.microsoft.com/office/drawing/2014/main" val="1305106772"/>
                  </a:ext>
                </a:extLst>
              </a:tr>
              <a:tr h="1592012">
                <a:tc>
                  <a:txBody>
                    <a:bodyPr/>
                    <a:lstStyle>
                      <a:lvl1pPr marL="0" algn="r" defTabSz="914400" rtl="1" eaLnBrk="1" latinLnBrk="0" hangingPunct="1">
                        <a:defRPr sz="1800" kern="1200">
                          <a:solidFill>
                            <a:schemeClr val="tx1"/>
                          </a:solidFill>
                          <a:latin typeface="Calibri"/>
                        </a:defRPr>
                      </a:lvl1pPr>
                      <a:lvl2pPr marL="457200" algn="r" defTabSz="914400" rtl="1" eaLnBrk="1" latinLnBrk="0" hangingPunct="1">
                        <a:defRPr sz="1800" kern="1200">
                          <a:solidFill>
                            <a:schemeClr val="tx1"/>
                          </a:solidFill>
                          <a:latin typeface="Calibri"/>
                        </a:defRPr>
                      </a:lvl2pPr>
                      <a:lvl3pPr marL="914400" algn="r" defTabSz="914400" rtl="1" eaLnBrk="1" latinLnBrk="0" hangingPunct="1">
                        <a:defRPr sz="1800" kern="1200">
                          <a:solidFill>
                            <a:schemeClr val="tx1"/>
                          </a:solidFill>
                          <a:latin typeface="Calibri"/>
                        </a:defRPr>
                      </a:lvl3pPr>
                      <a:lvl4pPr marL="1371600" algn="r" defTabSz="914400" rtl="1" eaLnBrk="1" latinLnBrk="0" hangingPunct="1">
                        <a:defRPr sz="1800" kern="1200">
                          <a:solidFill>
                            <a:schemeClr val="tx1"/>
                          </a:solidFill>
                          <a:latin typeface="Calibri"/>
                        </a:defRPr>
                      </a:lvl4pPr>
                      <a:lvl5pPr marL="1828800" algn="r" defTabSz="914400" rtl="1" eaLnBrk="1" latinLnBrk="0" hangingPunct="1">
                        <a:defRPr sz="1800" kern="1200">
                          <a:solidFill>
                            <a:schemeClr val="tx1"/>
                          </a:solidFill>
                          <a:latin typeface="Calibri"/>
                        </a:defRPr>
                      </a:lvl5pPr>
                      <a:lvl6pPr marL="2286000" algn="r" defTabSz="914400" rtl="1" eaLnBrk="1" latinLnBrk="0" hangingPunct="1">
                        <a:defRPr sz="1800" kern="1200">
                          <a:solidFill>
                            <a:schemeClr val="tx1"/>
                          </a:solidFill>
                          <a:latin typeface="Calibri"/>
                        </a:defRPr>
                      </a:lvl6pPr>
                      <a:lvl7pPr marL="2743200" algn="r" defTabSz="914400" rtl="1" eaLnBrk="1" latinLnBrk="0" hangingPunct="1">
                        <a:defRPr sz="1800" kern="1200">
                          <a:solidFill>
                            <a:schemeClr val="tx1"/>
                          </a:solidFill>
                          <a:latin typeface="Calibri"/>
                        </a:defRPr>
                      </a:lvl7pPr>
                      <a:lvl8pPr marL="3200400" algn="r" defTabSz="914400" rtl="1" eaLnBrk="1" latinLnBrk="0" hangingPunct="1">
                        <a:defRPr sz="1800" kern="1200">
                          <a:solidFill>
                            <a:schemeClr val="tx1"/>
                          </a:solidFill>
                          <a:latin typeface="Calibri"/>
                        </a:defRPr>
                      </a:lvl8pPr>
                      <a:lvl9pPr marL="3657600" algn="r" defTabSz="914400" rtl="1" eaLnBrk="1" latinLnBrk="0" hangingPunct="1">
                        <a:defRPr sz="1800" kern="1200">
                          <a:solidFill>
                            <a:schemeClr val="tx1"/>
                          </a:solidFill>
                          <a:latin typeface="Calibri"/>
                        </a:defRPr>
                      </a:lvl9pPr>
                    </a:lstStyle>
                    <a:p>
                      <a:pPr algn="r" rtl="1"/>
                      <a:r>
                        <a:rPr lang="ar-SA" sz="1600" b="0" dirty="0">
                          <a:solidFill>
                            <a:schemeClr val="bg2">
                              <a:lumMod val="10000"/>
                            </a:schemeClr>
                          </a:solidFill>
                          <a:highlight>
                            <a:srgbClr val="FF0000"/>
                          </a:highlight>
                          <a:latin typeface="Neo Sans Arabic Medium" panose="020B0704030504040204" pitchFamily="34" charset="-78"/>
                          <a:cs typeface="Neo Sans Arabic Medium" panose="020B0704030504040204" pitchFamily="34" charset="-78"/>
                        </a:rPr>
                        <a:t>التحديات</a:t>
                      </a:r>
                      <a:r>
                        <a:rPr lang="ar-SA" sz="1600" b="1" dirty="0">
                          <a:solidFill>
                            <a:schemeClr val="bg2">
                              <a:lumMod val="10000"/>
                            </a:schemeClr>
                          </a:solidFill>
                          <a:highlight>
                            <a:srgbClr val="FF0000"/>
                          </a:highlight>
                          <a:latin typeface="Neo Sans Arabic Medium" panose="020B0704030504040204" pitchFamily="34" charset="-78"/>
                          <a:cs typeface="Neo Sans Arabic Medium" panose="020B0704030504040204" pitchFamily="34" charset="-78"/>
                        </a:rPr>
                        <a:t> – </a:t>
                      </a:r>
                      <a:r>
                        <a:rPr lang="en-US" sz="1600" b="1" dirty="0">
                          <a:solidFill>
                            <a:schemeClr val="bg2">
                              <a:lumMod val="10000"/>
                            </a:schemeClr>
                          </a:solidFill>
                          <a:highlight>
                            <a:srgbClr val="FF0000"/>
                          </a:highlight>
                          <a:latin typeface="Neo Sans Arabic Medium" panose="020B0704030504040204" pitchFamily="34" charset="-78"/>
                          <a:cs typeface="Neo Sans Arabic Medium" panose="020B0704030504040204" pitchFamily="34" charset="-78"/>
                        </a:rPr>
                        <a:t>T</a:t>
                      </a:r>
                    </a:p>
                    <a:p>
                      <a:pPr algn="r" rtl="1"/>
                      <a:endParaRPr lang="en-US" sz="1600" b="1" dirty="0">
                        <a:solidFill>
                          <a:schemeClr val="bg2">
                            <a:lumMod val="10000"/>
                          </a:schemeClr>
                        </a:solidFill>
                        <a:highlight>
                          <a:srgbClr val="FF0000"/>
                        </a:highlight>
                        <a:latin typeface="Neo Sans Arabic Medium" panose="020B0704030504040204" pitchFamily="34" charset="-78"/>
                        <a:cs typeface="Neo Sans Arabic Medium" panose="020B0704030504040204" pitchFamily="34" charset="-78"/>
                      </a:endParaRPr>
                    </a:p>
                    <a:p>
                      <a:pPr marL="285750" indent="-285750" algn="r" rtl="1">
                        <a:buFont typeface="Courier New" panose="02070309020205020404" pitchFamily="49" charset="0"/>
                        <a:buChar char="o"/>
                      </a:pPr>
                      <a:r>
                        <a:rPr lang="ar-SA" sz="1600" b="0" dirty="0">
                          <a:solidFill>
                            <a:schemeClr val="bg2">
                              <a:lumMod val="10000"/>
                            </a:schemeClr>
                          </a:solidFill>
                          <a:latin typeface="Neo Sans Arabic Medium" panose="020B0704030504040204" pitchFamily="34" charset="-78"/>
                          <a:cs typeface="Neo Sans Arabic Medium" panose="020B0704030504040204" pitchFamily="34" charset="-78"/>
                        </a:rPr>
                        <a:t>تأخر الموافقات من الجهات  الرسمية</a:t>
                      </a:r>
                    </a:p>
                    <a:p>
                      <a:pPr marL="285750" indent="-285750" algn="r" rtl="1">
                        <a:buFont typeface="Courier New" panose="02070309020205020404" pitchFamily="49" charset="0"/>
                        <a:buChar char="o"/>
                      </a:pPr>
                      <a:r>
                        <a:rPr lang="ar-SA" sz="1600" b="0" dirty="0">
                          <a:solidFill>
                            <a:schemeClr val="bg2">
                              <a:lumMod val="10000"/>
                            </a:schemeClr>
                          </a:solidFill>
                          <a:latin typeface="Neo Sans Arabic Medium" panose="020B0704030504040204" pitchFamily="34" charset="-78"/>
                          <a:cs typeface="Neo Sans Arabic Medium" panose="020B0704030504040204" pitchFamily="34" charset="-78"/>
                        </a:rPr>
                        <a:t>ازدحام المبادرات في نفس الفترة </a:t>
                      </a:r>
                    </a:p>
                    <a:p>
                      <a:pPr marL="285750" indent="-285750" algn="r" rtl="1">
                        <a:buFont typeface="Courier New" panose="02070309020205020404" pitchFamily="49" charset="0"/>
                        <a:buChar char="o"/>
                      </a:pPr>
                      <a:r>
                        <a:rPr lang="ar-SA" sz="1600" b="0" dirty="0">
                          <a:solidFill>
                            <a:schemeClr val="bg2">
                              <a:lumMod val="10000"/>
                            </a:schemeClr>
                          </a:solidFill>
                          <a:latin typeface="Neo Sans Arabic Medium" panose="020B0704030504040204" pitchFamily="34" charset="-78"/>
                          <a:cs typeface="Neo Sans Arabic Medium" panose="020B0704030504040204" pitchFamily="34" charset="-78"/>
                        </a:rPr>
                        <a:t>اختلاف الأنظمة بين الجهات الرسمية</a:t>
                      </a:r>
                    </a:p>
                    <a:p>
                      <a:pPr marL="285750" indent="-285750" algn="r" rtl="1">
                        <a:buFont typeface="Courier New" panose="02070309020205020404" pitchFamily="49" charset="0"/>
                        <a:buChar char="o"/>
                      </a:pPr>
                      <a:r>
                        <a:rPr lang="ar-SA" sz="1600" b="0" dirty="0">
                          <a:solidFill>
                            <a:schemeClr val="bg2">
                              <a:lumMod val="10000"/>
                            </a:schemeClr>
                          </a:solidFill>
                          <a:latin typeface="Neo Sans Arabic Medium" panose="020B0704030504040204" pitchFamily="34" charset="-78"/>
                          <a:cs typeface="Neo Sans Arabic Medium" panose="020B0704030504040204" pitchFamily="34" charset="-78"/>
                        </a:rPr>
                        <a:t>مخاطر فقدان بعض المتطوعين لو استغرق المشروع وقت طويل </a:t>
                      </a:r>
                    </a:p>
                    <a:p>
                      <a:pPr marL="285750" indent="-285750" algn="r" rtl="1">
                        <a:buFont typeface="Courier New" panose="02070309020205020404" pitchFamily="49" charset="0"/>
                        <a:buChar char="o"/>
                      </a:pPr>
                      <a:r>
                        <a:rPr lang="ar-SA" sz="1600" b="0" dirty="0">
                          <a:solidFill>
                            <a:schemeClr val="bg2">
                              <a:lumMod val="10000"/>
                            </a:schemeClr>
                          </a:solidFill>
                          <a:latin typeface="Neo Sans Arabic Medium" panose="020B0704030504040204" pitchFamily="34" charset="-78"/>
                          <a:cs typeface="Neo Sans Arabic Medium" panose="020B0704030504040204" pitchFamily="34" charset="-78"/>
                        </a:rPr>
                        <a:t>تغير خطط الشركاء او انسحابهم </a:t>
                      </a:r>
                      <a:endParaRPr lang="en-US" sz="1600" b="0" dirty="0">
                        <a:solidFill>
                          <a:schemeClr val="bg2">
                            <a:lumMod val="10000"/>
                          </a:schemeClr>
                        </a:solidFill>
                        <a:latin typeface="Neo Sans Arabic Medium" panose="020B0704030504040204" pitchFamily="34" charset="-78"/>
                        <a:cs typeface="Neo Sans Arabic Medium" panose="020B0704030504040204" pitchFamily="34" charset="-78"/>
                      </a:endParaRPr>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r" defTabSz="914400" rtl="1" eaLnBrk="1" latinLnBrk="0" hangingPunct="1">
                        <a:defRPr sz="1800" kern="1200">
                          <a:solidFill>
                            <a:schemeClr val="tx1"/>
                          </a:solidFill>
                          <a:latin typeface="Calibri"/>
                        </a:defRPr>
                      </a:lvl1pPr>
                      <a:lvl2pPr marL="457200" algn="r" defTabSz="914400" rtl="1" eaLnBrk="1" latinLnBrk="0" hangingPunct="1">
                        <a:defRPr sz="1800" kern="1200">
                          <a:solidFill>
                            <a:schemeClr val="tx1"/>
                          </a:solidFill>
                          <a:latin typeface="Calibri"/>
                        </a:defRPr>
                      </a:lvl2pPr>
                      <a:lvl3pPr marL="914400" algn="r" defTabSz="914400" rtl="1" eaLnBrk="1" latinLnBrk="0" hangingPunct="1">
                        <a:defRPr sz="1800" kern="1200">
                          <a:solidFill>
                            <a:schemeClr val="tx1"/>
                          </a:solidFill>
                          <a:latin typeface="Calibri"/>
                        </a:defRPr>
                      </a:lvl3pPr>
                      <a:lvl4pPr marL="1371600" algn="r" defTabSz="914400" rtl="1" eaLnBrk="1" latinLnBrk="0" hangingPunct="1">
                        <a:defRPr sz="1800" kern="1200">
                          <a:solidFill>
                            <a:schemeClr val="tx1"/>
                          </a:solidFill>
                          <a:latin typeface="Calibri"/>
                        </a:defRPr>
                      </a:lvl4pPr>
                      <a:lvl5pPr marL="1828800" algn="r" defTabSz="914400" rtl="1" eaLnBrk="1" latinLnBrk="0" hangingPunct="1">
                        <a:defRPr sz="1800" kern="1200">
                          <a:solidFill>
                            <a:schemeClr val="tx1"/>
                          </a:solidFill>
                          <a:latin typeface="Calibri"/>
                        </a:defRPr>
                      </a:lvl5pPr>
                      <a:lvl6pPr marL="2286000" algn="r" defTabSz="914400" rtl="1" eaLnBrk="1" latinLnBrk="0" hangingPunct="1">
                        <a:defRPr sz="1800" kern="1200">
                          <a:solidFill>
                            <a:schemeClr val="tx1"/>
                          </a:solidFill>
                          <a:latin typeface="Calibri"/>
                        </a:defRPr>
                      </a:lvl6pPr>
                      <a:lvl7pPr marL="2743200" algn="r" defTabSz="914400" rtl="1" eaLnBrk="1" latinLnBrk="0" hangingPunct="1">
                        <a:defRPr sz="1800" kern="1200">
                          <a:solidFill>
                            <a:schemeClr val="tx1"/>
                          </a:solidFill>
                          <a:latin typeface="Calibri"/>
                        </a:defRPr>
                      </a:lvl7pPr>
                      <a:lvl8pPr marL="3200400" algn="r" defTabSz="914400" rtl="1" eaLnBrk="1" latinLnBrk="0" hangingPunct="1">
                        <a:defRPr sz="1800" kern="1200">
                          <a:solidFill>
                            <a:schemeClr val="tx1"/>
                          </a:solidFill>
                          <a:latin typeface="Calibri"/>
                        </a:defRPr>
                      </a:lvl8pPr>
                      <a:lvl9pPr marL="3657600" algn="r" defTabSz="914400" rtl="1" eaLnBrk="1" latinLnBrk="0" hangingPunct="1">
                        <a:defRPr sz="1800" kern="1200">
                          <a:solidFill>
                            <a:schemeClr val="tx1"/>
                          </a:solidFill>
                          <a:latin typeface="Calibri"/>
                        </a:defRPr>
                      </a:lvl9pPr>
                    </a:lstStyle>
                    <a:p>
                      <a:pPr marL="0" marR="0" lvl="0" indent="0" algn="justLow" defTabSz="914400" rtl="1" eaLnBrk="1" fontAlgn="auto" latinLnBrk="0" hangingPunct="1">
                        <a:lnSpc>
                          <a:spcPct val="100000"/>
                        </a:lnSpc>
                        <a:spcBef>
                          <a:spcPts val="0"/>
                        </a:spcBef>
                        <a:spcAft>
                          <a:spcPts val="0"/>
                        </a:spcAft>
                        <a:buClrTx/>
                        <a:buSzTx/>
                        <a:buFont typeface="Wingdings" panose="05000000000000000000" pitchFamily="2" charset="2"/>
                        <a:buNone/>
                        <a:tabLst/>
                        <a:defRPr/>
                      </a:pPr>
                      <a:r>
                        <a:rPr lang="en-US" sz="1600" b="1" kern="1200" dirty="0">
                          <a:solidFill>
                            <a:schemeClr val="bg2">
                              <a:lumMod val="10000"/>
                            </a:schemeClr>
                          </a:solidFill>
                          <a:latin typeface="Neo Sans Arabic Medium" panose="020B0704030504040204" pitchFamily="34" charset="-78"/>
                          <a:ea typeface="+mn-ea"/>
                          <a:cs typeface="Neo Sans Arabic Medium" panose="020B0704030504040204" pitchFamily="34" charset="-78"/>
                        </a:rPr>
                        <a:t>S-T Strategies</a:t>
                      </a:r>
                      <a:endParaRPr lang="ar-SA" sz="1600" b="1" kern="1200" dirty="0">
                        <a:solidFill>
                          <a:schemeClr val="bg2">
                            <a:lumMod val="10000"/>
                          </a:schemeClr>
                        </a:solidFill>
                        <a:latin typeface="Neo Sans Arabic Medium" panose="020B0704030504040204" pitchFamily="34" charset="-78"/>
                        <a:ea typeface="+mn-ea"/>
                        <a:cs typeface="Neo Sans Arabic Medium" panose="020B0704030504040204" pitchFamily="34" charset="-78"/>
                      </a:endParaRPr>
                    </a:p>
                    <a:p>
                      <a:pPr marL="0" marR="0" lvl="0" indent="0" algn="justLow" defTabSz="914400" rtl="1" eaLnBrk="1" fontAlgn="auto" latinLnBrk="0" hangingPunct="1">
                        <a:lnSpc>
                          <a:spcPct val="100000"/>
                        </a:lnSpc>
                        <a:spcBef>
                          <a:spcPts val="0"/>
                        </a:spcBef>
                        <a:spcAft>
                          <a:spcPts val="0"/>
                        </a:spcAft>
                        <a:buClrTx/>
                        <a:buSzTx/>
                        <a:buFont typeface="Wingdings" panose="05000000000000000000" pitchFamily="2" charset="2"/>
                        <a:buNone/>
                        <a:tabLst/>
                        <a:defRPr/>
                      </a:pPr>
                      <a:endParaRPr lang="ar-SA" sz="1600" b="1" kern="1200" dirty="0">
                        <a:solidFill>
                          <a:schemeClr val="bg2">
                            <a:lumMod val="10000"/>
                          </a:schemeClr>
                        </a:solidFill>
                        <a:latin typeface="Neo Sans Arabic Medium" panose="020B0704030504040204" pitchFamily="34" charset="-78"/>
                        <a:ea typeface="+mn-ea"/>
                        <a:cs typeface="Neo Sans Arabic Medium" panose="020B0704030504040204" pitchFamily="34" charset="-78"/>
                      </a:endParaRPr>
                    </a:p>
                    <a:p>
                      <a:pPr marL="285750" marR="0" lvl="0" indent="-285750" algn="justLow" defTabSz="914400" rtl="1" eaLnBrk="1" fontAlgn="auto" latinLnBrk="0" hangingPunct="1">
                        <a:lnSpc>
                          <a:spcPct val="100000"/>
                        </a:lnSpc>
                        <a:spcBef>
                          <a:spcPts val="0"/>
                        </a:spcBef>
                        <a:spcAft>
                          <a:spcPts val="0"/>
                        </a:spcAft>
                        <a:buClrTx/>
                        <a:buSzTx/>
                        <a:buFont typeface="Courier New" panose="02070309020205020404" pitchFamily="49" charset="0"/>
                        <a:buChar char="o"/>
                        <a:tabLst/>
                        <a:defRPr/>
                      </a:pPr>
                      <a:r>
                        <a:rPr lang="ar-SA" sz="1200" b="0" kern="1200" dirty="0">
                          <a:solidFill>
                            <a:schemeClr val="bg2">
                              <a:lumMod val="10000"/>
                            </a:schemeClr>
                          </a:solidFill>
                          <a:latin typeface="Neo Sans Arabic Medium" panose="020B0704030504040204" pitchFamily="34" charset="-78"/>
                          <a:ea typeface="+mn-ea"/>
                          <a:cs typeface="Neo Sans Arabic Medium" panose="020B0704030504040204" pitchFamily="34" charset="-78"/>
                        </a:rPr>
                        <a:t>استخدام ادارة المشاريع لتقليل اثر التأخير في الموافقات </a:t>
                      </a:r>
                    </a:p>
                    <a:p>
                      <a:pPr marL="285750" marR="0" lvl="0" indent="-285750" algn="justLow" defTabSz="914400" rtl="1" eaLnBrk="1" fontAlgn="auto" latinLnBrk="0" hangingPunct="1">
                        <a:lnSpc>
                          <a:spcPct val="100000"/>
                        </a:lnSpc>
                        <a:spcBef>
                          <a:spcPts val="0"/>
                        </a:spcBef>
                        <a:spcAft>
                          <a:spcPts val="0"/>
                        </a:spcAft>
                        <a:buClrTx/>
                        <a:buSzTx/>
                        <a:buFont typeface="Courier New" panose="02070309020205020404" pitchFamily="49" charset="0"/>
                        <a:buChar char="o"/>
                        <a:tabLst/>
                        <a:defRPr/>
                      </a:pPr>
                      <a:r>
                        <a:rPr lang="ar-SA" sz="1200" b="0" kern="1200" dirty="0">
                          <a:solidFill>
                            <a:schemeClr val="bg2">
                              <a:lumMod val="10000"/>
                            </a:schemeClr>
                          </a:solidFill>
                          <a:latin typeface="Neo Sans Arabic Medium" panose="020B0704030504040204" pitchFamily="34" charset="-78"/>
                          <a:ea typeface="+mn-ea"/>
                          <a:cs typeface="Neo Sans Arabic Medium" panose="020B0704030504040204" pitchFamily="34" charset="-78"/>
                        </a:rPr>
                        <a:t>الاستفادة من خبرة العنود لتجاوز ازدحام المبادرات </a:t>
                      </a:r>
                    </a:p>
                    <a:p>
                      <a:pPr marL="285750" marR="0" lvl="0" indent="-285750" algn="justLow" defTabSz="914400" rtl="1" eaLnBrk="1" fontAlgn="auto" latinLnBrk="0" hangingPunct="1">
                        <a:lnSpc>
                          <a:spcPct val="100000"/>
                        </a:lnSpc>
                        <a:spcBef>
                          <a:spcPts val="0"/>
                        </a:spcBef>
                        <a:spcAft>
                          <a:spcPts val="0"/>
                        </a:spcAft>
                        <a:buClrTx/>
                        <a:buSzTx/>
                        <a:buFont typeface="Courier New" panose="02070309020205020404" pitchFamily="49" charset="0"/>
                        <a:buChar char="o"/>
                        <a:tabLst/>
                        <a:defRPr/>
                      </a:pPr>
                      <a:r>
                        <a:rPr lang="ar-SA" sz="1200" b="0" kern="1200" dirty="0">
                          <a:solidFill>
                            <a:schemeClr val="bg2">
                              <a:lumMod val="10000"/>
                            </a:schemeClr>
                          </a:solidFill>
                          <a:latin typeface="Neo Sans Arabic Medium" panose="020B0704030504040204" pitchFamily="34" charset="-78"/>
                          <a:ea typeface="+mn-ea"/>
                          <a:cs typeface="Neo Sans Arabic Medium" panose="020B0704030504040204" pitchFamily="34" charset="-78"/>
                        </a:rPr>
                        <a:t>تفعيل المناطق </a:t>
                      </a:r>
                      <a:r>
                        <a:rPr lang="ar-SA" sz="1200" b="0" kern="1200" dirty="0" err="1">
                          <a:solidFill>
                            <a:schemeClr val="bg2">
                              <a:lumMod val="10000"/>
                            </a:schemeClr>
                          </a:solidFill>
                          <a:latin typeface="Neo Sans Arabic Medium" panose="020B0704030504040204" pitchFamily="34" charset="-78"/>
                          <a:ea typeface="+mn-ea"/>
                          <a:cs typeface="Neo Sans Arabic Medium" panose="020B0704030504040204" pitchFamily="34" charset="-78"/>
                        </a:rPr>
                        <a:t>الجاهزه</a:t>
                      </a:r>
                      <a:r>
                        <a:rPr lang="ar-SA" sz="1200" b="0" kern="1200" dirty="0">
                          <a:solidFill>
                            <a:schemeClr val="bg2">
                              <a:lumMod val="10000"/>
                            </a:schemeClr>
                          </a:solidFill>
                          <a:latin typeface="Neo Sans Arabic Medium" panose="020B0704030504040204" pitchFamily="34" charset="-78"/>
                          <a:ea typeface="+mn-ea"/>
                          <a:cs typeface="Neo Sans Arabic Medium" panose="020B0704030504040204" pitchFamily="34" charset="-78"/>
                        </a:rPr>
                        <a:t> بسرعة لمواجهة تغير خطط الشركاء </a:t>
                      </a:r>
                    </a:p>
                    <a:p>
                      <a:pPr marL="285750" marR="0" lvl="0" indent="-285750" algn="justLow" defTabSz="914400" rtl="1" eaLnBrk="1" fontAlgn="auto" latinLnBrk="0" hangingPunct="1">
                        <a:lnSpc>
                          <a:spcPct val="100000"/>
                        </a:lnSpc>
                        <a:spcBef>
                          <a:spcPts val="0"/>
                        </a:spcBef>
                        <a:spcAft>
                          <a:spcPts val="0"/>
                        </a:spcAft>
                        <a:buClrTx/>
                        <a:buSzTx/>
                        <a:buFont typeface="Courier New" panose="02070309020205020404" pitchFamily="49" charset="0"/>
                        <a:buChar char="o"/>
                        <a:tabLst/>
                        <a:defRPr/>
                      </a:pPr>
                      <a:r>
                        <a:rPr lang="ar-SA" sz="1200" b="0" kern="1200" dirty="0">
                          <a:solidFill>
                            <a:schemeClr val="bg2">
                              <a:lumMod val="10000"/>
                            </a:schemeClr>
                          </a:solidFill>
                          <a:latin typeface="Neo Sans Arabic Medium" panose="020B0704030504040204" pitchFamily="34" charset="-78"/>
                          <a:ea typeface="+mn-ea"/>
                          <a:cs typeface="Neo Sans Arabic Medium" panose="020B0704030504040204" pitchFamily="34" charset="-78"/>
                        </a:rPr>
                        <a:t>الاعتماد على المتطوعين المتخصصين لتقليل مخاطر التعطل </a:t>
                      </a:r>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r" defTabSz="914400" rtl="1" eaLnBrk="1" latinLnBrk="0" hangingPunct="1">
                        <a:defRPr sz="1800" kern="1200">
                          <a:solidFill>
                            <a:schemeClr val="tx1"/>
                          </a:solidFill>
                          <a:latin typeface="Calibri"/>
                        </a:defRPr>
                      </a:lvl1pPr>
                      <a:lvl2pPr marL="457200" algn="r" defTabSz="914400" rtl="1" eaLnBrk="1" latinLnBrk="0" hangingPunct="1">
                        <a:defRPr sz="1800" kern="1200">
                          <a:solidFill>
                            <a:schemeClr val="tx1"/>
                          </a:solidFill>
                          <a:latin typeface="Calibri"/>
                        </a:defRPr>
                      </a:lvl2pPr>
                      <a:lvl3pPr marL="914400" algn="r" defTabSz="914400" rtl="1" eaLnBrk="1" latinLnBrk="0" hangingPunct="1">
                        <a:defRPr sz="1800" kern="1200">
                          <a:solidFill>
                            <a:schemeClr val="tx1"/>
                          </a:solidFill>
                          <a:latin typeface="Calibri"/>
                        </a:defRPr>
                      </a:lvl3pPr>
                      <a:lvl4pPr marL="1371600" algn="r" defTabSz="914400" rtl="1" eaLnBrk="1" latinLnBrk="0" hangingPunct="1">
                        <a:defRPr sz="1800" kern="1200">
                          <a:solidFill>
                            <a:schemeClr val="tx1"/>
                          </a:solidFill>
                          <a:latin typeface="Calibri"/>
                        </a:defRPr>
                      </a:lvl4pPr>
                      <a:lvl5pPr marL="1828800" algn="r" defTabSz="914400" rtl="1" eaLnBrk="1" latinLnBrk="0" hangingPunct="1">
                        <a:defRPr sz="1800" kern="1200">
                          <a:solidFill>
                            <a:schemeClr val="tx1"/>
                          </a:solidFill>
                          <a:latin typeface="Calibri"/>
                        </a:defRPr>
                      </a:lvl5pPr>
                      <a:lvl6pPr marL="2286000" algn="r" defTabSz="914400" rtl="1" eaLnBrk="1" latinLnBrk="0" hangingPunct="1">
                        <a:defRPr sz="1800" kern="1200">
                          <a:solidFill>
                            <a:schemeClr val="tx1"/>
                          </a:solidFill>
                          <a:latin typeface="Calibri"/>
                        </a:defRPr>
                      </a:lvl6pPr>
                      <a:lvl7pPr marL="2743200" algn="r" defTabSz="914400" rtl="1" eaLnBrk="1" latinLnBrk="0" hangingPunct="1">
                        <a:defRPr sz="1800" kern="1200">
                          <a:solidFill>
                            <a:schemeClr val="tx1"/>
                          </a:solidFill>
                          <a:latin typeface="Calibri"/>
                        </a:defRPr>
                      </a:lvl7pPr>
                      <a:lvl8pPr marL="3200400" algn="r" defTabSz="914400" rtl="1" eaLnBrk="1" latinLnBrk="0" hangingPunct="1">
                        <a:defRPr sz="1800" kern="1200">
                          <a:solidFill>
                            <a:schemeClr val="tx1"/>
                          </a:solidFill>
                          <a:latin typeface="Calibri"/>
                        </a:defRPr>
                      </a:lvl8pPr>
                      <a:lvl9pPr marL="3657600" algn="r" defTabSz="914400" rtl="1" eaLnBrk="1" latinLnBrk="0" hangingPunct="1">
                        <a:defRPr sz="1800" kern="1200">
                          <a:solidFill>
                            <a:schemeClr val="tx1"/>
                          </a:solidFill>
                          <a:latin typeface="Calibri"/>
                        </a:defRPr>
                      </a:lvl9pPr>
                    </a:lstStyle>
                    <a:p>
                      <a:pPr marL="0" marR="0" lvl="0" indent="0" algn="justLow" defTabSz="914400" rtl="1" eaLnBrk="1" fontAlgn="auto" latinLnBrk="0" hangingPunct="1">
                        <a:lnSpc>
                          <a:spcPct val="100000"/>
                        </a:lnSpc>
                        <a:spcBef>
                          <a:spcPts val="0"/>
                        </a:spcBef>
                        <a:spcAft>
                          <a:spcPts val="0"/>
                        </a:spcAft>
                        <a:buClrTx/>
                        <a:buSzTx/>
                        <a:buFont typeface="Wingdings" panose="05000000000000000000" pitchFamily="2" charset="2"/>
                        <a:buNone/>
                        <a:tabLst/>
                        <a:defRPr/>
                      </a:pPr>
                      <a:r>
                        <a:rPr lang="en-US" sz="1600" b="1" kern="1200" dirty="0">
                          <a:solidFill>
                            <a:schemeClr val="bg2">
                              <a:lumMod val="10000"/>
                            </a:schemeClr>
                          </a:solidFill>
                          <a:latin typeface="Neo Sans Arabic Medium" panose="020B0704030504040204" pitchFamily="34" charset="-78"/>
                          <a:ea typeface="+mn-ea"/>
                          <a:cs typeface="Neo Sans Arabic Medium" panose="020B0704030504040204" pitchFamily="34" charset="-78"/>
                        </a:rPr>
                        <a:t>W-T Strategies</a:t>
                      </a:r>
                      <a:endParaRPr lang="ar-SA" sz="1600" b="1" kern="1200" dirty="0">
                        <a:solidFill>
                          <a:schemeClr val="bg2">
                            <a:lumMod val="10000"/>
                          </a:schemeClr>
                        </a:solidFill>
                        <a:latin typeface="Neo Sans Arabic Medium" panose="020B0704030504040204" pitchFamily="34" charset="-78"/>
                        <a:ea typeface="+mn-ea"/>
                        <a:cs typeface="Neo Sans Arabic Medium" panose="020B0704030504040204" pitchFamily="34" charset="-78"/>
                      </a:endParaRPr>
                    </a:p>
                    <a:p>
                      <a:pPr marL="0" marR="0" lvl="0" indent="0" algn="justLow" defTabSz="914400" rtl="1" eaLnBrk="1" fontAlgn="auto" latinLnBrk="0" hangingPunct="1">
                        <a:lnSpc>
                          <a:spcPct val="100000"/>
                        </a:lnSpc>
                        <a:spcBef>
                          <a:spcPts val="0"/>
                        </a:spcBef>
                        <a:spcAft>
                          <a:spcPts val="0"/>
                        </a:spcAft>
                        <a:buClrTx/>
                        <a:buSzTx/>
                        <a:buFont typeface="Wingdings" panose="05000000000000000000" pitchFamily="2" charset="2"/>
                        <a:buNone/>
                        <a:tabLst/>
                        <a:defRPr/>
                      </a:pPr>
                      <a:endParaRPr kumimoji="0" lang="ar-SA" sz="1100" b="0" i="0" u="none" strike="noStrike" kern="1200" cap="none" spc="0" normalizeH="0" baseline="0" dirty="0">
                        <a:ln>
                          <a:noFill/>
                        </a:ln>
                        <a:solidFill>
                          <a:schemeClr val="bg2">
                            <a:lumMod val="10000"/>
                          </a:schemeClr>
                        </a:solidFill>
                        <a:effectLst/>
                        <a:uLnTx/>
                        <a:uFillTx/>
                        <a:latin typeface="Neo Sans Arabic Medium" panose="020B0704030504040204" pitchFamily="34" charset="-78"/>
                        <a:ea typeface="+mn-ea"/>
                        <a:cs typeface="Neo Sans Arabic Medium" panose="020B0704030504040204" pitchFamily="34" charset="-78"/>
                      </a:endParaRPr>
                    </a:p>
                    <a:p>
                      <a:pPr marL="0" marR="0" lvl="0" indent="0" algn="justLow" defTabSz="914400" rtl="1" eaLnBrk="1" fontAlgn="auto" latinLnBrk="0" hangingPunct="1">
                        <a:lnSpc>
                          <a:spcPct val="100000"/>
                        </a:lnSpc>
                        <a:spcBef>
                          <a:spcPts val="0"/>
                        </a:spcBef>
                        <a:spcAft>
                          <a:spcPts val="0"/>
                        </a:spcAft>
                        <a:buClrTx/>
                        <a:buSzTx/>
                        <a:buFont typeface="Wingdings" panose="05000000000000000000" pitchFamily="2" charset="2"/>
                        <a:buNone/>
                        <a:tabLst/>
                        <a:defRPr/>
                      </a:pPr>
                      <a:endParaRPr kumimoji="0" lang="ar-SA" sz="1100" b="0" i="0" u="none" strike="noStrike" kern="1200" cap="none" spc="0" normalizeH="0" baseline="0" dirty="0">
                        <a:ln>
                          <a:noFill/>
                        </a:ln>
                        <a:solidFill>
                          <a:schemeClr val="bg2">
                            <a:lumMod val="10000"/>
                          </a:schemeClr>
                        </a:solidFill>
                        <a:effectLst/>
                        <a:uLnTx/>
                        <a:uFillTx/>
                        <a:latin typeface="Neo Sans Arabic Medium" panose="020B0704030504040204" pitchFamily="34" charset="-78"/>
                        <a:ea typeface="+mn-ea"/>
                        <a:cs typeface="Neo Sans Arabic Medium" panose="020B0704030504040204" pitchFamily="34" charset="-78"/>
                      </a:endParaRPr>
                    </a:p>
                    <a:p>
                      <a:pPr marL="0" marR="0" lvl="0" indent="0" algn="justLow" defTabSz="914400" rtl="1" eaLnBrk="1" fontAlgn="auto" latinLnBrk="0" hangingPunct="1">
                        <a:lnSpc>
                          <a:spcPct val="100000"/>
                        </a:lnSpc>
                        <a:spcBef>
                          <a:spcPts val="0"/>
                        </a:spcBef>
                        <a:spcAft>
                          <a:spcPts val="0"/>
                        </a:spcAft>
                        <a:buClrTx/>
                        <a:buSzTx/>
                        <a:buFont typeface="Wingdings" panose="05000000000000000000" pitchFamily="2" charset="2"/>
                        <a:buNone/>
                        <a:tabLst/>
                        <a:defRPr/>
                      </a:pPr>
                      <a:endParaRPr kumimoji="0" lang="ar-SA" sz="1100" b="0" i="0" u="none" strike="noStrike" kern="1200" cap="none" spc="0" normalizeH="0" baseline="0" dirty="0">
                        <a:ln>
                          <a:noFill/>
                        </a:ln>
                        <a:solidFill>
                          <a:schemeClr val="bg2">
                            <a:lumMod val="10000"/>
                          </a:schemeClr>
                        </a:solidFill>
                        <a:effectLst/>
                        <a:uLnTx/>
                        <a:uFillTx/>
                        <a:latin typeface="Neo Sans Arabic Medium" panose="020B0704030504040204" pitchFamily="34" charset="-78"/>
                        <a:ea typeface="+mn-ea"/>
                        <a:cs typeface="Neo Sans Arabic Medium" panose="020B0704030504040204" pitchFamily="34" charset="-78"/>
                      </a:endParaRPr>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extLst>
                  <a:ext uri="{0D108BD9-81ED-4DB2-BD59-A6C34878D82A}">
                    <a16:rowId xmlns:a16="http://schemas.microsoft.com/office/drawing/2014/main" val="1643502529"/>
                  </a:ext>
                </a:extLst>
              </a:tr>
            </a:tbl>
          </a:graphicData>
        </a:graphic>
      </p:graphicFrame>
      <p:sp>
        <p:nvSpPr>
          <p:cNvPr id="2" name="مربع نص 1">
            <a:extLst>
              <a:ext uri="{FF2B5EF4-FFF2-40B4-BE49-F238E27FC236}">
                <a16:creationId xmlns:a16="http://schemas.microsoft.com/office/drawing/2014/main" id="{664C3DD0-1429-451E-B8F9-9C4D658C7C13}"/>
              </a:ext>
            </a:extLst>
          </p:cNvPr>
          <p:cNvSpPr txBox="1"/>
          <p:nvPr/>
        </p:nvSpPr>
        <p:spPr>
          <a:xfrm>
            <a:off x="999744" y="5657088"/>
            <a:ext cx="3157729" cy="830997"/>
          </a:xfrm>
          <a:prstGeom prst="rect">
            <a:avLst/>
          </a:prstGeom>
          <a:noFill/>
        </p:spPr>
        <p:txBody>
          <a:bodyPr wrap="square" rtlCol="1">
            <a:spAutoFit/>
          </a:bodyPr>
          <a:lstStyle/>
          <a:p>
            <a:pPr marL="171450" indent="-171450">
              <a:buFont typeface="Courier New" panose="02070309020205020404" pitchFamily="49" charset="0"/>
              <a:buChar char="o"/>
            </a:pPr>
            <a:r>
              <a:rPr lang="ar-SA" sz="1200" dirty="0"/>
              <a:t>معالجة ضعف الجاهزية عبر خطة تدريب سريعة للمناطق</a:t>
            </a:r>
          </a:p>
          <a:p>
            <a:pPr marL="171450" indent="-171450">
              <a:buFont typeface="Courier New" panose="02070309020205020404" pitchFamily="49" charset="0"/>
              <a:buChar char="o"/>
            </a:pPr>
            <a:r>
              <a:rPr lang="ar-SA" sz="1200" dirty="0"/>
              <a:t>توحيد الاتصال مع الجهات لتقليل تعارض الأنظمة </a:t>
            </a:r>
          </a:p>
          <a:p>
            <a:pPr marL="171450" indent="-171450">
              <a:buFont typeface="Courier New" panose="02070309020205020404" pitchFamily="49" charset="0"/>
              <a:buChar char="o"/>
            </a:pPr>
            <a:r>
              <a:rPr lang="ar-SA" sz="1200" dirty="0"/>
              <a:t>وضع خطط بديلة في حال تأخر الشركاء </a:t>
            </a:r>
          </a:p>
          <a:p>
            <a:pPr marL="171450" indent="-171450">
              <a:buFont typeface="Courier New" panose="02070309020205020404" pitchFamily="49" charset="0"/>
              <a:buChar char="o"/>
            </a:pPr>
            <a:r>
              <a:rPr lang="ar-SA" sz="1200" dirty="0"/>
              <a:t>تحسين تنظيم المتطوعين لتقليل الانسحاب</a:t>
            </a:r>
          </a:p>
        </p:txBody>
      </p:sp>
    </p:spTree>
    <p:extLst>
      <p:ext uri="{BB962C8B-B14F-4D97-AF65-F5344CB8AC3E}">
        <p14:creationId xmlns:p14="http://schemas.microsoft.com/office/powerpoint/2010/main" val="421452507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مربع نص 2">
            <a:extLst>
              <a:ext uri="{FF2B5EF4-FFF2-40B4-BE49-F238E27FC236}">
                <a16:creationId xmlns:a16="http://schemas.microsoft.com/office/drawing/2014/main" id="{22AEF37C-48E8-B9E5-4534-4E0473793253}"/>
              </a:ext>
            </a:extLst>
          </p:cNvPr>
          <p:cNvSpPr txBox="1"/>
          <p:nvPr/>
        </p:nvSpPr>
        <p:spPr>
          <a:xfrm>
            <a:off x="4522343" y="390338"/>
            <a:ext cx="7180032" cy="733791"/>
          </a:xfrm>
          <a:prstGeom prst="rect">
            <a:avLst/>
          </a:prstGeom>
          <a:noFill/>
        </p:spPr>
        <p:txBody>
          <a:bodyPr wrap="square" rtlCol="1">
            <a:spAutoFit/>
          </a:bodyPr>
          <a:lstStyle/>
          <a:p>
            <a:pPr marL="0" marR="0" lvl="0" indent="0" algn="r" defTabSz="914400" rtl="1" eaLnBrk="1" fontAlgn="auto" latinLnBrk="0" hangingPunct="1">
              <a:lnSpc>
                <a:spcPct val="150000"/>
              </a:lnSpc>
              <a:spcBef>
                <a:spcPts val="0"/>
              </a:spcBef>
              <a:spcAft>
                <a:spcPts val="0"/>
              </a:spcAft>
              <a:buClrTx/>
              <a:buSzTx/>
              <a:buFontTx/>
              <a:buNone/>
              <a:tabLst/>
              <a:defRPr/>
            </a:pPr>
            <a:r>
              <a:rPr kumimoji="0" lang="ar-SA" sz="3200" b="0" i="0" u="none" strike="noStrike" kern="1200" cap="none" spc="0" normalizeH="0" baseline="0" noProof="0" dirty="0">
                <a:ln>
                  <a:noFill/>
                </a:ln>
                <a:solidFill>
                  <a:prstClr val="white"/>
                </a:solidFill>
                <a:effectLst/>
                <a:uLnTx/>
                <a:uFillTx/>
                <a:latin typeface="Neo Sans Arabic Medium" panose="020B0704030504040204" pitchFamily="34" charset="-78"/>
                <a:cs typeface="Neo Sans Arabic Medium" panose="020B0704030504040204" pitchFamily="34" charset="-78"/>
              </a:rPr>
              <a:t>2. توقعات  أصحاب المصلحة </a:t>
            </a:r>
          </a:p>
        </p:txBody>
      </p:sp>
      <p:sp>
        <p:nvSpPr>
          <p:cNvPr id="7" name="مربع نص 6">
            <a:extLst>
              <a:ext uri="{FF2B5EF4-FFF2-40B4-BE49-F238E27FC236}">
                <a16:creationId xmlns:a16="http://schemas.microsoft.com/office/drawing/2014/main" id="{5EEAAF48-D580-C954-C454-4CF4FFF2EDAE}"/>
              </a:ext>
            </a:extLst>
          </p:cNvPr>
          <p:cNvSpPr txBox="1"/>
          <p:nvPr/>
        </p:nvSpPr>
        <p:spPr>
          <a:xfrm>
            <a:off x="390419" y="1367941"/>
            <a:ext cx="11311956" cy="923330"/>
          </a:xfrm>
          <a:prstGeom prst="rect">
            <a:avLst/>
          </a:prstGeom>
          <a:noFill/>
        </p:spPr>
        <p:txBody>
          <a:bodyPr wrap="square">
            <a:spAutoFit/>
          </a:bodyPr>
          <a:lstStyle/>
          <a:p>
            <a:pPr algn="justLow"/>
            <a:r>
              <a:rPr lang="ar-SA" dirty="0">
                <a:latin typeface="Neo Sans Arabic Medium" panose="020B0704030504040204" pitchFamily="34" charset="-78"/>
                <a:cs typeface="Neo Sans Arabic Medium" panose="020B0704030504040204" pitchFamily="34" charset="-78"/>
              </a:rPr>
              <a:t>توقعات أصحاب المصلحة تشير إلى الآمال والمطالب التي يحملها الأفراد أو المنظمات المؤثرة أو المتأثرة بوحدة العمل التطوعي. فهم وإدارة هذه التوقعات بشكل فعال يساعد في بناء علاقات قوية، وتقليل المخاطر، وضمان نجاح مهام وحدة العمل التطوعي. </a:t>
            </a:r>
          </a:p>
        </p:txBody>
      </p:sp>
      <p:graphicFrame>
        <p:nvGraphicFramePr>
          <p:cNvPr id="8" name="Table 2">
            <a:extLst>
              <a:ext uri="{FF2B5EF4-FFF2-40B4-BE49-F238E27FC236}">
                <a16:creationId xmlns:a16="http://schemas.microsoft.com/office/drawing/2014/main" id="{9BFC07CF-609C-EC82-6543-74C4282B29C2}"/>
              </a:ext>
            </a:extLst>
          </p:cNvPr>
          <p:cNvGraphicFramePr>
            <a:graphicFrameLocks noGrp="1"/>
          </p:cNvGraphicFramePr>
          <p:nvPr>
            <p:extLst>
              <p:ext uri="{D42A27DB-BD31-4B8C-83A1-F6EECF244321}">
                <p14:modId xmlns:p14="http://schemas.microsoft.com/office/powerpoint/2010/main" val="1269284422"/>
              </p:ext>
            </p:extLst>
          </p:nvPr>
        </p:nvGraphicFramePr>
        <p:xfrm>
          <a:off x="513709" y="2499433"/>
          <a:ext cx="11188666" cy="3863467"/>
        </p:xfrm>
        <a:graphic>
          <a:graphicData uri="http://schemas.openxmlformats.org/drawingml/2006/table">
            <a:tbl>
              <a:tblPr rtl="1"/>
              <a:tblGrid>
                <a:gridCol w="1668485">
                  <a:extLst>
                    <a:ext uri="{9D8B030D-6E8A-4147-A177-3AD203B41FA5}">
                      <a16:colId xmlns:a16="http://schemas.microsoft.com/office/drawing/2014/main" val="889476432"/>
                    </a:ext>
                  </a:extLst>
                </a:gridCol>
                <a:gridCol w="3925848">
                  <a:extLst>
                    <a:ext uri="{9D8B030D-6E8A-4147-A177-3AD203B41FA5}">
                      <a16:colId xmlns:a16="http://schemas.microsoft.com/office/drawing/2014/main" val="2954684427"/>
                    </a:ext>
                  </a:extLst>
                </a:gridCol>
                <a:gridCol w="1668485">
                  <a:extLst>
                    <a:ext uri="{9D8B030D-6E8A-4147-A177-3AD203B41FA5}">
                      <a16:colId xmlns:a16="http://schemas.microsoft.com/office/drawing/2014/main" val="4243481847"/>
                    </a:ext>
                  </a:extLst>
                </a:gridCol>
                <a:gridCol w="3925848">
                  <a:extLst>
                    <a:ext uri="{9D8B030D-6E8A-4147-A177-3AD203B41FA5}">
                      <a16:colId xmlns:a16="http://schemas.microsoft.com/office/drawing/2014/main" val="3268439296"/>
                    </a:ext>
                  </a:extLst>
                </a:gridCol>
              </a:tblGrid>
              <a:tr h="380580">
                <a:tc gridSpan="2">
                  <a:txBody>
                    <a:bodyPr/>
                    <a:lstStyle>
                      <a:lvl1pPr marL="0" algn="r" defTabSz="914400" rtl="1" eaLnBrk="1" latinLnBrk="0" hangingPunct="1">
                        <a:defRPr sz="1800" kern="1200">
                          <a:solidFill>
                            <a:schemeClr val="tx1"/>
                          </a:solidFill>
                          <a:latin typeface="Arial"/>
                        </a:defRPr>
                      </a:lvl1pPr>
                      <a:lvl2pPr marL="457200" algn="r" defTabSz="914400" rtl="1" eaLnBrk="1" latinLnBrk="0" hangingPunct="1">
                        <a:defRPr sz="1800" kern="1200">
                          <a:solidFill>
                            <a:schemeClr val="tx1"/>
                          </a:solidFill>
                          <a:latin typeface="Arial"/>
                        </a:defRPr>
                      </a:lvl2pPr>
                      <a:lvl3pPr marL="914400" algn="r" defTabSz="914400" rtl="1" eaLnBrk="1" latinLnBrk="0" hangingPunct="1">
                        <a:defRPr sz="1800" kern="1200">
                          <a:solidFill>
                            <a:schemeClr val="tx1"/>
                          </a:solidFill>
                          <a:latin typeface="Arial"/>
                        </a:defRPr>
                      </a:lvl3pPr>
                      <a:lvl4pPr marL="1371600" algn="r" defTabSz="914400" rtl="1" eaLnBrk="1" latinLnBrk="0" hangingPunct="1">
                        <a:defRPr sz="1800" kern="1200">
                          <a:solidFill>
                            <a:schemeClr val="tx1"/>
                          </a:solidFill>
                          <a:latin typeface="Arial"/>
                        </a:defRPr>
                      </a:lvl4pPr>
                      <a:lvl5pPr marL="1828800" algn="r" defTabSz="914400" rtl="1" eaLnBrk="1" latinLnBrk="0" hangingPunct="1">
                        <a:defRPr sz="1800" kern="1200">
                          <a:solidFill>
                            <a:schemeClr val="tx1"/>
                          </a:solidFill>
                          <a:latin typeface="Arial"/>
                        </a:defRPr>
                      </a:lvl5pPr>
                      <a:lvl6pPr marL="2286000" algn="r" defTabSz="914400" rtl="1" eaLnBrk="1" latinLnBrk="0" hangingPunct="1">
                        <a:defRPr sz="1800" kern="1200">
                          <a:solidFill>
                            <a:schemeClr val="tx1"/>
                          </a:solidFill>
                          <a:latin typeface="Arial"/>
                        </a:defRPr>
                      </a:lvl6pPr>
                      <a:lvl7pPr marL="2743200" algn="r" defTabSz="914400" rtl="1" eaLnBrk="1" latinLnBrk="0" hangingPunct="1">
                        <a:defRPr sz="1800" kern="1200">
                          <a:solidFill>
                            <a:schemeClr val="tx1"/>
                          </a:solidFill>
                          <a:latin typeface="Arial"/>
                        </a:defRPr>
                      </a:lvl7pPr>
                      <a:lvl8pPr marL="3200400" algn="r" defTabSz="914400" rtl="1" eaLnBrk="1" latinLnBrk="0" hangingPunct="1">
                        <a:defRPr sz="1800" kern="1200">
                          <a:solidFill>
                            <a:schemeClr val="tx1"/>
                          </a:solidFill>
                          <a:latin typeface="Arial"/>
                        </a:defRPr>
                      </a:lvl8pPr>
                      <a:lvl9pPr marL="3657600" algn="r" defTabSz="914400" rtl="1" eaLnBrk="1" latinLnBrk="0" hangingPunct="1">
                        <a:defRPr sz="1800" kern="1200">
                          <a:solidFill>
                            <a:schemeClr val="tx1"/>
                          </a:solidFill>
                          <a:latin typeface="Arial"/>
                        </a:defRPr>
                      </a:lvl9pPr>
                    </a:lstStyle>
                    <a:p>
                      <a:pPr algn="ctr" rtl="1" fontAlgn="ctr"/>
                      <a:r>
                        <a:rPr lang="ar-SA" sz="1200" b="1" u="none" strike="noStrike" dirty="0">
                          <a:solidFill>
                            <a:schemeClr val="bg1"/>
                          </a:solidFill>
                          <a:effectLst/>
                          <a:latin typeface="Neo Sans Arabic Medium" panose="020B0704030504040204" pitchFamily="34" charset="-78"/>
                          <a:ea typeface="Ping AR + LT Medium" panose="00000600000000000000" pitchFamily="50" charset="-78"/>
                          <a:cs typeface="Neo Sans Arabic Medium" panose="020B0704030504040204" pitchFamily="34" charset="-78"/>
                        </a:rPr>
                        <a:t>من صاحب المصلحة (........)</a:t>
                      </a:r>
                    </a:p>
                  </a:txBody>
                  <a:tcPr marL="4101" marR="4101" marT="410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104C5A"/>
                    </a:solidFill>
                  </a:tcPr>
                </a:tc>
                <a:tc hMerge="1">
                  <a:txBody>
                    <a:bodyPr/>
                    <a:lstStyle/>
                    <a:p>
                      <a:pPr algn="ctr" rtl="1" fontAlgn="ctr"/>
                      <a:endParaRPr lang="ar-SA" sz="1200" b="1" u="none" strike="noStrike" dirty="0">
                        <a:solidFill>
                          <a:schemeClr val="bg1"/>
                        </a:solidFill>
                        <a:effectLst/>
                        <a:latin typeface="Ping AR + LT Medium" panose="00000600000000000000" pitchFamily="50" charset="-78"/>
                        <a:ea typeface="Ping AR + LT Medium" panose="00000600000000000000" pitchFamily="50" charset="-78"/>
                        <a:cs typeface="Ping AR + LT Medium" panose="00000600000000000000" pitchFamily="50" charset="-78"/>
                      </a:endParaRPr>
                    </a:p>
                  </a:txBody>
                  <a:tcPr marL="4101" marR="4101" marT="4101" marB="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mpd="sng">
                      <a:solidFill>
                        <a:sysClr val="window" lastClr="FFFFFF"/>
                      </a:solidFill>
                    </a:lnT>
                    <a:lnB w="12700" cap="flat" cmpd="sng" algn="ctr">
                      <a:solidFill>
                        <a:schemeClr val="accent2"/>
                      </a:solidFill>
                      <a:prstDash val="solid"/>
                      <a:round/>
                      <a:headEnd type="none" w="med" len="med"/>
                      <a:tailEnd type="none" w="med" len="med"/>
                    </a:lnB>
                    <a:lnTlToBr w="12700" cmpd="sng">
                      <a:noFill/>
                      <a:prstDash val="solid"/>
                    </a:lnTlToBr>
                    <a:lnBlToTr w="12700" cmpd="sng">
                      <a:noFill/>
                      <a:prstDash val="solid"/>
                    </a:lnBlToTr>
                    <a:solidFill>
                      <a:srgbClr val="006E62"/>
                    </a:solidFill>
                  </a:tcPr>
                </a:tc>
                <a:tc gridSpan="2">
                  <a:txBody>
                    <a:bodyPr/>
                    <a:lstStyle>
                      <a:lvl1pPr marL="0" algn="r" defTabSz="914400" rtl="1" eaLnBrk="1" latinLnBrk="0" hangingPunct="1">
                        <a:defRPr sz="1800" kern="1200">
                          <a:solidFill>
                            <a:schemeClr val="tx1"/>
                          </a:solidFill>
                          <a:latin typeface="Arial"/>
                        </a:defRPr>
                      </a:lvl1pPr>
                      <a:lvl2pPr marL="457200" algn="r" defTabSz="914400" rtl="1" eaLnBrk="1" latinLnBrk="0" hangingPunct="1">
                        <a:defRPr sz="1800" kern="1200">
                          <a:solidFill>
                            <a:schemeClr val="tx1"/>
                          </a:solidFill>
                          <a:latin typeface="Arial"/>
                        </a:defRPr>
                      </a:lvl2pPr>
                      <a:lvl3pPr marL="914400" algn="r" defTabSz="914400" rtl="1" eaLnBrk="1" latinLnBrk="0" hangingPunct="1">
                        <a:defRPr sz="1800" kern="1200">
                          <a:solidFill>
                            <a:schemeClr val="tx1"/>
                          </a:solidFill>
                          <a:latin typeface="Arial"/>
                        </a:defRPr>
                      </a:lvl3pPr>
                      <a:lvl4pPr marL="1371600" algn="r" defTabSz="914400" rtl="1" eaLnBrk="1" latinLnBrk="0" hangingPunct="1">
                        <a:defRPr sz="1800" kern="1200">
                          <a:solidFill>
                            <a:schemeClr val="tx1"/>
                          </a:solidFill>
                          <a:latin typeface="Arial"/>
                        </a:defRPr>
                      </a:lvl4pPr>
                      <a:lvl5pPr marL="1828800" algn="r" defTabSz="914400" rtl="1" eaLnBrk="1" latinLnBrk="0" hangingPunct="1">
                        <a:defRPr sz="1800" kern="1200">
                          <a:solidFill>
                            <a:schemeClr val="tx1"/>
                          </a:solidFill>
                          <a:latin typeface="Arial"/>
                        </a:defRPr>
                      </a:lvl5pPr>
                      <a:lvl6pPr marL="2286000" algn="r" defTabSz="914400" rtl="1" eaLnBrk="1" latinLnBrk="0" hangingPunct="1">
                        <a:defRPr sz="1800" kern="1200">
                          <a:solidFill>
                            <a:schemeClr val="tx1"/>
                          </a:solidFill>
                          <a:latin typeface="Arial"/>
                        </a:defRPr>
                      </a:lvl6pPr>
                      <a:lvl7pPr marL="2743200" algn="r" defTabSz="914400" rtl="1" eaLnBrk="1" latinLnBrk="0" hangingPunct="1">
                        <a:defRPr sz="1800" kern="1200">
                          <a:solidFill>
                            <a:schemeClr val="tx1"/>
                          </a:solidFill>
                          <a:latin typeface="Arial"/>
                        </a:defRPr>
                      </a:lvl7pPr>
                      <a:lvl8pPr marL="3200400" algn="r" defTabSz="914400" rtl="1" eaLnBrk="1" latinLnBrk="0" hangingPunct="1">
                        <a:defRPr sz="1800" kern="1200">
                          <a:solidFill>
                            <a:schemeClr val="tx1"/>
                          </a:solidFill>
                          <a:latin typeface="Arial"/>
                        </a:defRPr>
                      </a:lvl8pPr>
                      <a:lvl9pPr marL="3657600" algn="r" defTabSz="914400" rtl="1" eaLnBrk="1" latinLnBrk="0" hangingPunct="1">
                        <a:defRPr sz="1800" kern="1200">
                          <a:solidFill>
                            <a:schemeClr val="tx1"/>
                          </a:solidFill>
                          <a:latin typeface="Arial"/>
                        </a:defRPr>
                      </a:lvl9pPr>
                    </a:lstStyle>
                    <a:p>
                      <a:pPr algn="ctr" rtl="1" fontAlgn="ctr"/>
                      <a:r>
                        <a:rPr lang="ar-SA" sz="1200" b="1" i="0" u="none" strike="noStrike" dirty="0">
                          <a:solidFill>
                            <a:schemeClr val="tx1"/>
                          </a:solidFill>
                          <a:effectLst/>
                          <a:latin typeface="Neo Sans Arabic Medium" panose="020B0704030504040204" pitchFamily="34" charset="-78"/>
                          <a:ea typeface="Ping AR + LT Medium" panose="00000600000000000000" pitchFamily="50" charset="-78"/>
                          <a:cs typeface="Neo Sans Arabic Medium" panose="020B0704030504040204" pitchFamily="34" charset="-78"/>
                        </a:rPr>
                        <a:t>من وحدة العمل التطوعي</a:t>
                      </a:r>
                    </a:p>
                  </a:txBody>
                  <a:tcPr marL="4101" marR="4101" marT="410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96CC42"/>
                    </a:solidFill>
                  </a:tcPr>
                </a:tc>
                <a:tc hMerge="1">
                  <a:txBody>
                    <a:bodyPr/>
                    <a:lstStyle/>
                    <a:p>
                      <a:pPr algn="ctr" rtl="1" fontAlgn="ctr"/>
                      <a:endParaRPr lang="ar-SA" sz="1200" b="1" i="0" u="none" strike="noStrike" dirty="0">
                        <a:solidFill>
                          <a:schemeClr val="tx1"/>
                        </a:solidFill>
                        <a:effectLst/>
                        <a:latin typeface="Ping AR + LT Medium" panose="00000600000000000000" pitchFamily="50" charset="-78"/>
                        <a:ea typeface="Ping AR + LT Medium" panose="00000600000000000000" pitchFamily="50" charset="-78"/>
                        <a:cs typeface="Ping AR + LT Medium" panose="00000600000000000000" pitchFamily="50" charset="-78"/>
                      </a:endParaRPr>
                    </a:p>
                  </a:txBody>
                  <a:tcPr marL="4101" marR="4101" marT="4101" marB="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mpd="sng">
                      <a:solidFill>
                        <a:sysClr val="window" lastClr="FFFFFF"/>
                      </a:solidFill>
                    </a:lnT>
                    <a:lnB w="12700" cap="flat" cmpd="sng" algn="ctr">
                      <a:solidFill>
                        <a:schemeClr val="accent2"/>
                      </a:solidFill>
                      <a:prstDash val="solid"/>
                      <a:round/>
                      <a:headEnd type="none" w="med" len="med"/>
                      <a:tailEnd type="none" w="med" len="med"/>
                    </a:lnB>
                    <a:lnTlToBr w="12700" cmpd="sng">
                      <a:noFill/>
                      <a:prstDash val="solid"/>
                    </a:lnTlToBr>
                    <a:lnBlToTr w="12700" cmpd="sng">
                      <a:noFill/>
                      <a:prstDash val="solid"/>
                    </a:lnBlToTr>
                    <a:solidFill>
                      <a:schemeClr val="accent2"/>
                    </a:solidFill>
                  </a:tcPr>
                </a:tc>
                <a:extLst>
                  <a:ext uri="{0D108BD9-81ED-4DB2-BD59-A6C34878D82A}">
                    <a16:rowId xmlns:a16="http://schemas.microsoft.com/office/drawing/2014/main" val="1565941353"/>
                  </a:ext>
                </a:extLst>
              </a:tr>
              <a:tr h="326030">
                <a:tc>
                  <a:txBody>
                    <a:bodyPr/>
                    <a:lstStyle>
                      <a:lvl1pPr marL="0" marR="0" algn="l" defTabSz="914400" rtl="0" eaLnBrk="1" latinLnBrk="0" hangingPunct="1">
                        <a:lnSpc>
                          <a:spcPct val="100000"/>
                        </a:lnSpc>
                        <a:spcBef>
                          <a:spcPts val="0"/>
                        </a:spcBef>
                        <a:spcAft>
                          <a:spcPts val="0"/>
                        </a:spcAft>
                        <a:buClr>
                          <a:srgbClr val="000000"/>
                        </a:buClr>
                        <a:buFont typeface="Arial"/>
                        <a:defRPr sz="1400" b="0" i="0" u="none" strike="noStrike" kern="1200" cap="none">
                          <a:solidFill>
                            <a:schemeClr val="dk1"/>
                          </a:solidFill>
                          <a:latin typeface="Calibri" panose="020F0502020204030204"/>
                          <a:sym typeface="Arial"/>
                        </a:defRPr>
                      </a:lvl1pPr>
                      <a:lvl2pPr marL="457200" marR="0" algn="l" defTabSz="914400" rtl="0" eaLnBrk="1" latinLnBrk="0" hangingPunct="1">
                        <a:lnSpc>
                          <a:spcPct val="100000"/>
                        </a:lnSpc>
                        <a:spcBef>
                          <a:spcPts val="0"/>
                        </a:spcBef>
                        <a:spcAft>
                          <a:spcPts val="0"/>
                        </a:spcAft>
                        <a:buClr>
                          <a:srgbClr val="000000"/>
                        </a:buClr>
                        <a:buFont typeface="Arial"/>
                        <a:defRPr sz="1400" b="0" i="0" u="none" strike="noStrike" kern="1200" cap="none">
                          <a:solidFill>
                            <a:schemeClr val="dk1"/>
                          </a:solidFill>
                          <a:latin typeface="Calibri" panose="020F0502020204030204"/>
                          <a:sym typeface="Arial"/>
                        </a:defRPr>
                      </a:lvl2pPr>
                      <a:lvl3pPr marL="914400" marR="0" algn="l" defTabSz="914400" rtl="0" eaLnBrk="1" latinLnBrk="0" hangingPunct="1">
                        <a:lnSpc>
                          <a:spcPct val="100000"/>
                        </a:lnSpc>
                        <a:spcBef>
                          <a:spcPts val="0"/>
                        </a:spcBef>
                        <a:spcAft>
                          <a:spcPts val="0"/>
                        </a:spcAft>
                        <a:buClr>
                          <a:srgbClr val="000000"/>
                        </a:buClr>
                        <a:buFont typeface="Arial"/>
                        <a:defRPr sz="1400" b="0" i="0" u="none" strike="noStrike" kern="1200" cap="none">
                          <a:solidFill>
                            <a:schemeClr val="dk1"/>
                          </a:solidFill>
                          <a:latin typeface="Calibri" panose="020F0502020204030204"/>
                          <a:sym typeface="Arial"/>
                        </a:defRPr>
                      </a:lvl3pPr>
                      <a:lvl4pPr marL="1371600" marR="0" algn="l" defTabSz="914400" rtl="0" eaLnBrk="1" latinLnBrk="0" hangingPunct="1">
                        <a:lnSpc>
                          <a:spcPct val="100000"/>
                        </a:lnSpc>
                        <a:spcBef>
                          <a:spcPts val="0"/>
                        </a:spcBef>
                        <a:spcAft>
                          <a:spcPts val="0"/>
                        </a:spcAft>
                        <a:buClr>
                          <a:srgbClr val="000000"/>
                        </a:buClr>
                        <a:buFont typeface="Arial"/>
                        <a:defRPr sz="1400" b="0" i="0" u="none" strike="noStrike" kern="1200" cap="none">
                          <a:solidFill>
                            <a:schemeClr val="dk1"/>
                          </a:solidFill>
                          <a:latin typeface="Calibri" panose="020F0502020204030204"/>
                          <a:sym typeface="Arial"/>
                        </a:defRPr>
                      </a:lvl4pPr>
                      <a:lvl5pPr marL="1828800" marR="0" algn="l" defTabSz="914400" rtl="0" eaLnBrk="1" latinLnBrk="0" hangingPunct="1">
                        <a:lnSpc>
                          <a:spcPct val="100000"/>
                        </a:lnSpc>
                        <a:spcBef>
                          <a:spcPts val="0"/>
                        </a:spcBef>
                        <a:spcAft>
                          <a:spcPts val="0"/>
                        </a:spcAft>
                        <a:buClr>
                          <a:srgbClr val="000000"/>
                        </a:buClr>
                        <a:buFont typeface="Arial"/>
                        <a:defRPr sz="1400" b="0" i="0" u="none" strike="noStrike" kern="1200" cap="none">
                          <a:solidFill>
                            <a:schemeClr val="dk1"/>
                          </a:solidFill>
                          <a:latin typeface="Calibri" panose="020F0502020204030204"/>
                          <a:sym typeface="Arial"/>
                        </a:defRPr>
                      </a:lvl5pPr>
                      <a:lvl6pPr marL="2286000" marR="0" algn="l" defTabSz="914400" rtl="0" eaLnBrk="1" latinLnBrk="0" hangingPunct="1">
                        <a:lnSpc>
                          <a:spcPct val="100000"/>
                        </a:lnSpc>
                        <a:spcBef>
                          <a:spcPts val="0"/>
                        </a:spcBef>
                        <a:spcAft>
                          <a:spcPts val="0"/>
                        </a:spcAft>
                        <a:buClr>
                          <a:srgbClr val="000000"/>
                        </a:buClr>
                        <a:buFont typeface="Arial"/>
                        <a:defRPr sz="1400" b="0" i="0" u="none" strike="noStrike" kern="1200" cap="none">
                          <a:solidFill>
                            <a:schemeClr val="dk1"/>
                          </a:solidFill>
                          <a:latin typeface="Calibri" panose="020F0502020204030204"/>
                          <a:sym typeface="Arial"/>
                        </a:defRPr>
                      </a:lvl6pPr>
                      <a:lvl7pPr marL="2743200" marR="0" algn="l" defTabSz="914400" rtl="0" eaLnBrk="1" latinLnBrk="0" hangingPunct="1">
                        <a:lnSpc>
                          <a:spcPct val="100000"/>
                        </a:lnSpc>
                        <a:spcBef>
                          <a:spcPts val="0"/>
                        </a:spcBef>
                        <a:spcAft>
                          <a:spcPts val="0"/>
                        </a:spcAft>
                        <a:buClr>
                          <a:srgbClr val="000000"/>
                        </a:buClr>
                        <a:buFont typeface="Arial"/>
                        <a:defRPr sz="1400" b="0" i="0" u="none" strike="noStrike" kern="1200" cap="none">
                          <a:solidFill>
                            <a:schemeClr val="dk1"/>
                          </a:solidFill>
                          <a:latin typeface="Calibri" panose="020F0502020204030204"/>
                          <a:sym typeface="Arial"/>
                        </a:defRPr>
                      </a:lvl7pPr>
                      <a:lvl8pPr marL="3200400" marR="0" algn="l" defTabSz="914400" rtl="0" eaLnBrk="1" latinLnBrk="0" hangingPunct="1">
                        <a:lnSpc>
                          <a:spcPct val="100000"/>
                        </a:lnSpc>
                        <a:spcBef>
                          <a:spcPts val="0"/>
                        </a:spcBef>
                        <a:spcAft>
                          <a:spcPts val="0"/>
                        </a:spcAft>
                        <a:buClr>
                          <a:srgbClr val="000000"/>
                        </a:buClr>
                        <a:buFont typeface="Arial"/>
                        <a:defRPr sz="1400" b="0" i="0" u="none" strike="noStrike" kern="1200" cap="none">
                          <a:solidFill>
                            <a:schemeClr val="dk1"/>
                          </a:solidFill>
                          <a:latin typeface="Calibri" panose="020F0502020204030204"/>
                          <a:sym typeface="Arial"/>
                        </a:defRPr>
                      </a:lvl8pPr>
                      <a:lvl9pPr marL="3657600" marR="0" algn="l" defTabSz="914400" rtl="0" eaLnBrk="1" latinLnBrk="0" hangingPunct="1">
                        <a:lnSpc>
                          <a:spcPct val="100000"/>
                        </a:lnSpc>
                        <a:spcBef>
                          <a:spcPts val="0"/>
                        </a:spcBef>
                        <a:spcAft>
                          <a:spcPts val="0"/>
                        </a:spcAft>
                        <a:buClr>
                          <a:srgbClr val="000000"/>
                        </a:buClr>
                        <a:buFont typeface="Arial"/>
                        <a:defRPr sz="1400" b="0" i="0" u="none" strike="noStrike" kern="1200" cap="none">
                          <a:solidFill>
                            <a:schemeClr val="dk1"/>
                          </a:solidFill>
                          <a:latin typeface="Calibri" panose="020F0502020204030204"/>
                          <a:sym typeface="Arial"/>
                        </a:defRPr>
                      </a:lvl9pPr>
                    </a:lstStyle>
                    <a:p>
                      <a:pPr algn="ctr" rtl="1" fontAlgn="ctr"/>
                      <a:r>
                        <a:rPr lang="ar-SA" sz="1200" b="0" u="none" strike="noStrike" dirty="0">
                          <a:solidFill>
                            <a:schemeClr val="bg1"/>
                          </a:solidFill>
                          <a:effectLst/>
                          <a:latin typeface="Neo Sans Arabic Medium" panose="020B0704030504040204" pitchFamily="34" charset="-78"/>
                          <a:ea typeface="Ping AR + LT Medium" panose="00000600000000000000" pitchFamily="50" charset="-78"/>
                          <a:cs typeface="Neo Sans Arabic Medium" panose="020B0704030504040204" pitchFamily="34" charset="-78"/>
                        </a:rPr>
                        <a:t>التوقع</a:t>
                      </a:r>
                    </a:p>
                  </a:txBody>
                  <a:tcPr marL="4101" marR="4101" marT="410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104C5A"/>
                    </a:solidFill>
                  </a:tcPr>
                </a:tc>
                <a:tc>
                  <a:txBody>
                    <a:bodyPr/>
                    <a:lstStyle>
                      <a:lvl1pPr marL="0" algn="r" defTabSz="914400" rtl="1" eaLnBrk="1" latinLnBrk="0" hangingPunct="1">
                        <a:defRPr sz="1800" kern="1200">
                          <a:solidFill>
                            <a:schemeClr val="tx1"/>
                          </a:solidFill>
                          <a:latin typeface="Arial"/>
                        </a:defRPr>
                      </a:lvl1pPr>
                      <a:lvl2pPr marL="457200" algn="r" defTabSz="914400" rtl="1" eaLnBrk="1" latinLnBrk="0" hangingPunct="1">
                        <a:defRPr sz="1800" kern="1200">
                          <a:solidFill>
                            <a:schemeClr val="tx1"/>
                          </a:solidFill>
                          <a:latin typeface="Arial"/>
                        </a:defRPr>
                      </a:lvl2pPr>
                      <a:lvl3pPr marL="914400" algn="r" defTabSz="914400" rtl="1" eaLnBrk="1" latinLnBrk="0" hangingPunct="1">
                        <a:defRPr sz="1800" kern="1200">
                          <a:solidFill>
                            <a:schemeClr val="tx1"/>
                          </a:solidFill>
                          <a:latin typeface="Arial"/>
                        </a:defRPr>
                      </a:lvl3pPr>
                      <a:lvl4pPr marL="1371600" algn="r" defTabSz="914400" rtl="1" eaLnBrk="1" latinLnBrk="0" hangingPunct="1">
                        <a:defRPr sz="1800" kern="1200">
                          <a:solidFill>
                            <a:schemeClr val="tx1"/>
                          </a:solidFill>
                          <a:latin typeface="Arial"/>
                        </a:defRPr>
                      </a:lvl4pPr>
                      <a:lvl5pPr marL="1828800" algn="r" defTabSz="914400" rtl="1" eaLnBrk="1" latinLnBrk="0" hangingPunct="1">
                        <a:defRPr sz="1800" kern="1200">
                          <a:solidFill>
                            <a:schemeClr val="tx1"/>
                          </a:solidFill>
                          <a:latin typeface="Arial"/>
                        </a:defRPr>
                      </a:lvl5pPr>
                      <a:lvl6pPr marL="2286000" algn="r" defTabSz="914400" rtl="1" eaLnBrk="1" latinLnBrk="0" hangingPunct="1">
                        <a:defRPr sz="1800" kern="1200">
                          <a:solidFill>
                            <a:schemeClr val="tx1"/>
                          </a:solidFill>
                          <a:latin typeface="Arial"/>
                        </a:defRPr>
                      </a:lvl6pPr>
                      <a:lvl7pPr marL="2743200" algn="r" defTabSz="914400" rtl="1" eaLnBrk="1" latinLnBrk="0" hangingPunct="1">
                        <a:defRPr sz="1800" kern="1200">
                          <a:solidFill>
                            <a:schemeClr val="tx1"/>
                          </a:solidFill>
                          <a:latin typeface="Arial"/>
                        </a:defRPr>
                      </a:lvl7pPr>
                      <a:lvl8pPr marL="3200400" algn="r" defTabSz="914400" rtl="1" eaLnBrk="1" latinLnBrk="0" hangingPunct="1">
                        <a:defRPr sz="1800" kern="1200">
                          <a:solidFill>
                            <a:schemeClr val="tx1"/>
                          </a:solidFill>
                          <a:latin typeface="Arial"/>
                        </a:defRPr>
                      </a:lvl8pPr>
                      <a:lvl9pPr marL="3657600" algn="r" defTabSz="914400" rtl="1" eaLnBrk="1" latinLnBrk="0" hangingPunct="1">
                        <a:defRPr sz="1800" kern="1200">
                          <a:solidFill>
                            <a:schemeClr val="tx1"/>
                          </a:solidFill>
                          <a:latin typeface="Arial"/>
                        </a:defRPr>
                      </a:lvl9pPr>
                    </a:lstStyle>
                    <a:p>
                      <a:pPr algn="ctr" rtl="1" fontAlgn="ctr"/>
                      <a:r>
                        <a:rPr lang="ar-SA" sz="1200" b="0" u="none" strike="noStrike" dirty="0">
                          <a:solidFill>
                            <a:schemeClr val="bg1"/>
                          </a:solidFill>
                          <a:effectLst/>
                          <a:latin typeface="Neo Sans Arabic Medium" panose="020B0704030504040204" pitchFamily="34" charset="-78"/>
                          <a:ea typeface="Ping AR + LT Medium" panose="00000600000000000000" pitchFamily="50" charset="-78"/>
                          <a:cs typeface="Neo Sans Arabic Medium" panose="020B0704030504040204" pitchFamily="34" charset="-78"/>
                        </a:rPr>
                        <a:t>الوصف</a:t>
                      </a:r>
                    </a:p>
                  </a:txBody>
                  <a:tcPr marL="4101" marR="4101" marT="410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104C5A"/>
                    </a:solidFill>
                  </a:tcPr>
                </a:tc>
                <a:tc>
                  <a:txBody>
                    <a:bodyPr/>
                    <a:lstStyle>
                      <a:lvl1pPr marL="0" marR="0" algn="l" defTabSz="914400" rtl="0" eaLnBrk="1" latinLnBrk="0" hangingPunct="1">
                        <a:lnSpc>
                          <a:spcPct val="100000"/>
                        </a:lnSpc>
                        <a:spcBef>
                          <a:spcPts val="0"/>
                        </a:spcBef>
                        <a:spcAft>
                          <a:spcPts val="0"/>
                        </a:spcAft>
                        <a:buClr>
                          <a:srgbClr val="000000"/>
                        </a:buClr>
                        <a:buFont typeface="Arial"/>
                        <a:defRPr sz="1400" b="0" i="0" u="none" strike="noStrike" kern="1200" cap="none">
                          <a:solidFill>
                            <a:schemeClr val="dk1"/>
                          </a:solidFill>
                          <a:latin typeface="Calibri" panose="020F0502020204030204"/>
                          <a:sym typeface="Arial"/>
                        </a:defRPr>
                      </a:lvl1pPr>
                      <a:lvl2pPr marL="457200" marR="0" algn="l" defTabSz="914400" rtl="0" eaLnBrk="1" latinLnBrk="0" hangingPunct="1">
                        <a:lnSpc>
                          <a:spcPct val="100000"/>
                        </a:lnSpc>
                        <a:spcBef>
                          <a:spcPts val="0"/>
                        </a:spcBef>
                        <a:spcAft>
                          <a:spcPts val="0"/>
                        </a:spcAft>
                        <a:buClr>
                          <a:srgbClr val="000000"/>
                        </a:buClr>
                        <a:buFont typeface="Arial"/>
                        <a:defRPr sz="1400" b="0" i="0" u="none" strike="noStrike" kern="1200" cap="none">
                          <a:solidFill>
                            <a:schemeClr val="dk1"/>
                          </a:solidFill>
                          <a:latin typeface="Calibri" panose="020F0502020204030204"/>
                          <a:sym typeface="Arial"/>
                        </a:defRPr>
                      </a:lvl2pPr>
                      <a:lvl3pPr marL="914400" marR="0" algn="l" defTabSz="914400" rtl="0" eaLnBrk="1" latinLnBrk="0" hangingPunct="1">
                        <a:lnSpc>
                          <a:spcPct val="100000"/>
                        </a:lnSpc>
                        <a:spcBef>
                          <a:spcPts val="0"/>
                        </a:spcBef>
                        <a:spcAft>
                          <a:spcPts val="0"/>
                        </a:spcAft>
                        <a:buClr>
                          <a:srgbClr val="000000"/>
                        </a:buClr>
                        <a:buFont typeface="Arial"/>
                        <a:defRPr sz="1400" b="0" i="0" u="none" strike="noStrike" kern="1200" cap="none">
                          <a:solidFill>
                            <a:schemeClr val="dk1"/>
                          </a:solidFill>
                          <a:latin typeface="Calibri" panose="020F0502020204030204"/>
                          <a:sym typeface="Arial"/>
                        </a:defRPr>
                      </a:lvl3pPr>
                      <a:lvl4pPr marL="1371600" marR="0" algn="l" defTabSz="914400" rtl="0" eaLnBrk="1" latinLnBrk="0" hangingPunct="1">
                        <a:lnSpc>
                          <a:spcPct val="100000"/>
                        </a:lnSpc>
                        <a:spcBef>
                          <a:spcPts val="0"/>
                        </a:spcBef>
                        <a:spcAft>
                          <a:spcPts val="0"/>
                        </a:spcAft>
                        <a:buClr>
                          <a:srgbClr val="000000"/>
                        </a:buClr>
                        <a:buFont typeface="Arial"/>
                        <a:defRPr sz="1400" b="0" i="0" u="none" strike="noStrike" kern="1200" cap="none">
                          <a:solidFill>
                            <a:schemeClr val="dk1"/>
                          </a:solidFill>
                          <a:latin typeface="Calibri" panose="020F0502020204030204"/>
                          <a:sym typeface="Arial"/>
                        </a:defRPr>
                      </a:lvl4pPr>
                      <a:lvl5pPr marL="1828800" marR="0" algn="l" defTabSz="914400" rtl="0" eaLnBrk="1" latinLnBrk="0" hangingPunct="1">
                        <a:lnSpc>
                          <a:spcPct val="100000"/>
                        </a:lnSpc>
                        <a:spcBef>
                          <a:spcPts val="0"/>
                        </a:spcBef>
                        <a:spcAft>
                          <a:spcPts val="0"/>
                        </a:spcAft>
                        <a:buClr>
                          <a:srgbClr val="000000"/>
                        </a:buClr>
                        <a:buFont typeface="Arial"/>
                        <a:defRPr sz="1400" b="0" i="0" u="none" strike="noStrike" kern="1200" cap="none">
                          <a:solidFill>
                            <a:schemeClr val="dk1"/>
                          </a:solidFill>
                          <a:latin typeface="Calibri" panose="020F0502020204030204"/>
                          <a:sym typeface="Arial"/>
                        </a:defRPr>
                      </a:lvl5pPr>
                      <a:lvl6pPr marL="2286000" marR="0" algn="l" defTabSz="914400" rtl="0" eaLnBrk="1" latinLnBrk="0" hangingPunct="1">
                        <a:lnSpc>
                          <a:spcPct val="100000"/>
                        </a:lnSpc>
                        <a:spcBef>
                          <a:spcPts val="0"/>
                        </a:spcBef>
                        <a:spcAft>
                          <a:spcPts val="0"/>
                        </a:spcAft>
                        <a:buClr>
                          <a:srgbClr val="000000"/>
                        </a:buClr>
                        <a:buFont typeface="Arial"/>
                        <a:defRPr sz="1400" b="0" i="0" u="none" strike="noStrike" kern="1200" cap="none">
                          <a:solidFill>
                            <a:schemeClr val="dk1"/>
                          </a:solidFill>
                          <a:latin typeface="Calibri" panose="020F0502020204030204"/>
                          <a:sym typeface="Arial"/>
                        </a:defRPr>
                      </a:lvl6pPr>
                      <a:lvl7pPr marL="2743200" marR="0" algn="l" defTabSz="914400" rtl="0" eaLnBrk="1" latinLnBrk="0" hangingPunct="1">
                        <a:lnSpc>
                          <a:spcPct val="100000"/>
                        </a:lnSpc>
                        <a:spcBef>
                          <a:spcPts val="0"/>
                        </a:spcBef>
                        <a:spcAft>
                          <a:spcPts val="0"/>
                        </a:spcAft>
                        <a:buClr>
                          <a:srgbClr val="000000"/>
                        </a:buClr>
                        <a:buFont typeface="Arial"/>
                        <a:defRPr sz="1400" b="0" i="0" u="none" strike="noStrike" kern="1200" cap="none">
                          <a:solidFill>
                            <a:schemeClr val="dk1"/>
                          </a:solidFill>
                          <a:latin typeface="Calibri" panose="020F0502020204030204"/>
                          <a:sym typeface="Arial"/>
                        </a:defRPr>
                      </a:lvl7pPr>
                      <a:lvl8pPr marL="3200400" marR="0" algn="l" defTabSz="914400" rtl="0" eaLnBrk="1" latinLnBrk="0" hangingPunct="1">
                        <a:lnSpc>
                          <a:spcPct val="100000"/>
                        </a:lnSpc>
                        <a:spcBef>
                          <a:spcPts val="0"/>
                        </a:spcBef>
                        <a:spcAft>
                          <a:spcPts val="0"/>
                        </a:spcAft>
                        <a:buClr>
                          <a:srgbClr val="000000"/>
                        </a:buClr>
                        <a:buFont typeface="Arial"/>
                        <a:defRPr sz="1400" b="0" i="0" u="none" strike="noStrike" kern="1200" cap="none">
                          <a:solidFill>
                            <a:schemeClr val="dk1"/>
                          </a:solidFill>
                          <a:latin typeface="Calibri" panose="020F0502020204030204"/>
                          <a:sym typeface="Arial"/>
                        </a:defRPr>
                      </a:lvl8pPr>
                      <a:lvl9pPr marL="3657600" marR="0" algn="l" defTabSz="914400" rtl="0" eaLnBrk="1" latinLnBrk="0" hangingPunct="1">
                        <a:lnSpc>
                          <a:spcPct val="100000"/>
                        </a:lnSpc>
                        <a:spcBef>
                          <a:spcPts val="0"/>
                        </a:spcBef>
                        <a:spcAft>
                          <a:spcPts val="0"/>
                        </a:spcAft>
                        <a:buClr>
                          <a:srgbClr val="000000"/>
                        </a:buClr>
                        <a:buFont typeface="Arial"/>
                        <a:defRPr sz="1400" b="0" i="0" u="none" strike="noStrike" kern="1200" cap="none">
                          <a:solidFill>
                            <a:schemeClr val="dk1"/>
                          </a:solidFill>
                          <a:latin typeface="Calibri" panose="020F0502020204030204"/>
                          <a:sym typeface="Arial"/>
                        </a:defRPr>
                      </a:lvl9pPr>
                    </a:lstStyle>
                    <a:p>
                      <a:pPr algn="ctr" rtl="1" fontAlgn="ctr"/>
                      <a:r>
                        <a:rPr lang="ar-SA" sz="1200" b="0" u="none" strike="noStrike" dirty="0">
                          <a:solidFill>
                            <a:schemeClr val="tx1"/>
                          </a:solidFill>
                          <a:effectLst/>
                          <a:latin typeface="Neo Sans Arabic Medium" panose="020B0704030504040204" pitchFamily="34" charset="-78"/>
                          <a:ea typeface="Ping AR + LT Medium" panose="00000600000000000000" pitchFamily="50" charset="-78"/>
                          <a:cs typeface="Neo Sans Arabic Medium" panose="020B0704030504040204" pitchFamily="34" charset="-78"/>
                        </a:rPr>
                        <a:t>التوقع</a:t>
                      </a:r>
                    </a:p>
                  </a:txBody>
                  <a:tcPr marL="4101" marR="4101" marT="410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96CC42"/>
                    </a:solidFill>
                  </a:tcPr>
                </a:tc>
                <a:tc>
                  <a:txBody>
                    <a:bodyPr/>
                    <a:lstStyle>
                      <a:lvl1pPr marL="0" algn="r" defTabSz="914400" rtl="1" eaLnBrk="1" latinLnBrk="0" hangingPunct="1">
                        <a:defRPr sz="1800" kern="1200">
                          <a:solidFill>
                            <a:schemeClr val="tx1"/>
                          </a:solidFill>
                          <a:latin typeface="Arial"/>
                        </a:defRPr>
                      </a:lvl1pPr>
                      <a:lvl2pPr marL="457200" algn="r" defTabSz="914400" rtl="1" eaLnBrk="1" latinLnBrk="0" hangingPunct="1">
                        <a:defRPr sz="1800" kern="1200">
                          <a:solidFill>
                            <a:schemeClr val="tx1"/>
                          </a:solidFill>
                          <a:latin typeface="Arial"/>
                        </a:defRPr>
                      </a:lvl2pPr>
                      <a:lvl3pPr marL="914400" algn="r" defTabSz="914400" rtl="1" eaLnBrk="1" latinLnBrk="0" hangingPunct="1">
                        <a:defRPr sz="1800" kern="1200">
                          <a:solidFill>
                            <a:schemeClr val="tx1"/>
                          </a:solidFill>
                          <a:latin typeface="Arial"/>
                        </a:defRPr>
                      </a:lvl3pPr>
                      <a:lvl4pPr marL="1371600" algn="r" defTabSz="914400" rtl="1" eaLnBrk="1" latinLnBrk="0" hangingPunct="1">
                        <a:defRPr sz="1800" kern="1200">
                          <a:solidFill>
                            <a:schemeClr val="tx1"/>
                          </a:solidFill>
                          <a:latin typeface="Arial"/>
                        </a:defRPr>
                      </a:lvl4pPr>
                      <a:lvl5pPr marL="1828800" algn="r" defTabSz="914400" rtl="1" eaLnBrk="1" latinLnBrk="0" hangingPunct="1">
                        <a:defRPr sz="1800" kern="1200">
                          <a:solidFill>
                            <a:schemeClr val="tx1"/>
                          </a:solidFill>
                          <a:latin typeface="Arial"/>
                        </a:defRPr>
                      </a:lvl5pPr>
                      <a:lvl6pPr marL="2286000" algn="r" defTabSz="914400" rtl="1" eaLnBrk="1" latinLnBrk="0" hangingPunct="1">
                        <a:defRPr sz="1800" kern="1200">
                          <a:solidFill>
                            <a:schemeClr val="tx1"/>
                          </a:solidFill>
                          <a:latin typeface="Arial"/>
                        </a:defRPr>
                      </a:lvl6pPr>
                      <a:lvl7pPr marL="2743200" algn="r" defTabSz="914400" rtl="1" eaLnBrk="1" latinLnBrk="0" hangingPunct="1">
                        <a:defRPr sz="1800" kern="1200">
                          <a:solidFill>
                            <a:schemeClr val="tx1"/>
                          </a:solidFill>
                          <a:latin typeface="Arial"/>
                        </a:defRPr>
                      </a:lvl7pPr>
                      <a:lvl8pPr marL="3200400" algn="r" defTabSz="914400" rtl="1" eaLnBrk="1" latinLnBrk="0" hangingPunct="1">
                        <a:defRPr sz="1800" kern="1200">
                          <a:solidFill>
                            <a:schemeClr val="tx1"/>
                          </a:solidFill>
                          <a:latin typeface="Arial"/>
                        </a:defRPr>
                      </a:lvl8pPr>
                      <a:lvl9pPr marL="3657600" algn="r" defTabSz="914400" rtl="1" eaLnBrk="1" latinLnBrk="0" hangingPunct="1">
                        <a:defRPr sz="1800" kern="1200">
                          <a:solidFill>
                            <a:schemeClr val="tx1"/>
                          </a:solidFill>
                          <a:latin typeface="Arial"/>
                        </a:defRPr>
                      </a:lvl9pPr>
                    </a:lstStyle>
                    <a:p>
                      <a:pPr algn="ctr" rtl="1" fontAlgn="ctr"/>
                      <a:r>
                        <a:rPr lang="ar-SA" sz="1200" b="0" u="none" strike="noStrike" dirty="0">
                          <a:solidFill>
                            <a:schemeClr val="tx1"/>
                          </a:solidFill>
                          <a:effectLst/>
                          <a:latin typeface="Neo Sans Arabic Medium" panose="020B0704030504040204" pitchFamily="34" charset="-78"/>
                          <a:ea typeface="Ping AR + LT Medium" panose="00000600000000000000" pitchFamily="50" charset="-78"/>
                          <a:cs typeface="Neo Sans Arabic Medium" panose="020B0704030504040204" pitchFamily="34" charset="-78"/>
                        </a:rPr>
                        <a:t>الوصف</a:t>
                      </a:r>
                    </a:p>
                  </a:txBody>
                  <a:tcPr marL="4101" marR="4101" marT="410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96CC42"/>
                    </a:solidFill>
                  </a:tcPr>
                </a:tc>
                <a:extLst>
                  <a:ext uri="{0D108BD9-81ED-4DB2-BD59-A6C34878D82A}">
                    <a16:rowId xmlns:a16="http://schemas.microsoft.com/office/drawing/2014/main" val="2610332660"/>
                  </a:ext>
                </a:extLst>
              </a:tr>
              <a:tr h="380580">
                <a:tc>
                  <a:txBody>
                    <a:bodyPr/>
                    <a:lstStyle>
                      <a:lvl1pPr marL="0" marR="0" algn="l" defTabSz="914400" rtl="0" eaLnBrk="1" latinLnBrk="0" hangingPunct="1">
                        <a:lnSpc>
                          <a:spcPct val="100000"/>
                        </a:lnSpc>
                        <a:spcBef>
                          <a:spcPts val="0"/>
                        </a:spcBef>
                        <a:spcAft>
                          <a:spcPts val="0"/>
                        </a:spcAft>
                        <a:buClr>
                          <a:srgbClr val="000000"/>
                        </a:buClr>
                        <a:buFont typeface="Arial"/>
                        <a:defRPr sz="1400" b="0" i="0" u="none" strike="noStrike" kern="1200" cap="none">
                          <a:solidFill>
                            <a:schemeClr val="dk1"/>
                          </a:solidFill>
                          <a:latin typeface="Calibri" panose="020F0502020204030204"/>
                          <a:sym typeface="Arial"/>
                        </a:defRPr>
                      </a:lvl1pPr>
                      <a:lvl2pPr marL="457200" marR="0" algn="l" defTabSz="914400" rtl="0" eaLnBrk="1" latinLnBrk="0" hangingPunct="1">
                        <a:lnSpc>
                          <a:spcPct val="100000"/>
                        </a:lnSpc>
                        <a:spcBef>
                          <a:spcPts val="0"/>
                        </a:spcBef>
                        <a:spcAft>
                          <a:spcPts val="0"/>
                        </a:spcAft>
                        <a:buClr>
                          <a:srgbClr val="000000"/>
                        </a:buClr>
                        <a:buFont typeface="Arial"/>
                        <a:defRPr sz="1400" b="0" i="0" u="none" strike="noStrike" kern="1200" cap="none">
                          <a:solidFill>
                            <a:schemeClr val="dk1"/>
                          </a:solidFill>
                          <a:latin typeface="Calibri" panose="020F0502020204030204"/>
                          <a:sym typeface="Arial"/>
                        </a:defRPr>
                      </a:lvl2pPr>
                      <a:lvl3pPr marL="914400" marR="0" algn="l" defTabSz="914400" rtl="0" eaLnBrk="1" latinLnBrk="0" hangingPunct="1">
                        <a:lnSpc>
                          <a:spcPct val="100000"/>
                        </a:lnSpc>
                        <a:spcBef>
                          <a:spcPts val="0"/>
                        </a:spcBef>
                        <a:spcAft>
                          <a:spcPts val="0"/>
                        </a:spcAft>
                        <a:buClr>
                          <a:srgbClr val="000000"/>
                        </a:buClr>
                        <a:buFont typeface="Arial"/>
                        <a:defRPr sz="1400" b="0" i="0" u="none" strike="noStrike" kern="1200" cap="none">
                          <a:solidFill>
                            <a:schemeClr val="dk1"/>
                          </a:solidFill>
                          <a:latin typeface="Calibri" panose="020F0502020204030204"/>
                          <a:sym typeface="Arial"/>
                        </a:defRPr>
                      </a:lvl3pPr>
                      <a:lvl4pPr marL="1371600" marR="0" algn="l" defTabSz="914400" rtl="0" eaLnBrk="1" latinLnBrk="0" hangingPunct="1">
                        <a:lnSpc>
                          <a:spcPct val="100000"/>
                        </a:lnSpc>
                        <a:spcBef>
                          <a:spcPts val="0"/>
                        </a:spcBef>
                        <a:spcAft>
                          <a:spcPts val="0"/>
                        </a:spcAft>
                        <a:buClr>
                          <a:srgbClr val="000000"/>
                        </a:buClr>
                        <a:buFont typeface="Arial"/>
                        <a:defRPr sz="1400" b="0" i="0" u="none" strike="noStrike" kern="1200" cap="none">
                          <a:solidFill>
                            <a:schemeClr val="dk1"/>
                          </a:solidFill>
                          <a:latin typeface="Calibri" panose="020F0502020204030204"/>
                          <a:sym typeface="Arial"/>
                        </a:defRPr>
                      </a:lvl4pPr>
                      <a:lvl5pPr marL="1828800" marR="0" algn="l" defTabSz="914400" rtl="0" eaLnBrk="1" latinLnBrk="0" hangingPunct="1">
                        <a:lnSpc>
                          <a:spcPct val="100000"/>
                        </a:lnSpc>
                        <a:spcBef>
                          <a:spcPts val="0"/>
                        </a:spcBef>
                        <a:spcAft>
                          <a:spcPts val="0"/>
                        </a:spcAft>
                        <a:buClr>
                          <a:srgbClr val="000000"/>
                        </a:buClr>
                        <a:buFont typeface="Arial"/>
                        <a:defRPr sz="1400" b="0" i="0" u="none" strike="noStrike" kern="1200" cap="none">
                          <a:solidFill>
                            <a:schemeClr val="dk1"/>
                          </a:solidFill>
                          <a:latin typeface="Calibri" panose="020F0502020204030204"/>
                          <a:sym typeface="Arial"/>
                        </a:defRPr>
                      </a:lvl5pPr>
                      <a:lvl6pPr marL="2286000" marR="0" algn="l" defTabSz="914400" rtl="0" eaLnBrk="1" latinLnBrk="0" hangingPunct="1">
                        <a:lnSpc>
                          <a:spcPct val="100000"/>
                        </a:lnSpc>
                        <a:spcBef>
                          <a:spcPts val="0"/>
                        </a:spcBef>
                        <a:spcAft>
                          <a:spcPts val="0"/>
                        </a:spcAft>
                        <a:buClr>
                          <a:srgbClr val="000000"/>
                        </a:buClr>
                        <a:buFont typeface="Arial"/>
                        <a:defRPr sz="1400" b="0" i="0" u="none" strike="noStrike" kern="1200" cap="none">
                          <a:solidFill>
                            <a:schemeClr val="dk1"/>
                          </a:solidFill>
                          <a:latin typeface="Calibri" panose="020F0502020204030204"/>
                          <a:sym typeface="Arial"/>
                        </a:defRPr>
                      </a:lvl6pPr>
                      <a:lvl7pPr marL="2743200" marR="0" algn="l" defTabSz="914400" rtl="0" eaLnBrk="1" latinLnBrk="0" hangingPunct="1">
                        <a:lnSpc>
                          <a:spcPct val="100000"/>
                        </a:lnSpc>
                        <a:spcBef>
                          <a:spcPts val="0"/>
                        </a:spcBef>
                        <a:spcAft>
                          <a:spcPts val="0"/>
                        </a:spcAft>
                        <a:buClr>
                          <a:srgbClr val="000000"/>
                        </a:buClr>
                        <a:buFont typeface="Arial"/>
                        <a:defRPr sz="1400" b="0" i="0" u="none" strike="noStrike" kern="1200" cap="none">
                          <a:solidFill>
                            <a:schemeClr val="dk1"/>
                          </a:solidFill>
                          <a:latin typeface="Calibri" panose="020F0502020204030204"/>
                          <a:sym typeface="Arial"/>
                        </a:defRPr>
                      </a:lvl7pPr>
                      <a:lvl8pPr marL="3200400" marR="0" algn="l" defTabSz="914400" rtl="0" eaLnBrk="1" latinLnBrk="0" hangingPunct="1">
                        <a:lnSpc>
                          <a:spcPct val="100000"/>
                        </a:lnSpc>
                        <a:spcBef>
                          <a:spcPts val="0"/>
                        </a:spcBef>
                        <a:spcAft>
                          <a:spcPts val="0"/>
                        </a:spcAft>
                        <a:buClr>
                          <a:srgbClr val="000000"/>
                        </a:buClr>
                        <a:buFont typeface="Arial"/>
                        <a:defRPr sz="1400" b="0" i="0" u="none" strike="noStrike" kern="1200" cap="none">
                          <a:solidFill>
                            <a:schemeClr val="dk1"/>
                          </a:solidFill>
                          <a:latin typeface="Calibri" panose="020F0502020204030204"/>
                          <a:sym typeface="Arial"/>
                        </a:defRPr>
                      </a:lvl8pPr>
                      <a:lvl9pPr marL="3657600" marR="0" algn="l" defTabSz="914400" rtl="0" eaLnBrk="1" latinLnBrk="0" hangingPunct="1">
                        <a:lnSpc>
                          <a:spcPct val="100000"/>
                        </a:lnSpc>
                        <a:spcBef>
                          <a:spcPts val="0"/>
                        </a:spcBef>
                        <a:spcAft>
                          <a:spcPts val="0"/>
                        </a:spcAft>
                        <a:buClr>
                          <a:srgbClr val="000000"/>
                        </a:buClr>
                        <a:buFont typeface="Arial"/>
                        <a:defRPr sz="1400" b="0" i="0" u="none" strike="noStrike" kern="1200" cap="none">
                          <a:solidFill>
                            <a:schemeClr val="dk1"/>
                          </a:solidFill>
                          <a:latin typeface="Calibri" panose="020F0502020204030204"/>
                          <a:sym typeface="Arial"/>
                        </a:defRPr>
                      </a:lvl9pPr>
                    </a:lstStyle>
                    <a:p>
                      <a:pPr algn="ctr" rtl="1" fontAlgn="ctr"/>
                      <a:r>
                        <a:rPr lang="ar-SA" sz="1100" b="0" i="0" u="none" strike="noStrike" dirty="0">
                          <a:solidFill>
                            <a:schemeClr val="tx1"/>
                          </a:solidFill>
                          <a:effectLst/>
                          <a:latin typeface="Neo Sans Arabic Medium" panose="020B0704030504040204" pitchFamily="34" charset="-78"/>
                          <a:ea typeface="Ping AR + LT Medium" panose="00000600000000000000" pitchFamily="50" charset="-78"/>
                          <a:cs typeface="Neo Sans Arabic Medium" panose="020B0704030504040204" pitchFamily="34" charset="-78"/>
                        </a:rPr>
                        <a:t>التزام وحدة التطوع بتنفيذ المبادرات وفق الخطة </a:t>
                      </a:r>
                    </a:p>
                  </a:txBody>
                  <a:tcPr marL="4101" marR="4101" marT="410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r" defTabSz="914400" rtl="1" eaLnBrk="1" latinLnBrk="0" hangingPunct="1">
                        <a:defRPr sz="1800" kern="1200">
                          <a:solidFill>
                            <a:schemeClr val="tx1"/>
                          </a:solidFill>
                          <a:latin typeface="Arial"/>
                        </a:defRPr>
                      </a:lvl1pPr>
                      <a:lvl2pPr marL="457200" algn="r" defTabSz="914400" rtl="1" eaLnBrk="1" latinLnBrk="0" hangingPunct="1">
                        <a:defRPr sz="1800" kern="1200">
                          <a:solidFill>
                            <a:schemeClr val="tx1"/>
                          </a:solidFill>
                          <a:latin typeface="Arial"/>
                        </a:defRPr>
                      </a:lvl2pPr>
                      <a:lvl3pPr marL="914400" algn="r" defTabSz="914400" rtl="1" eaLnBrk="1" latinLnBrk="0" hangingPunct="1">
                        <a:defRPr sz="1800" kern="1200">
                          <a:solidFill>
                            <a:schemeClr val="tx1"/>
                          </a:solidFill>
                          <a:latin typeface="Arial"/>
                        </a:defRPr>
                      </a:lvl3pPr>
                      <a:lvl4pPr marL="1371600" algn="r" defTabSz="914400" rtl="1" eaLnBrk="1" latinLnBrk="0" hangingPunct="1">
                        <a:defRPr sz="1800" kern="1200">
                          <a:solidFill>
                            <a:schemeClr val="tx1"/>
                          </a:solidFill>
                          <a:latin typeface="Arial"/>
                        </a:defRPr>
                      </a:lvl4pPr>
                      <a:lvl5pPr marL="1828800" algn="r" defTabSz="914400" rtl="1" eaLnBrk="1" latinLnBrk="0" hangingPunct="1">
                        <a:defRPr sz="1800" kern="1200">
                          <a:solidFill>
                            <a:schemeClr val="tx1"/>
                          </a:solidFill>
                          <a:latin typeface="Arial"/>
                        </a:defRPr>
                      </a:lvl5pPr>
                      <a:lvl6pPr marL="2286000" algn="r" defTabSz="914400" rtl="1" eaLnBrk="1" latinLnBrk="0" hangingPunct="1">
                        <a:defRPr sz="1800" kern="1200">
                          <a:solidFill>
                            <a:schemeClr val="tx1"/>
                          </a:solidFill>
                          <a:latin typeface="Arial"/>
                        </a:defRPr>
                      </a:lvl6pPr>
                      <a:lvl7pPr marL="2743200" algn="r" defTabSz="914400" rtl="1" eaLnBrk="1" latinLnBrk="0" hangingPunct="1">
                        <a:defRPr sz="1800" kern="1200">
                          <a:solidFill>
                            <a:schemeClr val="tx1"/>
                          </a:solidFill>
                          <a:latin typeface="Arial"/>
                        </a:defRPr>
                      </a:lvl7pPr>
                      <a:lvl8pPr marL="3200400" algn="r" defTabSz="914400" rtl="1" eaLnBrk="1" latinLnBrk="0" hangingPunct="1">
                        <a:defRPr sz="1800" kern="1200">
                          <a:solidFill>
                            <a:schemeClr val="tx1"/>
                          </a:solidFill>
                          <a:latin typeface="Arial"/>
                        </a:defRPr>
                      </a:lvl8pPr>
                      <a:lvl9pPr marL="3657600" algn="r" defTabSz="914400" rtl="1" eaLnBrk="1" latinLnBrk="0" hangingPunct="1">
                        <a:defRPr sz="1800" kern="1200">
                          <a:solidFill>
                            <a:schemeClr val="tx1"/>
                          </a:solidFill>
                          <a:latin typeface="Arial"/>
                        </a:defRPr>
                      </a:lvl9pPr>
                    </a:lstStyle>
                    <a:p>
                      <a:pPr algn="justLow" rtl="1" fontAlgn="ctr">
                        <a:lnSpc>
                          <a:spcPct val="150000"/>
                        </a:lnSpc>
                      </a:pPr>
                      <a:r>
                        <a:rPr lang="ar-SA" sz="1100" b="0" i="0" u="none" strike="noStrike" dirty="0">
                          <a:solidFill>
                            <a:schemeClr val="tx1"/>
                          </a:solidFill>
                          <a:effectLst/>
                          <a:latin typeface="Neo Sans Arabic Medium" panose="020B0704030504040204" pitchFamily="34" charset="-78"/>
                          <a:ea typeface="Ping AR + LT Medium" panose="00000600000000000000" pitchFamily="50" charset="-78"/>
                          <a:cs typeface="Neo Sans Arabic Medium" panose="020B0704030504040204" pitchFamily="34" charset="-78"/>
                        </a:rPr>
                        <a:t>تقارير واضحة عن </a:t>
                      </a:r>
                      <a:r>
                        <a:rPr lang="ar-SA" sz="1100" b="0" i="0" u="none" strike="noStrike" dirty="0" err="1">
                          <a:solidFill>
                            <a:schemeClr val="tx1"/>
                          </a:solidFill>
                          <a:effectLst/>
                          <a:latin typeface="Neo Sans Arabic Medium" panose="020B0704030504040204" pitchFamily="34" charset="-78"/>
                          <a:ea typeface="Ping AR + LT Medium" panose="00000600000000000000" pitchFamily="50" charset="-78"/>
                          <a:cs typeface="Neo Sans Arabic Medium" panose="020B0704030504040204" pitchFamily="34" charset="-78"/>
                        </a:rPr>
                        <a:t>التفدم</a:t>
                      </a:r>
                      <a:r>
                        <a:rPr lang="ar-SA" sz="1100" b="0" i="0" u="none" strike="noStrike" dirty="0">
                          <a:solidFill>
                            <a:schemeClr val="tx1"/>
                          </a:solidFill>
                          <a:effectLst/>
                          <a:latin typeface="Neo Sans Arabic Medium" panose="020B0704030504040204" pitchFamily="34" charset="-78"/>
                          <a:ea typeface="Ping AR + LT Medium" panose="00000600000000000000" pitchFamily="50" charset="-78"/>
                          <a:cs typeface="Neo Sans Arabic Medium" panose="020B0704030504040204" pitchFamily="34" charset="-78"/>
                        </a:rPr>
                        <a:t> وتحديثات دورية تضمن سير العمل </a:t>
                      </a:r>
                    </a:p>
                  </a:txBody>
                  <a:tcPr marL="4101" marR="4101" marT="410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marR="0" algn="l" defTabSz="914400" rtl="0" eaLnBrk="1" latinLnBrk="0" hangingPunct="1">
                        <a:lnSpc>
                          <a:spcPct val="100000"/>
                        </a:lnSpc>
                        <a:spcBef>
                          <a:spcPts val="0"/>
                        </a:spcBef>
                        <a:spcAft>
                          <a:spcPts val="0"/>
                        </a:spcAft>
                        <a:buClr>
                          <a:srgbClr val="000000"/>
                        </a:buClr>
                        <a:buFont typeface="Arial"/>
                        <a:defRPr sz="1400" b="0" i="0" u="none" strike="noStrike" kern="1200" cap="none">
                          <a:solidFill>
                            <a:schemeClr val="dk1"/>
                          </a:solidFill>
                          <a:latin typeface="Calibri" panose="020F0502020204030204"/>
                          <a:sym typeface="Arial"/>
                        </a:defRPr>
                      </a:lvl1pPr>
                      <a:lvl2pPr marL="457200" marR="0" algn="l" defTabSz="914400" rtl="0" eaLnBrk="1" latinLnBrk="0" hangingPunct="1">
                        <a:lnSpc>
                          <a:spcPct val="100000"/>
                        </a:lnSpc>
                        <a:spcBef>
                          <a:spcPts val="0"/>
                        </a:spcBef>
                        <a:spcAft>
                          <a:spcPts val="0"/>
                        </a:spcAft>
                        <a:buClr>
                          <a:srgbClr val="000000"/>
                        </a:buClr>
                        <a:buFont typeface="Arial"/>
                        <a:defRPr sz="1400" b="0" i="0" u="none" strike="noStrike" kern="1200" cap="none">
                          <a:solidFill>
                            <a:schemeClr val="dk1"/>
                          </a:solidFill>
                          <a:latin typeface="Calibri" panose="020F0502020204030204"/>
                          <a:sym typeface="Arial"/>
                        </a:defRPr>
                      </a:lvl2pPr>
                      <a:lvl3pPr marL="914400" marR="0" algn="l" defTabSz="914400" rtl="0" eaLnBrk="1" latinLnBrk="0" hangingPunct="1">
                        <a:lnSpc>
                          <a:spcPct val="100000"/>
                        </a:lnSpc>
                        <a:spcBef>
                          <a:spcPts val="0"/>
                        </a:spcBef>
                        <a:spcAft>
                          <a:spcPts val="0"/>
                        </a:spcAft>
                        <a:buClr>
                          <a:srgbClr val="000000"/>
                        </a:buClr>
                        <a:buFont typeface="Arial"/>
                        <a:defRPr sz="1400" b="0" i="0" u="none" strike="noStrike" kern="1200" cap="none">
                          <a:solidFill>
                            <a:schemeClr val="dk1"/>
                          </a:solidFill>
                          <a:latin typeface="Calibri" panose="020F0502020204030204"/>
                          <a:sym typeface="Arial"/>
                        </a:defRPr>
                      </a:lvl3pPr>
                      <a:lvl4pPr marL="1371600" marR="0" algn="l" defTabSz="914400" rtl="0" eaLnBrk="1" latinLnBrk="0" hangingPunct="1">
                        <a:lnSpc>
                          <a:spcPct val="100000"/>
                        </a:lnSpc>
                        <a:spcBef>
                          <a:spcPts val="0"/>
                        </a:spcBef>
                        <a:spcAft>
                          <a:spcPts val="0"/>
                        </a:spcAft>
                        <a:buClr>
                          <a:srgbClr val="000000"/>
                        </a:buClr>
                        <a:buFont typeface="Arial"/>
                        <a:defRPr sz="1400" b="0" i="0" u="none" strike="noStrike" kern="1200" cap="none">
                          <a:solidFill>
                            <a:schemeClr val="dk1"/>
                          </a:solidFill>
                          <a:latin typeface="Calibri" panose="020F0502020204030204"/>
                          <a:sym typeface="Arial"/>
                        </a:defRPr>
                      </a:lvl4pPr>
                      <a:lvl5pPr marL="1828800" marR="0" algn="l" defTabSz="914400" rtl="0" eaLnBrk="1" latinLnBrk="0" hangingPunct="1">
                        <a:lnSpc>
                          <a:spcPct val="100000"/>
                        </a:lnSpc>
                        <a:spcBef>
                          <a:spcPts val="0"/>
                        </a:spcBef>
                        <a:spcAft>
                          <a:spcPts val="0"/>
                        </a:spcAft>
                        <a:buClr>
                          <a:srgbClr val="000000"/>
                        </a:buClr>
                        <a:buFont typeface="Arial"/>
                        <a:defRPr sz="1400" b="0" i="0" u="none" strike="noStrike" kern="1200" cap="none">
                          <a:solidFill>
                            <a:schemeClr val="dk1"/>
                          </a:solidFill>
                          <a:latin typeface="Calibri" panose="020F0502020204030204"/>
                          <a:sym typeface="Arial"/>
                        </a:defRPr>
                      </a:lvl5pPr>
                      <a:lvl6pPr marL="2286000" marR="0" algn="l" defTabSz="914400" rtl="0" eaLnBrk="1" latinLnBrk="0" hangingPunct="1">
                        <a:lnSpc>
                          <a:spcPct val="100000"/>
                        </a:lnSpc>
                        <a:spcBef>
                          <a:spcPts val="0"/>
                        </a:spcBef>
                        <a:spcAft>
                          <a:spcPts val="0"/>
                        </a:spcAft>
                        <a:buClr>
                          <a:srgbClr val="000000"/>
                        </a:buClr>
                        <a:buFont typeface="Arial"/>
                        <a:defRPr sz="1400" b="0" i="0" u="none" strike="noStrike" kern="1200" cap="none">
                          <a:solidFill>
                            <a:schemeClr val="dk1"/>
                          </a:solidFill>
                          <a:latin typeface="Calibri" panose="020F0502020204030204"/>
                          <a:sym typeface="Arial"/>
                        </a:defRPr>
                      </a:lvl6pPr>
                      <a:lvl7pPr marL="2743200" marR="0" algn="l" defTabSz="914400" rtl="0" eaLnBrk="1" latinLnBrk="0" hangingPunct="1">
                        <a:lnSpc>
                          <a:spcPct val="100000"/>
                        </a:lnSpc>
                        <a:spcBef>
                          <a:spcPts val="0"/>
                        </a:spcBef>
                        <a:spcAft>
                          <a:spcPts val="0"/>
                        </a:spcAft>
                        <a:buClr>
                          <a:srgbClr val="000000"/>
                        </a:buClr>
                        <a:buFont typeface="Arial"/>
                        <a:defRPr sz="1400" b="0" i="0" u="none" strike="noStrike" kern="1200" cap="none">
                          <a:solidFill>
                            <a:schemeClr val="dk1"/>
                          </a:solidFill>
                          <a:latin typeface="Calibri" panose="020F0502020204030204"/>
                          <a:sym typeface="Arial"/>
                        </a:defRPr>
                      </a:lvl7pPr>
                      <a:lvl8pPr marL="3200400" marR="0" algn="l" defTabSz="914400" rtl="0" eaLnBrk="1" latinLnBrk="0" hangingPunct="1">
                        <a:lnSpc>
                          <a:spcPct val="100000"/>
                        </a:lnSpc>
                        <a:spcBef>
                          <a:spcPts val="0"/>
                        </a:spcBef>
                        <a:spcAft>
                          <a:spcPts val="0"/>
                        </a:spcAft>
                        <a:buClr>
                          <a:srgbClr val="000000"/>
                        </a:buClr>
                        <a:buFont typeface="Arial"/>
                        <a:defRPr sz="1400" b="0" i="0" u="none" strike="noStrike" kern="1200" cap="none">
                          <a:solidFill>
                            <a:schemeClr val="dk1"/>
                          </a:solidFill>
                          <a:latin typeface="Calibri" panose="020F0502020204030204"/>
                          <a:sym typeface="Arial"/>
                        </a:defRPr>
                      </a:lvl8pPr>
                      <a:lvl9pPr marL="3657600" marR="0" algn="l" defTabSz="914400" rtl="0" eaLnBrk="1" latinLnBrk="0" hangingPunct="1">
                        <a:lnSpc>
                          <a:spcPct val="100000"/>
                        </a:lnSpc>
                        <a:spcBef>
                          <a:spcPts val="0"/>
                        </a:spcBef>
                        <a:spcAft>
                          <a:spcPts val="0"/>
                        </a:spcAft>
                        <a:buClr>
                          <a:srgbClr val="000000"/>
                        </a:buClr>
                        <a:buFont typeface="Arial"/>
                        <a:defRPr sz="1400" b="0" i="0" u="none" strike="noStrike" kern="1200" cap="none">
                          <a:solidFill>
                            <a:schemeClr val="dk1"/>
                          </a:solidFill>
                          <a:latin typeface="Calibri" panose="020F0502020204030204"/>
                          <a:sym typeface="Arial"/>
                        </a:defRPr>
                      </a:lvl9pPr>
                    </a:lstStyle>
                    <a:p>
                      <a:pPr algn="ctr" rtl="1" fontAlgn="ctr"/>
                      <a:r>
                        <a:rPr lang="ar-SA" sz="1100" b="0" i="0" u="none" strike="noStrike" dirty="0">
                          <a:solidFill>
                            <a:srgbClr val="000000"/>
                          </a:solidFill>
                          <a:effectLst/>
                          <a:latin typeface="Neo Sans Arabic Medium" panose="020B0704030504040204" pitchFamily="34" charset="-78"/>
                          <a:ea typeface="Ping AR + LT Medium" panose="00000600000000000000" pitchFamily="50" charset="-78"/>
                          <a:cs typeface="Neo Sans Arabic Medium" panose="020B0704030504040204" pitchFamily="34" charset="-78"/>
                        </a:rPr>
                        <a:t>اتمتة التقارير الأسبوعية ورفعها عبر المنصة.</a:t>
                      </a:r>
                    </a:p>
                  </a:txBody>
                  <a:tcPr marL="4101" marR="4101" marT="410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r" defTabSz="914400" rtl="1" eaLnBrk="1" latinLnBrk="0" hangingPunct="1">
                        <a:defRPr sz="1800" kern="1200">
                          <a:solidFill>
                            <a:schemeClr val="tx1"/>
                          </a:solidFill>
                          <a:latin typeface="Arial"/>
                        </a:defRPr>
                      </a:lvl1pPr>
                      <a:lvl2pPr marL="457200" algn="r" defTabSz="914400" rtl="1" eaLnBrk="1" latinLnBrk="0" hangingPunct="1">
                        <a:defRPr sz="1800" kern="1200">
                          <a:solidFill>
                            <a:schemeClr val="tx1"/>
                          </a:solidFill>
                          <a:latin typeface="Arial"/>
                        </a:defRPr>
                      </a:lvl2pPr>
                      <a:lvl3pPr marL="914400" algn="r" defTabSz="914400" rtl="1" eaLnBrk="1" latinLnBrk="0" hangingPunct="1">
                        <a:defRPr sz="1800" kern="1200">
                          <a:solidFill>
                            <a:schemeClr val="tx1"/>
                          </a:solidFill>
                          <a:latin typeface="Arial"/>
                        </a:defRPr>
                      </a:lvl3pPr>
                      <a:lvl4pPr marL="1371600" algn="r" defTabSz="914400" rtl="1" eaLnBrk="1" latinLnBrk="0" hangingPunct="1">
                        <a:defRPr sz="1800" kern="1200">
                          <a:solidFill>
                            <a:schemeClr val="tx1"/>
                          </a:solidFill>
                          <a:latin typeface="Arial"/>
                        </a:defRPr>
                      </a:lvl4pPr>
                      <a:lvl5pPr marL="1828800" algn="r" defTabSz="914400" rtl="1" eaLnBrk="1" latinLnBrk="0" hangingPunct="1">
                        <a:defRPr sz="1800" kern="1200">
                          <a:solidFill>
                            <a:schemeClr val="tx1"/>
                          </a:solidFill>
                          <a:latin typeface="Arial"/>
                        </a:defRPr>
                      </a:lvl5pPr>
                      <a:lvl6pPr marL="2286000" algn="r" defTabSz="914400" rtl="1" eaLnBrk="1" latinLnBrk="0" hangingPunct="1">
                        <a:defRPr sz="1800" kern="1200">
                          <a:solidFill>
                            <a:schemeClr val="tx1"/>
                          </a:solidFill>
                          <a:latin typeface="Arial"/>
                        </a:defRPr>
                      </a:lvl6pPr>
                      <a:lvl7pPr marL="2743200" algn="r" defTabSz="914400" rtl="1" eaLnBrk="1" latinLnBrk="0" hangingPunct="1">
                        <a:defRPr sz="1800" kern="1200">
                          <a:solidFill>
                            <a:schemeClr val="tx1"/>
                          </a:solidFill>
                          <a:latin typeface="Arial"/>
                        </a:defRPr>
                      </a:lvl7pPr>
                      <a:lvl8pPr marL="3200400" algn="r" defTabSz="914400" rtl="1" eaLnBrk="1" latinLnBrk="0" hangingPunct="1">
                        <a:defRPr sz="1800" kern="1200">
                          <a:solidFill>
                            <a:schemeClr val="tx1"/>
                          </a:solidFill>
                          <a:latin typeface="Arial"/>
                        </a:defRPr>
                      </a:lvl8pPr>
                      <a:lvl9pPr marL="3657600" algn="r" defTabSz="914400" rtl="1" eaLnBrk="1" latinLnBrk="0" hangingPunct="1">
                        <a:defRPr sz="1800" kern="1200">
                          <a:solidFill>
                            <a:schemeClr val="tx1"/>
                          </a:solidFill>
                          <a:latin typeface="Arial"/>
                        </a:defRPr>
                      </a:lvl9pPr>
                    </a:lstStyle>
                    <a:p>
                      <a:pPr algn="justLow" rtl="1" fontAlgn="ctr"/>
                      <a:r>
                        <a:rPr lang="ar-SA" sz="1400" b="0" i="0" u="none" strike="noStrike" kern="1200" dirty="0">
                          <a:solidFill>
                            <a:schemeClr val="tx1"/>
                          </a:solidFill>
                          <a:effectLst/>
                          <a:latin typeface="Arial"/>
                          <a:ea typeface="+mn-ea"/>
                          <a:cs typeface="+mn-cs"/>
                        </a:rPr>
                        <a:t>الالتزام بتوحيد الإجراءات وتقارير دقيقة.</a:t>
                      </a:r>
                      <a:endParaRPr lang="ar-SA" sz="1400" b="0" i="0" u="none" strike="noStrike" dirty="0">
                        <a:solidFill>
                          <a:srgbClr val="000000"/>
                        </a:solidFill>
                        <a:effectLst/>
                        <a:latin typeface="Neo Sans Arabic Medium" panose="020B0704030504040204" pitchFamily="34" charset="-78"/>
                        <a:ea typeface="Ping AR + LT Medium" panose="00000600000000000000" pitchFamily="50" charset="-78"/>
                        <a:cs typeface="Neo Sans Arabic Medium" panose="020B0704030504040204" pitchFamily="34" charset="-78"/>
                      </a:endParaRPr>
                    </a:p>
                  </a:txBody>
                  <a:tcPr marL="4101" marR="4101" marT="410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836516797"/>
                  </a:ext>
                </a:extLst>
              </a:tr>
              <a:tr h="439371">
                <a:tc>
                  <a:txBody>
                    <a:bodyPr/>
                    <a:lstStyle>
                      <a:lvl1pPr marL="0" marR="0" algn="l" defTabSz="914400" rtl="0" eaLnBrk="1" latinLnBrk="0" hangingPunct="1">
                        <a:lnSpc>
                          <a:spcPct val="100000"/>
                        </a:lnSpc>
                        <a:spcBef>
                          <a:spcPts val="0"/>
                        </a:spcBef>
                        <a:spcAft>
                          <a:spcPts val="0"/>
                        </a:spcAft>
                        <a:buClr>
                          <a:srgbClr val="000000"/>
                        </a:buClr>
                        <a:buFont typeface="Arial"/>
                        <a:defRPr sz="1400" b="0" i="0" u="none" strike="noStrike" kern="1200" cap="none">
                          <a:solidFill>
                            <a:schemeClr val="dk1"/>
                          </a:solidFill>
                          <a:latin typeface="Calibri" panose="020F0502020204030204"/>
                          <a:sym typeface="Arial"/>
                        </a:defRPr>
                      </a:lvl1pPr>
                      <a:lvl2pPr marL="457200" marR="0" algn="l" defTabSz="914400" rtl="0" eaLnBrk="1" latinLnBrk="0" hangingPunct="1">
                        <a:lnSpc>
                          <a:spcPct val="100000"/>
                        </a:lnSpc>
                        <a:spcBef>
                          <a:spcPts val="0"/>
                        </a:spcBef>
                        <a:spcAft>
                          <a:spcPts val="0"/>
                        </a:spcAft>
                        <a:buClr>
                          <a:srgbClr val="000000"/>
                        </a:buClr>
                        <a:buFont typeface="Arial"/>
                        <a:defRPr sz="1400" b="0" i="0" u="none" strike="noStrike" kern="1200" cap="none">
                          <a:solidFill>
                            <a:schemeClr val="dk1"/>
                          </a:solidFill>
                          <a:latin typeface="Calibri" panose="020F0502020204030204"/>
                          <a:sym typeface="Arial"/>
                        </a:defRPr>
                      </a:lvl2pPr>
                      <a:lvl3pPr marL="914400" marR="0" algn="l" defTabSz="914400" rtl="0" eaLnBrk="1" latinLnBrk="0" hangingPunct="1">
                        <a:lnSpc>
                          <a:spcPct val="100000"/>
                        </a:lnSpc>
                        <a:spcBef>
                          <a:spcPts val="0"/>
                        </a:spcBef>
                        <a:spcAft>
                          <a:spcPts val="0"/>
                        </a:spcAft>
                        <a:buClr>
                          <a:srgbClr val="000000"/>
                        </a:buClr>
                        <a:buFont typeface="Arial"/>
                        <a:defRPr sz="1400" b="0" i="0" u="none" strike="noStrike" kern="1200" cap="none">
                          <a:solidFill>
                            <a:schemeClr val="dk1"/>
                          </a:solidFill>
                          <a:latin typeface="Calibri" panose="020F0502020204030204"/>
                          <a:sym typeface="Arial"/>
                        </a:defRPr>
                      </a:lvl3pPr>
                      <a:lvl4pPr marL="1371600" marR="0" algn="l" defTabSz="914400" rtl="0" eaLnBrk="1" latinLnBrk="0" hangingPunct="1">
                        <a:lnSpc>
                          <a:spcPct val="100000"/>
                        </a:lnSpc>
                        <a:spcBef>
                          <a:spcPts val="0"/>
                        </a:spcBef>
                        <a:spcAft>
                          <a:spcPts val="0"/>
                        </a:spcAft>
                        <a:buClr>
                          <a:srgbClr val="000000"/>
                        </a:buClr>
                        <a:buFont typeface="Arial"/>
                        <a:defRPr sz="1400" b="0" i="0" u="none" strike="noStrike" kern="1200" cap="none">
                          <a:solidFill>
                            <a:schemeClr val="dk1"/>
                          </a:solidFill>
                          <a:latin typeface="Calibri" panose="020F0502020204030204"/>
                          <a:sym typeface="Arial"/>
                        </a:defRPr>
                      </a:lvl4pPr>
                      <a:lvl5pPr marL="1828800" marR="0" algn="l" defTabSz="914400" rtl="0" eaLnBrk="1" latinLnBrk="0" hangingPunct="1">
                        <a:lnSpc>
                          <a:spcPct val="100000"/>
                        </a:lnSpc>
                        <a:spcBef>
                          <a:spcPts val="0"/>
                        </a:spcBef>
                        <a:spcAft>
                          <a:spcPts val="0"/>
                        </a:spcAft>
                        <a:buClr>
                          <a:srgbClr val="000000"/>
                        </a:buClr>
                        <a:buFont typeface="Arial"/>
                        <a:defRPr sz="1400" b="0" i="0" u="none" strike="noStrike" kern="1200" cap="none">
                          <a:solidFill>
                            <a:schemeClr val="dk1"/>
                          </a:solidFill>
                          <a:latin typeface="Calibri" panose="020F0502020204030204"/>
                          <a:sym typeface="Arial"/>
                        </a:defRPr>
                      </a:lvl5pPr>
                      <a:lvl6pPr marL="2286000" marR="0" algn="l" defTabSz="914400" rtl="0" eaLnBrk="1" latinLnBrk="0" hangingPunct="1">
                        <a:lnSpc>
                          <a:spcPct val="100000"/>
                        </a:lnSpc>
                        <a:spcBef>
                          <a:spcPts val="0"/>
                        </a:spcBef>
                        <a:spcAft>
                          <a:spcPts val="0"/>
                        </a:spcAft>
                        <a:buClr>
                          <a:srgbClr val="000000"/>
                        </a:buClr>
                        <a:buFont typeface="Arial"/>
                        <a:defRPr sz="1400" b="0" i="0" u="none" strike="noStrike" kern="1200" cap="none">
                          <a:solidFill>
                            <a:schemeClr val="dk1"/>
                          </a:solidFill>
                          <a:latin typeface="Calibri" panose="020F0502020204030204"/>
                          <a:sym typeface="Arial"/>
                        </a:defRPr>
                      </a:lvl6pPr>
                      <a:lvl7pPr marL="2743200" marR="0" algn="l" defTabSz="914400" rtl="0" eaLnBrk="1" latinLnBrk="0" hangingPunct="1">
                        <a:lnSpc>
                          <a:spcPct val="100000"/>
                        </a:lnSpc>
                        <a:spcBef>
                          <a:spcPts val="0"/>
                        </a:spcBef>
                        <a:spcAft>
                          <a:spcPts val="0"/>
                        </a:spcAft>
                        <a:buClr>
                          <a:srgbClr val="000000"/>
                        </a:buClr>
                        <a:buFont typeface="Arial"/>
                        <a:defRPr sz="1400" b="0" i="0" u="none" strike="noStrike" kern="1200" cap="none">
                          <a:solidFill>
                            <a:schemeClr val="dk1"/>
                          </a:solidFill>
                          <a:latin typeface="Calibri" panose="020F0502020204030204"/>
                          <a:sym typeface="Arial"/>
                        </a:defRPr>
                      </a:lvl7pPr>
                      <a:lvl8pPr marL="3200400" marR="0" algn="l" defTabSz="914400" rtl="0" eaLnBrk="1" latinLnBrk="0" hangingPunct="1">
                        <a:lnSpc>
                          <a:spcPct val="100000"/>
                        </a:lnSpc>
                        <a:spcBef>
                          <a:spcPts val="0"/>
                        </a:spcBef>
                        <a:spcAft>
                          <a:spcPts val="0"/>
                        </a:spcAft>
                        <a:buClr>
                          <a:srgbClr val="000000"/>
                        </a:buClr>
                        <a:buFont typeface="Arial"/>
                        <a:defRPr sz="1400" b="0" i="0" u="none" strike="noStrike" kern="1200" cap="none">
                          <a:solidFill>
                            <a:schemeClr val="dk1"/>
                          </a:solidFill>
                          <a:latin typeface="Calibri" panose="020F0502020204030204"/>
                          <a:sym typeface="Arial"/>
                        </a:defRPr>
                      </a:lvl8pPr>
                      <a:lvl9pPr marL="3657600" marR="0" algn="l" defTabSz="914400" rtl="0" eaLnBrk="1" latinLnBrk="0" hangingPunct="1">
                        <a:lnSpc>
                          <a:spcPct val="100000"/>
                        </a:lnSpc>
                        <a:spcBef>
                          <a:spcPts val="0"/>
                        </a:spcBef>
                        <a:spcAft>
                          <a:spcPts val="0"/>
                        </a:spcAft>
                        <a:buClr>
                          <a:srgbClr val="000000"/>
                        </a:buClr>
                        <a:buFont typeface="Arial"/>
                        <a:defRPr sz="1400" b="0" i="0" u="none" strike="noStrike" kern="1200" cap="none">
                          <a:solidFill>
                            <a:schemeClr val="dk1"/>
                          </a:solidFill>
                          <a:latin typeface="Calibri" panose="020F0502020204030204"/>
                          <a:sym typeface="Arial"/>
                        </a:defRPr>
                      </a:lvl9pPr>
                    </a:lstStyle>
                    <a:p>
                      <a:pPr algn="ctr" rtl="1" fontAlgn="ctr"/>
                      <a:r>
                        <a:rPr lang="ar-SA" sz="1100" b="0" i="0" u="none" strike="noStrike" dirty="0">
                          <a:solidFill>
                            <a:schemeClr val="tx1"/>
                          </a:solidFill>
                          <a:effectLst/>
                          <a:latin typeface="Neo Sans Arabic Medium" panose="020B0704030504040204" pitchFamily="34" charset="-78"/>
                          <a:ea typeface="Ping AR + LT Medium" panose="00000600000000000000" pitchFamily="50" charset="-78"/>
                          <a:cs typeface="Neo Sans Arabic Medium" panose="020B0704030504040204" pitchFamily="34" charset="-78"/>
                        </a:rPr>
                        <a:t>إدارة مشاريع عمليات التمكين</a:t>
                      </a:r>
                    </a:p>
                  </a:txBody>
                  <a:tcPr marL="4101" marR="4101" marT="410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r" defTabSz="914400" rtl="1" eaLnBrk="1" latinLnBrk="0" hangingPunct="1">
                        <a:defRPr sz="1800" kern="1200">
                          <a:solidFill>
                            <a:schemeClr val="tx1"/>
                          </a:solidFill>
                          <a:latin typeface="Arial"/>
                        </a:defRPr>
                      </a:lvl1pPr>
                      <a:lvl2pPr marL="457200" algn="r" defTabSz="914400" rtl="1" eaLnBrk="1" latinLnBrk="0" hangingPunct="1">
                        <a:defRPr sz="1800" kern="1200">
                          <a:solidFill>
                            <a:schemeClr val="tx1"/>
                          </a:solidFill>
                          <a:latin typeface="Arial"/>
                        </a:defRPr>
                      </a:lvl2pPr>
                      <a:lvl3pPr marL="914400" algn="r" defTabSz="914400" rtl="1" eaLnBrk="1" latinLnBrk="0" hangingPunct="1">
                        <a:defRPr sz="1800" kern="1200">
                          <a:solidFill>
                            <a:schemeClr val="tx1"/>
                          </a:solidFill>
                          <a:latin typeface="Arial"/>
                        </a:defRPr>
                      </a:lvl3pPr>
                      <a:lvl4pPr marL="1371600" algn="r" defTabSz="914400" rtl="1" eaLnBrk="1" latinLnBrk="0" hangingPunct="1">
                        <a:defRPr sz="1800" kern="1200">
                          <a:solidFill>
                            <a:schemeClr val="tx1"/>
                          </a:solidFill>
                          <a:latin typeface="Arial"/>
                        </a:defRPr>
                      </a:lvl4pPr>
                      <a:lvl5pPr marL="1828800" algn="r" defTabSz="914400" rtl="1" eaLnBrk="1" latinLnBrk="0" hangingPunct="1">
                        <a:defRPr sz="1800" kern="1200">
                          <a:solidFill>
                            <a:schemeClr val="tx1"/>
                          </a:solidFill>
                          <a:latin typeface="Arial"/>
                        </a:defRPr>
                      </a:lvl5pPr>
                      <a:lvl6pPr marL="2286000" algn="r" defTabSz="914400" rtl="1" eaLnBrk="1" latinLnBrk="0" hangingPunct="1">
                        <a:defRPr sz="1800" kern="1200">
                          <a:solidFill>
                            <a:schemeClr val="tx1"/>
                          </a:solidFill>
                          <a:latin typeface="Arial"/>
                        </a:defRPr>
                      </a:lvl6pPr>
                      <a:lvl7pPr marL="2743200" algn="r" defTabSz="914400" rtl="1" eaLnBrk="1" latinLnBrk="0" hangingPunct="1">
                        <a:defRPr sz="1800" kern="1200">
                          <a:solidFill>
                            <a:schemeClr val="tx1"/>
                          </a:solidFill>
                          <a:latin typeface="Arial"/>
                        </a:defRPr>
                      </a:lvl7pPr>
                      <a:lvl8pPr marL="3200400" algn="r" defTabSz="914400" rtl="1" eaLnBrk="1" latinLnBrk="0" hangingPunct="1">
                        <a:defRPr sz="1800" kern="1200">
                          <a:solidFill>
                            <a:schemeClr val="tx1"/>
                          </a:solidFill>
                          <a:latin typeface="Arial"/>
                        </a:defRPr>
                      </a:lvl8pPr>
                      <a:lvl9pPr marL="3657600" algn="r" defTabSz="914400" rtl="1" eaLnBrk="1" latinLnBrk="0" hangingPunct="1">
                        <a:defRPr sz="1800" kern="1200">
                          <a:solidFill>
                            <a:schemeClr val="tx1"/>
                          </a:solidFill>
                          <a:latin typeface="Arial"/>
                        </a:defRPr>
                      </a:lvl9pPr>
                    </a:lstStyle>
                    <a:p>
                      <a:pPr algn="justLow" rtl="1" fontAlgn="ctr"/>
                      <a:r>
                        <a:rPr lang="ar-SA" sz="1100" b="0" i="0" u="none" strike="noStrike" dirty="0" err="1">
                          <a:solidFill>
                            <a:schemeClr val="tx1"/>
                          </a:solidFill>
                          <a:effectLst/>
                          <a:latin typeface="Neo Sans Arabic Medium" panose="020B0704030504040204" pitchFamily="34" charset="-78"/>
                          <a:ea typeface="Ping AR + LT Medium" panose="00000600000000000000" pitchFamily="50" charset="-78"/>
                          <a:cs typeface="Neo Sans Arabic Medium" panose="020B0704030504040204" pitchFamily="34" charset="-78"/>
                        </a:rPr>
                        <a:t>جهه</a:t>
                      </a:r>
                      <a:r>
                        <a:rPr lang="ar-SA" sz="1100" b="0" i="0" u="none" strike="noStrike" dirty="0">
                          <a:solidFill>
                            <a:schemeClr val="tx1"/>
                          </a:solidFill>
                          <a:effectLst/>
                          <a:latin typeface="Neo Sans Arabic Medium" panose="020B0704030504040204" pitchFamily="34" charset="-78"/>
                          <a:ea typeface="Ping AR + LT Medium" panose="00000600000000000000" pitchFamily="50" charset="-78"/>
                          <a:cs typeface="Neo Sans Arabic Medium" panose="020B0704030504040204" pitchFamily="34" charset="-78"/>
                        </a:rPr>
                        <a:t> اشرافية داخل المؤسسة تضمن جودة التنفيذ </a:t>
                      </a:r>
                    </a:p>
                    <a:p>
                      <a:pPr algn="justLow" rtl="1" fontAlgn="ctr"/>
                      <a:r>
                        <a:rPr lang="ar-SA" sz="1100" b="0" i="0" u="none" strike="noStrike" dirty="0">
                          <a:solidFill>
                            <a:schemeClr val="tx1"/>
                          </a:solidFill>
                          <a:effectLst/>
                          <a:latin typeface="Neo Sans Arabic Medium" panose="020B0704030504040204" pitchFamily="34" charset="-78"/>
                          <a:ea typeface="Ping AR + LT Medium" panose="00000600000000000000" pitchFamily="50" charset="-78"/>
                          <a:cs typeface="Neo Sans Arabic Medium" panose="020B0704030504040204" pitchFamily="34" charset="-78"/>
                        </a:rPr>
                        <a:t>خطة عمل واضحة ومتابعة مستمرة مؤشرات أداء </a:t>
                      </a:r>
                    </a:p>
                  </a:txBody>
                  <a:tcPr marL="4101" marR="4101" marT="410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marR="0" algn="l" defTabSz="914400" rtl="0" eaLnBrk="1" latinLnBrk="0" hangingPunct="1">
                        <a:lnSpc>
                          <a:spcPct val="100000"/>
                        </a:lnSpc>
                        <a:spcBef>
                          <a:spcPts val="0"/>
                        </a:spcBef>
                        <a:spcAft>
                          <a:spcPts val="0"/>
                        </a:spcAft>
                        <a:buClr>
                          <a:srgbClr val="000000"/>
                        </a:buClr>
                        <a:buFont typeface="Arial"/>
                        <a:defRPr sz="1400" b="0" i="0" u="none" strike="noStrike" kern="1200" cap="none">
                          <a:solidFill>
                            <a:schemeClr val="dk1"/>
                          </a:solidFill>
                          <a:latin typeface="Calibri" panose="020F0502020204030204"/>
                          <a:sym typeface="Arial"/>
                        </a:defRPr>
                      </a:lvl1pPr>
                      <a:lvl2pPr marL="457200" marR="0" algn="l" defTabSz="914400" rtl="0" eaLnBrk="1" latinLnBrk="0" hangingPunct="1">
                        <a:lnSpc>
                          <a:spcPct val="100000"/>
                        </a:lnSpc>
                        <a:spcBef>
                          <a:spcPts val="0"/>
                        </a:spcBef>
                        <a:spcAft>
                          <a:spcPts val="0"/>
                        </a:spcAft>
                        <a:buClr>
                          <a:srgbClr val="000000"/>
                        </a:buClr>
                        <a:buFont typeface="Arial"/>
                        <a:defRPr sz="1400" b="0" i="0" u="none" strike="noStrike" kern="1200" cap="none">
                          <a:solidFill>
                            <a:schemeClr val="dk1"/>
                          </a:solidFill>
                          <a:latin typeface="Calibri" panose="020F0502020204030204"/>
                          <a:sym typeface="Arial"/>
                        </a:defRPr>
                      </a:lvl2pPr>
                      <a:lvl3pPr marL="914400" marR="0" algn="l" defTabSz="914400" rtl="0" eaLnBrk="1" latinLnBrk="0" hangingPunct="1">
                        <a:lnSpc>
                          <a:spcPct val="100000"/>
                        </a:lnSpc>
                        <a:spcBef>
                          <a:spcPts val="0"/>
                        </a:spcBef>
                        <a:spcAft>
                          <a:spcPts val="0"/>
                        </a:spcAft>
                        <a:buClr>
                          <a:srgbClr val="000000"/>
                        </a:buClr>
                        <a:buFont typeface="Arial"/>
                        <a:defRPr sz="1400" b="0" i="0" u="none" strike="noStrike" kern="1200" cap="none">
                          <a:solidFill>
                            <a:schemeClr val="dk1"/>
                          </a:solidFill>
                          <a:latin typeface="Calibri" panose="020F0502020204030204"/>
                          <a:sym typeface="Arial"/>
                        </a:defRPr>
                      </a:lvl3pPr>
                      <a:lvl4pPr marL="1371600" marR="0" algn="l" defTabSz="914400" rtl="0" eaLnBrk="1" latinLnBrk="0" hangingPunct="1">
                        <a:lnSpc>
                          <a:spcPct val="100000"/>
                        </a:lnSpc>
                        <a:spcBef>
                          <a:spcPts val="0"/>
                        </a:spcBef>
                        <a:spcAft>
                          <a:spcPts val="0"/>
                        </a:spcAft>
                        <a:buClr>
                          <a:srgbClr val="000000"/>
                        </a:buClr>
                        <a:buFont typeface="Arial"/>
                        <a:defRPr sz="1400" b="0" i="0" u="none" strike="noStrike" kern="1200" cap="none">
                          <a:solidFill>
                            <a:schemeClr val="dk1"/>
                          </a:solidFill>
                          <a:latin typeface="Calibri" panose="020F0502020204030204"/>
                          <a:sym typeface="Arial"/>
                        </a:defRPr>
                      </a:lvl4pPr>
                      <a:lvl5pPr marL="1828800" marR="0" algn="l" defTabSz="914400" rtl="0" eaLnBrk="1" latinLnBrk="0" hangingPunct="1">
                        <a:lnSpc>
                          <a:spcPct val="100000"/>
                        </a:lnSpc>
                        <a:spcBef>
                          <a:spcPts val="0"/>
                        </a:spcBef>
                        <a:spcAft>
                          <a:spcPts val="0"/>
                        </a:spcAft>
                        <a:buClr>
                          <a:srgbClr val="000000"/>
                        </a:buClr>
                        <a:buFont typeface="Arial"/>
                        <a:defRPr sz="1400" b="0" i="0" u="none" strike="noStrike" kern="1200" cap="none">
                          <a:solidFill>
                            <a:schemeClr val="dk1"/>
                          </a:solidFill>
                          <a:latin typeface="Calibri" panose="020F0502020204030204"/>
                          <a:sym typeface="Arial"/>
                        </a:defRPr>
                      </a:lvl5pPr>
                      <a:lvl6pPr marL="2286000" marR="0" algn="l" defTabSz="914400" rtl="0" eaLnBrk="1" latinLnBrk="0" hangingPunct="1">
                        <a:lnSpc>
                          <a:spcPct val="100000"/>
                        </a:lnSpc>
                        <a:spcBef>
                          <a:spcPts val="0"/>
                        </a:spcBef>
                        <a:spcAft>
                          <a:spcPts val="0"/>
                        </a:spcAft>
                        <a:buClr>
                          <a:srgbClr val="000000"/>
                        </a:buClr>
                        <a:buFont typeface="Arial"/>
                        <a:defRPr sz="1400" b="0" i="0" u="none" strike="noStrike" kern="1200" cap="none">
                          <a:solidFill>
                            <a:schemeClr val="dk1"/>
                          </a:solidFill>
                          <a:latin typeface="Calibri" panose="020F0502020204030204"/>
                          <a:sym typeface="Arial"/>
                        </a:defRPr>
                      </a:lvl6pPr>
                      <a:lvl7pPr marL="2743200" marR="0" algn="l" defTabSz="914400" rtl="0" eaLnBrk="1" latinLnBrk="0" hangingPunct="1">
                        <a:lnSpc>
                          <a:spcPct val="100000"/>
                        </a:lnSpc>
                        <a:spcBef>
                          <a:spcPts val="0"/>
                        </a:spcBef>
                        <a:spcAft>
                          <a:spcPts val="0"/>
                        </a:spcAft>
                        <a:buClr>
                          <a:srgbClr val="000000"/>
                        </a:buClr>
                        <a:buFont typeface="Arial"/>
                        <a:defRPr sz="1400" b="0" i="0" u="none" strike="noStrike" kern="1200" cap="none">
                          <a:solidFill>
                            <a:schemeClr val="dk1"/>
                          </a:solidFill>
                          <a:latin typeface="Calibri" panose="020F0502020204030204"/>
                          <a:sym typeface="Arial"/>
                        </a:defRPr>
                      </a:lvl7pPr>
                      <a:lvl8pPr marL="3200400" marR="0" algn="l" defTabSz="914400" rtl="0" eaLnBrk="1" latinLnBrk="0" hangingPunct="1">
                        <a:lnSpc>
                          <a:spcPct val="100000"/>
                        </a:lnSpc>
                        <a:spcBef>
                          <a:spcPts val="0"/>
                        </a:spcBef>
                        <a:spcAft>
                          <a:spcPts val="0"/>
                        </a:spcAft>
                        <a:buClr>
                          <a:srgbClr val="000000"/>
                        </a:buClr>
                        <a:buFont typeface="Arial"/>
                        <a:defRPr sz="1400" b="0" i="0" u="none" strike="noStrike" kern="1200" cap="none">
                          <a:solidFill>
                            <a:schemeClr val="dk1"/>
                          </a:solidFill>
                          <a:latin typeface="Calibri" panose="020F0502020204030204"/>
                          <a:sym typeface="Arial"/>
                        </a:defRPr>
                      </a:lvl8pPr>
                      <a:lvl9pPr marL="3657600" marR="0" algn="l" defTabSz="914400" rtl="0" eaLnBrk="1" latinLnBrk="0" hangingPunct="1">
                        <a:lnSpc>
                          <a:spcPct val="100000"/>
                        </a:lnSpc>
                        <a:spcBef>
                          <a:spcPts val="0"/>
                        </a:spcBef>
                        <a:spcAft>
                          <a:spcPts val="0"/>
                        </a:spcAft>
                        <a:buClr>
                          <a:srgbClr val="000000"/>
                        </a:buClr>
                        <a:buFont typeface="Arial"/>
                        <a:defRPr sz="1400" b="0" i="0" u="none" strike="noStrike" kern="1200" cap="none">
                          <a:solidFill>
                            <a:schemeClr val="dk1"/>
                          </a:solidFill>
                          <a:latin typeface="Calibri" panose="020F0502020204030204"/>
                          <a:sym typeface="Arial"/>
                        </a:defRPr>
                      </a:lvl9pPr>
                    </a:lstStyle>
                    <a:p>
                      <a:pPr algn="ctr" rtl="0" fontAlgn="ctr"/>
                      <a:r>
                        <a:rPr lang="ar-SA" sz="1100" b="0" i="0" u="none" strike="noStrike" dirty="0">
                          <a:solidFill>
                            <a:srgbClr val="000000"/>
                          </a:solidFill>
                          <a:effectLst/>
                          <a:latin typeface="Neo Sans Arabic Medium" panose="020B0704030504040204" pitchFamily="34" charset="-78"/>
                          <a:ea typeface="Ping AR + LT Medium" panose="00000600000000000000" pitchFamily="50" charset="-78"/>
                          <a:cs typeface="Neo Sans Arabic Medium" panose="020B0704030504040204" pitchFamily="34" charset="-78"/>
                        </a:rPr>
                        <a:t>عقد اجتماع مراجعة شهرية لمطابقة الإنجاز بالخطة.</a:t>
                      </a:r>
                      <a:endParaRPr lang="en-SA" sz="1100" b="0" i="0" u="none" strike="noStrike" dirty="0">
                        <a:solidFill>
                          <a:srgbClr val="000000"/>
                        </a:solidFill>
                        <a:effectLst/>
                        <a:latin typeface="Neo Sans Arabic Medium" panose="020B0704030504040204" pitchFamily="34" charset="-78"/>
                        <a:ea typeface="Ping AR + LT Medium" panose="00000600000000000000" pitchFamily="50" charset="-78"/>
                        <a:cs typeface="Neo Sans Arabic Medium" panose="020B0704030504040204" pitchFamily="34" charset="-78"/>
                      </a:endParaRPr>
                    </a:p>
                  </a:txBody>
                  <a:tcPr marL="4101" marR="4101" marT="410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r" defTabSz="914400" rtl="1" eaLnBrk="1" latinLnBrk="0" hangingPunct="1">
                        <a:defRPr sz="1800" kern="1200">
                          <a:solidFill>
                            <a:schemeClr val="tx1"/>
                          </a:solidFill>
                          <a:latin typeface="Arial"/>
                        </a:defRPr>
                      </a:lvl1pPr>
                      <a:lvl2pPr marL="457200" algn="r" defTabSz="914400" rtl="1" eaLnBrk="1" latinLnBrk="0" hangingPunct="1">
                        <a:defRPr sz="1800" kern="1200">
                          <a:solidFill>
                            <a:schemeClr val="tx1"/>
                          </a:solidFill>
                          <a:latin typeface="Arial"/>
                        </a:defRPr>
                      </a:lvl2pPr>
                      <a:lvl3pPr marL="914400" algn="r" defTabSz="914400" rtl="1" eaLnBrk="1" latinLnBrk="0" hangingPunct="1">
                        <a:defRPr sz="1800" kern="1200">
                          <a:solidFill>
                            <a:schemeClr val="tx1"/>
                          </a:solidFill>
                          <a:latin typeface="Arial"/>
                        </a:defRPr>
                      </a:lvl3pPr>
                      <a:lvl4pPr marL="1371600" algn="r" defTabSz="914400" rtl="1" eaLnBrk="1" latinLnBrk="0" hangingPunct="1">
                        <a:defRPr sz="1800" kern="1200">
                          <a:solidFill>
                            <a:schemeClr val="tx1"/>
                          </a:solidFill>
                          <a:latin typeface="Arial"/>
                        </a:defRPr>
                      </a:lvl4pPr>
                      <a:lvl5pPr marL="1828800" algn="r" defTabSz="914400" rtl="1" eaLnBrk="1" latinLnBrk="0" hangingPunct="1">
                        <a:defRPr sz="1800" kern="1200">
                          <a:solidFill>
                            <a:schemeClr val="tx1"/>
                          </a:solidFill>
                          <a:latin typeface="Arial"/>
                        </a:defRPr>
                      </a:lvl5pPr>
                      <a:lvl6pPr marL="2286000" algn="r" defTabSz="914400" rtl="1" eaLnBrk="1" latinLnBrk="0" hangingPunct="1">
                        <a:defRPr sz="1800" kern="1200">
                          <a:solidFill>
                            <a:schemeClr val="tx1"/>
                          </a:solidFill>
                          <a:latin typeface="Arial"/>
                        </a:defRPr>
                      </a:lvl6pPr>
                      <a:lvl7pPr marL="2743200" algn="r" defTabSz="914400" rtl="1" eaLnBrk="1" latinLnBrk="0" hangingPunct="1">
                        <a:defRPr sz="1800" kern="1200">
                          <a:solidFill>
                            <a:schemeClr val="tx1"/>
                          </a:solidFill>
                          <a:latin typeface="Arial"/>
                        </a:defRPr>
                      </a:lvl7pPr>
                      <a:lvl8pPr marL="3200400" algn="r" defTabSz="914400" rtl="1" eaLnBrk="1" latinLnBrk="0" hangingPunct="1">
                        <a:defRPr sz="1800" kern="1200">
                          <a:solidFill>
                            <a:schemeClr val="tx1"/>
                          </a:solidFill>
                          <a:latin typeface="Arial"/>
                        </a:defRPr>
                      </a:lvl8pPr>
                      <a:lvl9pPr marL="3657600" algn="r" defTabSz="914400" rtl="1" eaLnBrk="1" latinLnBrk="0" hangingPunct="1">
                        <a:defRPr sz="1800" kern="1200">
                          <a:solidFill>
                            <a:schemeClr val="tx1"/>
                          </a:solidFill>
                          <a:latin typeface="Arial"/>
                        </a:defRPr>
                      </a:lvl9pPr>
                    </a:lstStyle>
                    <a:p>
                      <a:pPr algn="justLow" rtl="1" fontAlgn="ctr"/>
                      <a:r>
                        <a:rPr lang="ar-SA" sz="1100" b="0" i="0" u="none" strike="noStrike" dirty="0">
                          <a:solidFill>
                            <a:srgbClr val="000000"/>
                          </a:solidFill>
                          <a:effectLst/>
                          <a:latin typeface="Neo Sans Arabic Medium" panose="020B0704030504040204" pitchFamily="34" charset="-78"/>
                          <a:ea typeface="Ping AR + LT Medium" panose="00000600000000000000" pitchFamily="50" charset="-78"/>
                          <a:cs typeface="Neo Sans Arabic Medium" panose="020B0704030504040204" pitchFamily="34" charset="-78"/>
                        </a:rPr>
                        <a:t>خطة واضحة ومتابعة دورية.</a:t>
                      </a:r>
                    </a:p>
                  </a:txBody>
                  <a:tcPr marL="4101" marR="4101" marT="410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3899220443"/>
                  </a:ext>
                </a:extLst>
              </a:tr>
              <a:tr h="380580">
                <a:tc>
                  <a:txBody>
                    <a:bodyPr/>
                    <a:lstStyle>
                      <a:lvl1pPr marL="0" marR="0" algn="l" defTabSz="914400" rtl="0" eaLnBrk="1" latinLnBrk="0" hangingPunct="1">
                        <a:lnSpc>
                          <a:spcPct val="100000"/>
                        </a:lnSpc>
                        <a:spcBef>
                          <a:spcPts val="0"/>
                        </a:spcBef>
                        <a:spcAft>
                          <a:spcPts val="0"/>
                        </a:spcAft>
                        <a:buClr>
                          <a:srgbClr val="000000"/>
                        </a:buClr>
                        <a:buFont typeface="Arial"/>
                        <a:defRPr sz="1400" b="0" i="0" u="none" strike="noStrike" kern="1200" cap="none">
                          <a:solidFill>
                            <a:schemeClr val="dk1"/>
                          </a:solidFill>
                          <a:latin typeface="Calibri" panose="020F0502020204030204"/>
                          <a:sym typeface="Arial"/>
                        </a:defRPr>
                      </a:lvl1pPr>
                      <a:lvl2pPr marL="457200" marR="0" algn="l" defTabSz="914400" rtl="0" eaLnBrk="1" latinLnBrk="0" hangingPunct="1">
                        <a:lnSpc>
                          <a:spcPct val="100000"/>
                        </a:lnSpc>
                        <a:spcBef>
                          <a:spcPts val="0"/>
                        </a:spcBef>
                        <a:spcAft>
                          <a:spcPts val="0"/>
                        </a:spcAft>
                        <a:buClr>
                          <a:srgbClr val="000000"/>
                        </a:buClr>
                        <a:buFont typeface="Arial"/>
                        <a:defRPr sz="1400" b="0" i="0" u="none" strike="noStrike" kern="1200" cap="none">
                          <a:solidFill>
                            <a:schemeClr val="dk1"/>
                          </a:solidFill>
                          <a:latin typeface="Calibri" panose="020F0502020204030204"/>
                          <a:sym typeface="Arial"/>
                        </a:defRPr>
                      </a:lvl2pPr>
                      <a:lvl3pPr marL="914400" marR="0" algn="l" defTabSz="914400" rtl="0" eaLnBrk="1" latinLnBrk="0" hangingPunct="1">
                        <a:lnSpc>
                          <a:spcPct val="100000"/>
                        </a:lnSpc>
                        <a:spcBef>
                          <a:spcPts val="0"/>
                        </a:spcBef>
                        <a:spcAft>
                          <a:spcPts val="0"/>
                        </a:spcAft>
                        <a:buClr>
                          <a:srgbClr val="000000"/>
                        </a:buClr>
                        <a:buFont typeface="Arial"/>
                        <a:defRPr sz="1400" b="0" i="0" u="none" strike="noStrike" kern="1200" cap="none">
                          <a:solidFill>
                            <a:schemeClr val="dk1"/>
                          </a:solidFill>
                          <a:latin typeface="Calibri" panose="020F0502020204030204"/>
                          <a:sym typeface="Arial"/>
                        </a:defRPr>
                      </a:lvl3pPr>
                      <a:lvl4pPr marL="1371600" marR="0" algn="l" defTabSz="914400" rtl="0" eaLnBrk="1" latinLnBrk="0" hangingPunct="1">
                        <a:lnSpc>
                          <a:spcPct val="100000"/>
                        </a:lnSpc>
                        <a:spcBef>
                          <a:spcPts val="0"/>
                        </a:spcBef>
                        <a:spcAft>
                          <a:spcPts val="0"/>
                        </a:spcAft>
                        <a:buClr>
                          <a:srgbClr val="000000"/>
                        </a:buClr>
                        <a:buFont typeface="Arial"/>
                        <a:defRPr sz="1400" b="0" i="0" u="none" strike="noStrike" kern="1200" cap="none">
                          <a:solidFill>
                            <a:schemeClr val="dk1"/>
                          </a:solidFill>
                          <a:latin typeface="Calibri" panose="020F0502020204030204"/>
                          <a:sym typeface="Arial"/>
                        </a:defRPr>
                      </a:lvl4pPr>
                      <a:lvl5pPr marL="1828800" marR="0" algn="l" defTabSz="914400" rtl="0" eaLnBrk="1" latinLnBrk="0" hangingPunct="1">
                        <a:lnSpc>
                          <a:spcPct val="100000"/>
                        </a:lnSpc>
                        <a:spcBef>
                          <a:spcPts val="0"/>
                        </a:spcBef>
                        <a:spcAft>
                          <a:spcPts val="0"/>
                        </a:spcAft>
                        <a:buClr>
                          <a:srgbClr val="000000"/>
                        </a:buClr>
                        <a:buFont typeface="Arial"/>
                        <a:defRPr sz="1400" b="0" i="0" u="none" strike="noStrike" kern="1200" cap="none">
                          <a:solidFill>
                            <a:schemeClr val="dk1"/>
                          </a:solidFill>
                          <a:latin typeface="Calibri" panose="020F0502020204030204"/>
                          <a:sym typeface="Arial"/>
                        </a:defRPr>
                      </a:lvl5pPr>
                      <a:lvl6pPr marL="2286000" marR="0" algn="l" defTabSz="914400" rtl="0" eaLnBrk="1" latinLnBrk="0" hangingPunct="1">
                        <a:lnSpc>
                          <a:spcPct val="100000"/>
                        </a:lnSpc>
                        <a:spcBef>
                          <a:spcPts val="0"/>
                        </a:spcBef>
                        <a:spcAft>
                          <a:spcPts val="0"/>
                        </a:spcAft>
                        <a:buClr>
                          <a:srgbClr val="000000"/>
                        </a:buClr>
                        <a:buFont typeface="Arial"/>
                        <a:defRPr sz="1400" b="0" i="0" u="none" strike="noStrike" kern="1200" cap="none">
                          <a:solidFill>
                            <a:schemeClr val="dk1"/>
                          </a:solidFill>
                          <a:latin typeface="Calibri" panose="020F0502020204030204"/>
                          <a:sym typeface="Arial"/>
                        </a:defRPr>
                      </a:lvl6pPr>
                      <a:lvl7pPr marL="2743200" marR="0" algn="l" defTabSz="914400" rtl="0" eaLnBrk="1" latinLnBrk="0" hangingPunct="1">
                        <a:lnSpc>
                          <a:spcPct val="100000"/>
                        </a:lnSpc>
                        <a:spcBef>
                          <a:spcPts val="0"/>
                        </a:spcBef>
                        <a:spcAft>
                          <a:spcPts val="0"/>
                        </a:spcAft>
                        <a:buClr>
                          <a:srgbClr val="000000"/>
                        </a:buClr>
                        <a:buFont typeface="Arial"/>
                        <a:defRPr sz="1400" b="0" i="0" u="none" strike="noStrike" kern="1200" cap="none">
                          <a:solidFill>
                            <a:schemeClr val="dk1"/>
                          </a:solidFill>
                          <a:latin typeface="Calibri" panose="020F0502020204030204"/>
                          <a:sym typeface="Arial"/>
                        </a:defRPr>
                      </a:lvl7pPr>
                      <a:lvl8pPr marL="3200400" marR="0" algn="l" defTabSz="914400" rtl="0" eaLnBrk="1" latinLnBrk="0" hangingPunct="1">
                        <a:lnSpc>
                          <a:spcPct val="100000"/>
                        </a:lnSpc>
                        <a:spcBef>
                          <a:spcPts val="0"/>
                        </a:spcBef>
                        <a:spcAft>
                          <a:spcPts val="0"/>
                        </a:spcAft>
                        <a:buClr>
                          <a:srgbClr val="000000"/>
                        </a:buClr>
                        <a:buFont typeface="Arial"/>
                        <a:defRPr sz="1400" b="0" i="0" u="none" strike="noStrike" kern="1200" cap="none">
                          <a:solidFill>
                            <a:schemeClr val="dk1"/>
                          </a:solidFill>
                          <a:latin typeface="Calibri" panose="020F0502020204030204"/>
                          <a:sym typeface="Arial"/>
                        </a:defRPr>
                      </a:lvl8pPr>
                      <a:lvl9pPr marL="3657600" marR="0" algn="l" defTabSz="914400" rtl="0" eaLnBrk="1" latinLnBrk="0" hangingPunct="1">
                        <a:lnSpc>
                          <a:spcPct val="100000"/>
                        </a:lnSpc>
                        <a:spcBef>
                          <a:spcPts val="0"/>
                        </a:spcBef>
                        <a:spcAft>
                          <a:spcPts val="0"/>
                        </a:spcAft>
                        <a:buClr>
                          <a:srgbClr val="000000"/>
                        </a:buClr>
                        <a:buFont typeface="Arial"/>
                        <a:defRPr sz="1400" b="0" i="0" u="none" strike="noStrike" kern="1200" cap="none">
                          <a:solidFill>
                            <a:schemeClr val="dk1"/>
                          </a:solidFill>
                          <a:latin typeface="Calibri" panose="020F0502020204030204"/>
                          <a:sym typeface="Arial"/>
                        </a:defRPr>
                      </a:lvl9pPr>
                    </a:lstStyle>
                    <a:p>
                      <a:pPr algn="ctr" rtl="1" fontAlgn="ctr"/>
                      <a:r>
                        <a:rPr lang="ar-SA" sz="1100" b="0" i="0" u="none" strike="noStrike" dirty="0">
                          <a:solidFill>
                            <a:schemeClr val="tx1"/>
                          </a:solidFill>
                          <a:effectLst/>
                          <a:latin typeface="Neo Sans Arabic Medium" panose="020B0704030504040204" pitchFamily="34" charset="-78"/>
                          <a:ea typeface="Ping AR + LT Medium" panose="00000600000000000000" pitchFamily="50" charset="-78"/>
                          <a:cs typeface="Neo Sans Arabic Medium" panose="020B0704030504040204" pitchFamily="34" charset="-78"/>
                        </a:rPr>
                        <a:t>عمليات التمكين – وحدة متطوعين </a:t>
                      </a:r>
                    </a:p>
                  </a:txBody>
                  <a:tcPr marL="4101" marR="4101" marT="410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r" defTabSz="914400" rtl="1" eaLnBrk="1" latinLnBrk="0" hangingPunct="1">
                        <a:defRPr sz="1800" kern="1200">
                          <a:solidFill>
                            <a:schemeClr val="tx1"/>
                          </a:solidFill>
                          <a:latin typeface="Arial"/>
                        </a:defRPr>
                      </a:lvl1pPr>
                      <a:lvl2pPr marL="457200" algn="r" defTabSz="914400" rtl="1" eaLnBrk="1" latinLnBrk="0" hangingPunct="1">
                        <a:defRPr sz="1800" kern="1200">
                          <a:solidFill>
                            <a:schemeClr val="tx1"/>
                          </a:solidFill>
                          <a:latin typeface="Arial"/>
                        </a:defRPr>
                      </a:lvl2pPr>
                      <a:lvl3pPr marL="914400" algn="r" defTabSz="914400" rtl="1" eaLnBrk="1" latinLnBrk="0" hangingPunct="1">
                        <a:defRPr sz="1800" kern="1200">
                          <a:solidFill>
                            <a:schemeClr val="tx1"/>
                          </a:solidFill>
                          <a:latin typeface="Arial"/>
                        </a:defRPr>
                      </a:lvl3pPr>
                      <a:lvl4pPr marL="1371600" algn="r" defTabSz="914400" rtl="1" eaLnBrk="1" latinLnBrk="0" hangingPunct="1">
                        <a:defRPr sz="1800" kern="1200">
                          <a:solidFill>
                            <a:schemeClr val="tx1"/>
                          </a:solidFill>
                          <a:latin typeface="Arial"/>
                        </a:defRPr>
                      </a:lvl4pPr>
                      <a:lvl5pPr marL="1828800" algn="r" defTabSz="914400" rtl="1" eaLnBrk="1" latinLnBrk="0" hangingPunct="1">
                        <a:defRPr sz="1800" kern="1200">
                          <a:solidFill>
                            <a:schemeClr val="tx1"/>
                          </a:solidFill>
                          <a:latin typeface="Arial"/>
                        </a:defRPr>
                      </a:lvl5pPr>
                      <a:lvl6pPr marL="2286000" algn="r" defTabSz="914400" rtl="1" eaLnBrk="1" latinLnBrk="0" hangingPunct="1">
                        <a:defRPr sz="1800" kern="1200">
                          <a:solidFill>
                            <a:schemeClr val="tx1"/>
                          </a:solidFill>
                          <a:latin typeface="Arial"/>
                        </a:defRPr>
                      </a:lvl6pPr>
                      <a:lvl7pPr marL="2743200" algn="r" defTabSz="914400" rtl="1" eaLnBrk="1" latinLnBrk="0" hangingPunct="1">
                        <a:defRPr sz="1800" kern="1200">
                          <a:solidFill>
                            <a:schemeClr val="tx1"/>
                          </a:solidFill>
                          <a:latin typeface="Arial"/>
                        </a:defRPr>
                      </a:lvl7pPr>
                      <a:lvl8pPr marL="3200400" algn="r" defTabSz="914400" rtl="1" eaLnBrk="1" latinLnBrk="0" hangingPunct="1">
                        <a:defRPr sz="1800" kern="1200">
                          <a:solidFill>
                            <a:schemeClr val="tx1"/>
                          </a:solidFill>
                          <a:latin typeface="Arial"/>
                        </a:defRPr>
                      </a:lvl8pPr>
                      <a:lvl9pPr marL="3657600" algn="r" defTabSz="914400" rtl="1" eaLnBrk="1" latinLnBrk="0" hangingPunct="1">
                        <a:defRPr sz="1800" kern="1200">
                          <a:solidFill>
                            <a:schemeClr val="tx1"/>
                          </a:solidFill>
                          <a:latin typeface="Arial"/>
                        </a:defRPr>
                      </a:lvl9pPr>
                    </a:lstStyle>
                    <a:p>
                      <a:pPr algn="justLow" rtl="1" fontAlgn="ctr"/>
                      <a:r>
                        <a:rPr lang="ar-SA" sz="1100" b="0" i="0" u="none" strike="noStrike" dirty="0">
                          <a:solidFill>
                            <a:schemeClr val="tx1"/>
                          </a:solidFill>
                          <a:effectLst/>
                          <a:latin typeface="Neo Sans Arabic Medium" panose="020B0704030504040204" pitchFamily="34" charset="-78"/>
                          <a:ea typeface="Ping AR + LT Medium" panose="00000600000000000000" pitchFamily="50" charset="-78"/>
                          <a:cs typeface="Neo Sans Arabic Medium" panose="020B0704030504040204" pitchFamily="34" charset="-78"/>
                        </a:rPr>
                        <a:t>الجهة المنظمة للمتطوعين والممارسات التطوعية </a:t>
                      </a:r>
                    </a:p>
                    <a:p>
                      <a:pPr algn="justLow" rtl="1" fontAlgn="ctr"/>
                      <a:r>
                        <a:rPr lang="ar-SA" sz="1100" b="0" i="0" u="none" strike="noStrike" dirty="0">
                          <a:solidFill>
                            <a:schemeClr val="tx1"/>
                          </a:solidFill>
                          <a:effectLst/>
                          <a:latin typeface="Neo Sans Arabic Medium" panose="020B0704030504040204" pitchFamily="34" charset="-78"/>
                          <a:ea typeface="Ping AR + LT Medium" panose="00000600000000000000" pitchFamily="50" charset="-78"/>
                          <a:cs typeface="Neo Sans Arabic Medium" panose="020B0704030504040204" pitchFamily="34" charset="-78"/>
                        </a:rPr>
                        <a:t>تنفيذ نموذجي التزام المتطوعين وضوح المهام </a:t>
                      </a:r>
                    </a:p>
                    <a:p>
                      <a:pPr algn="justLow" rtl="1" fontAlgn="ctr"/>
                      <a:endParaRPr lang="ar-SA" sz="1100" b="0" i="0" u="none" strike="noStrike" dirty="0">
                        <a:solidFill>
                          <a:schemeClr val="tx1"/>
                        </a:solidFill>
                        <a:effectLst/>
                        <a:latin typeface="Neo Sans Arabic Medium" panose="020B0704030504040204" pitchFamily="34" charset="-78"/>
                        <a:ea typeface="Ping AR + LT Medium" panose="00000600000000000000" pitchFamily="50" charset="-78"/>
                        <a:cs typeface="Neo Sans Arabic Medium" panose="020B0704030504040204" pitchFamily="34" charset="-78"/>
                      </a:endParaRPr>
                    </a:p>
                  </a:txBody>
                  <a:tcPr marL="4101" marR="4101" marT="410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marR="0" algn="l" defTabSz="914400" rtl="0" eaLnBrk="1" latinLnBrk="0" hangingPunct="1">
                        <a:lnSpc>
                          <a:spcPct val="100000"/>
                        </a:lnSpc>
                        <a:spcBef>
                          <a:spcPts val="0"/>
                        </a:spcBef>
                        <a:spcAft>
                          <a:spcPts val="0"/>
                        </a:spcAft>
                        <a:buClr>
                          <a:srgbClr val="000000"/>
                        </a:buClr>
                        <a:buFont typeface="Arial"/>
                        <a:defRPr sz="1400" b="0" i="0" u="none" strike="noStrike" kern="1200" cap="none">
                          <a:solidFill>
                            <a:schemeClr val="dk1"/>
                          </a:solidFill>
                          <a:latin typeface="Calibri" panose="020F0502020204030204"/>
                          <a:sym typeface="Arial"/>
                        </a:defRPr>
                      </a:lvl1pPr>
                      <a:lvl2pPr marL="457200" marR="0" algn="l" defTabSz="914400" rtl="0" eaLnBrk="1" latinLnBrk="0" hangingPunct="1">
                        <a:lnSpc>
                          <a:spcPct val="100000"/>
                        </a:lnSpc>
                        <a:spcBef>
                          <a:spcPts val="0"/>
                        </a:spcBef>
                        <a:spcAft>
                          <a:spcPts val="0"/>
                        </a:spcAft>
                        <a:buClr>
                          <a:srgbClr val="000000"/>
                        </a:buClr>
                        <a:buFont typeface="Arial"/>
                        <a:defRPr sz="1400" b="0" i="0" u="none" strike="noStrike" kern="1200" cap="none">
                          <a:solidFill>
                            <a:schemeClr val="dk1"/>
                          </a:solidFill>
                          <a:latin typeface="Calibri" panose="020F0502020204030204"/>
                          <a:sym typeface="Arial"/>
                        </a:defRPr>
                      </a:lvl2pPr>
                      <a:lvl3pPr marL="914400" marR="0" algn="l" defTabSz="914400" rtl="0" eaLnBrk="1" latinLnBrk="0" hangingPunct="1">
                        <a:lnSpc>
                          <a:spcPct val="100000"/>
                        </a:lnSpc>
                        <a:spcBef>
                          <a:spcPts val="0"/>
                        </a:spcBef>
                        <a:spcAft>
                          <a:spcPts val="0"/>
                        </a:spcAft>
                        <a:buClr>
                          <a:srgbClr val="000000"/>
                        </a:buClr>
                        <a:buFont typeface="Arial"/>
                        <a:defRPr sz="1400" b="0" i="0" u="none" strike="noStrike" kern="1200" cap="none">
                          <a:solidFill>
                            <a:schemeClr val="dk1"/>
                          </a:solidFill>
                          <a:latin typeface="Calibri" panose="020F0502020204030204"/>
                          <a:sym typeface="Arial"/>
                        </a:defRPr>
                      </a:lvl3pPr>
                      <a:lvl4pPr marL="1371600" marR="0" algn="l" defTabSz="914400" rtl="0" eaLnBrk="1" latinLnBrk="0" hangingPunct="1">
                        <a:lnSpc>
                          <a:spcPct val="100000"/>
                        </a:lnSpc>
                        <a:spcBef>
                          <a:spcPts val="0"/>
                        </a:spcBef>
                        <a:spcAft>
                          <a:spcPts val="0"/>
                        </a:spcAft>
                        <a:buClr>
                          <a:srgbClr val="000000"/>
                        </a:buClr>
                        <a:buFont typeface="Arial"/>
                        <a:defRPr sz="1400" b="0" i="0" u="none" strike="noStrike" kern="1200" cap="none">
                          <a:solidFill>
                            <a:schemeClr val="dk1"/>
                          </a:solidFill>
                          <a:latin typeface="Calibri" panose="020F0502020204030204"/>
                          <a:sym typeface="Arial"/>
                        </a:defRPr>
                      </a:lvl4pPr>
                      <a:lvl5pPr marL="1828800" marR="0" algn="l" defTabSz="914400" rtl="0" eaLnBrk="1" latinLnBrk="0" hangingPunct="1">
                        <a:lnSpc>
                          <a:spcPct val="100000"/>
                        </a:lnSpc>
                        <a:spcBef>
                          <a:spcPts val="0"/>
                        </a:spcBef>
                        <a:spcAft>
                          <a:spcPts val="0"/>
                        </a:spcAft>
                        <a:buClr>
                          <a:srgbClr val="000000"/>
                        </a:buClr>
                        <a:buFont typeface="Arial"/>
                        <a:defRPr sz="1400" b="0" i="0" u="none" strike="noStrike" kern="1200" cap="none">
                          <a:solidFill>
                            <a:schemeClr val="dk1"/>
                          </a:solidFill>
                          <a:latin typeface="Calibri" panose="020F0502020204030204"/>
                          <a:sym typeface="Arial"/>
                        </a:defRPr>
                      </a:lvl5pPr>
                      <a:lvl6pPr marL="2286000" marR="0" algn="l" defTabSz="914400" rtl="0" eaLnBrk="1" latinLnBrk="0" hangingPunct="1">
                        <a:lnSpc>
                          <a:spcPct val="100000"/>
                        </a:lnSpc>
                        <a:spcBef>
                          <a:spcPts val="0"/>
                        </a:spcBef>
                        <a:spcAft>
                          <a:spcPts val="0"/>
                        </a:spcAft>
                        <a:buClr>
                          <a:srgbClr val="000000"/>
                        </a:buClr>
                        <a:buFont typeface="Arial"/>
                        <a:defRPr sz="1400" b="0" i="0" u="none" strike="noStrike" kern="1200" cap="none">
                          <a:solidFill>
                            <a:schemeClr val="dk1"/>
                          </a:solidFill>
                          <a:latin typeface="Calibri" panose="020F0502020204030204"/>
                          <a:sym typeface="Arial"/>
                        </a:defRPr>
                      </a:lvl6pPr>
                      <a:lvl7pPr marL="2743200" marR="0" algn="l" defTabSz="914400" rtl="0" eaLnBrk="1" latinLnBrk="0" hangingPunct="1">
                        <a:lnSpc>
                          <a:spcPct val="100000"/>
                        </a:lnSpc>
                        <a:spcBef>
                          <a:spcPts val="0"/>
                        </a:spcBef>
                        <a:spcAft>
                          <a:spcPts val="0"/>
                        </a:spcAft>
                        <a:buClr>
                          <a:srgbClr val="000000"/>
                        </a:buClr>
                        <a:buFont typeface="Arial"/>
                        <a:defRPr sz="1400" b="0" i="0" u="none" strike="noStrike" kern="1200" cap="none">
                          <a:solidFill>
                            <a:schemeClr val="dk1"/>
                          </a:solidFill>
                          <a:latin typeface="Calibri" panose="020F0502020204030204"/>
                          <a:sym typeface="Arial"/>
                        </a:defRPr>
                      </a:lvl7pPr>
                      <a:lvl8pPr marL="3200400" marR="0" algn="l" defTabSz="914400" rtl="0" eaLnBrk="1" latinLnBrk="0" hangingPunct="1">
                        <a:lnSpc>
                          <a:spcPct val="100000"/>
                        </a:lnSpc>
                        <a:spcBef>
                          <a:spcPts val="0"/>
                        </a:spcBef>
                        <a:spcAft>
                          <a:spcPts val="0"/>
                        </a:spcAft>
                        <a:buClr>
                          <a:srgbClr val="000000"/>
                        </a:buClr>
                        <a:buFont typeface="Arial"/>
                        <a:defRPr sz="1400" b="0" i="0" u="none" strike="noStrike" kern="1200" cap="none">
                          <a:solidFill>
                            <a:schemeClr val="dk1"/>
                          </a:solidFill>
                          <a:latin typeface="Calibri" panose="020F0502020204030204"/>
                          <a:sym typeface="Arial"/>
                        </a:defRPr>
                      </a:lvl8pPr>
                      <a:lvl9pPr marL="3657600" marR="0" algn="l" defTabSz="914400" rtl="0" eaLnBrk="1" latinLnBrk="0" hangingPunct="1">
                        <a:lnSpc>
                          <a:spcPct val="100000"/>
                        </a:lnSpc>
                        <a:spcBef>
                          <a:spcPts val="0"/>
                        </a:spcBef>
                        <a:spcAft>
                          <a:spcPts val="0"/>
                        </a:spcAft>
                        <a:buClr>
                          <a:srgbClr val="000000"/>
                        </a:buClr>
                        <a:buFont typeface="Arial"/>
                        <a:defRPr sz="1400" b="0" i="0" u="none" strike="noStrike" kern="1200" cap="none">
                          <a:solidFill>
                            <a:schemeClr val="dk1"/>
                          </a:solidFill>
                          <a:latin typeface="Calibri" panose="020F0502020204030204"/>
                          <a:sym typeface="Arial"/>
                        </a:defRPr>
                      </a:lvl9pPr>
                    </a:lstStyle>
                    <a:p>
                      <a:pPr algn="ctr" rtl="0" fontAlgn="ctr"/>
                      <a:r>
                        <a:rPr lang="ar-SA" sz="1100" b="0" i="0" u="none" strike="noStrike" dirty="0">
                          <a:solidFill>
                            <a:srgbClr val="000000"/>
                          </a:solidFill>
                          <a:effectLst/>
                          <a:latin typeface="Neo Sans Arabic Medium" panose="020B0704030504040204" pitchFamily="34" charset="-78"/>
                          <a:ea typeface="Ping AR + LT Medium" panose="00000600000000000000" pitchFamily="50" charset="-78"/>
                          <a:cs typeface="Neo Sans Arabic Medium" panose="020B0704030504040204" pitchFamily="34" charset="-78"/>
                        </a:rPr>
                        <a:t>صياغة أوصاف وظيفية دقيقة لكل فرصة تطوعية .</a:t>
                      </a:r>
                      <a:endParaRPr lang="en-SA" sz="1100" b="0" i="0" u="none" strike="noStrike" dirty="0">
                        <a:solidFill>
                          <a:srgbClr val="000000"/>
                        </a:solidFill>
                        <a:effectLst/>
                        <a:latin typeface="Neo Sans Arabic Medium" panose="020B0704030504040204" pitchFamily="34" charset="-78"/>
                        <a:ea typeface="Ping AR + LT Medium" panose="00000600000000000000" pitchFamily="50" charset="-78"/>
                        <a:cs typeface="Neo Sans Arabic Medium" panose="020B0704030504040204" pitchFamily="34" charset="-78"/>
                      </a:endParaRPr>
                    </a:p>
                  </a:txBody>
                  <a:tcPr marL="4101" marR="4101" marT="410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r" defTabSz="914400" rtl="1" eaLnBrk="1" latinLnBrk="0" hangingPunct="1">
                        <a:defRPr sz="1800" kern="1200">
                          <a:solidFill>
                            <a:schemeClr val="tx1"/>
                          </a:solidFill>
                          <a:latin typeface="Arial"/>
                        </a:defRPr>
                      </a:lvl1pPr>
                      <a:lvl2pPr marL="457200" algn="r" defTabSz="914400" rtl="1" eaLnBrk="1" latinLnBrk="0" hangingPunct="1">
                        <a:defRPr sz="1800" kern="1200">
                          <a:solidFill>
                            <a:schemeClr val="tx1"/>
                          </a:solidFill>
                          <a:latin typeface="Arial"/>
                        </a:defRPr>
                      </a:lvl2pPr>
                      <a:lvl3pPr marL="914400" algn="r" defTabSz="914400" rtl="1" eaLnBrk="1" latinLnBrk="0" hangingPunct="1">
                        <a:defRPr sz="1800" kern="1200">
                          <a:solidFill>
                            <a:schemeClr val="tx1"/>
                          </a:solidFill>
                          <a:latin typeface="Arial"/>
                        </a:defRPr>
                      </a:lvl3pPr>
                      <a:lvl4pPr marL="1371600" algn="r" defTabSz="914400" rtl="1" eaLnBrk="1" latinLnBrk="0" hangingPunct="1">
                        <a:defRPr sz="1800" kern="1200">
                          <a:solidFill>
                            <a:schemeClr val="tx1"/>
                          </a:solidFill>
                          <a:latin typeface="Arial"/>
                        </a:defRPr>
                      </a:lvl4pPr>
                      <a:lvl5pPr marL="1828800" algn="r" defTabSz="914400" rtl="1" eaLnBrk="1" latinLnBrk="0" hangingPunct="1">
                        <a:defRPr sz="1800" kern="1200">
                          <a:solidFill>
                            <a:schemeClr val="tx1"/>
                          </a:solidFill>
                          <a:latin typeface="Arial"/>
                        </a:defRPr>
                      </a:lvl5pPr>
                      <a:lvl6pPr marL="2286000" algn="r" defTabSz="914400" rtl="1" eaLnBrk="1" latinLnBrk="0" hangingPunct="1">
                        <a:defRPr sz="1800" kern="1200">
                          <a:solidFill>
                            <a:schemeClr val="tx1"/>
                          </a:solidFill>
                          <a:latin typeface="Arial"/>
                        </a:defRPr>
                      </a:lvl6pPr>
                      <a:lvl7pPr marL="2743200" algn="r" defTabSz="914400" rtl="1" eaLnBrk="1" latinLnBrk="0" hangingPunct="1">
                        <a:defRPr sz="1800" kern="1200">
                          <a:solidFill>
                            <a:schemeClr val="tx1"/>
                          </a:solidFill>
                          <a:latin typeface="Arial"/>
                        </a:defRPr>
                      </a:lvl7pPr>
                      <a:lvl8pPr marL="3200400" algn="r" defTabSz="914400" rtl="1" eaLnBrk="1" latinLnBrk="0" hangingPunct="1">
                        <a:defRPr sz="1800" kern="1200">
                          <a:solidFill>
                            <a:schemeClr val="tx1"/>
                          </a:solidFill>
                          <a:latin typeface="Arial"/>
                        </a:defRPr>
                      </a:lvl8pPr>
                      <a:lvl9pPr marL="3657600" algn="r" defTabSz="914400" rtl="1" eaLnBrk="1" latinLnBrk="0" hangingPunct="1">
                        <a:defRPr sz="1800" kern="1200">
                          <a:solidFill>
                            <a:schemeClr val="tx1"/>
                          </a:solidFill>
                          <a:latin typeface="Arial"/>
                        </a:defRPr>
                      </a:lvl9pPr>
                    </a:lstStyle>
                    <a:p>
                      <a:pPr algn="justLow" rtl="1" fontAlgn="ctr"/>
                      <a:r>
                        <a:rPr lang="ar-SA" sz="1100" b="0" i="0" u="none" strike="noStrike" dirty="0">
                          <a:solidFill>
                            <a:srgbClr val="000000"/>
                          </a:solidFill>
                          <a:effectLst/>
                          <a:latin typeface="Neo Sans Arabic Medium" panose="020B0704030504040204" pitchFamily="34" charset="-78"/>
                          <a:ea typeface="Ping AR + LT Medium" panose="00000600000000000000" pitchFamily="50" charset="-78"/>
                          <a:cs typeface="Neo Sans Arabic Medium" panose="020B0704030504040204" pitchFamily="34" charset="-78"/>
                        </a:rPr>
                        <a:t>التزام المتطوعين ووضوح المهام.</a:t>
                      </a:r>
                    </a:p>
                  </a:txBody>
                  <a:tcPr marL="4101" marR="4101" marT="410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3087732286"/>
                  </a:ext>
                </a:extLst>
              </a:tr>
              <a:tr h="392945">
                <a:tc>
                  <a:txBody>
                    <a:bodyPr/>
                    <a:lstStyle>
                      <a:lvl1pPr marL="0" algn="r" defTabSz="914400" rtl="1" eaLnBrk="1" latinLnBrk="0" hangingPunct="1">
                        <a:defRPr sz="1800" kern="1200">
                          <a:solidFill>
                            <a:schemeClr val="tx1"/>
                          </a:solidFill>
                          <a:latin typeface="Arial"/>
                        </a:defRPr>
                      </a:lvl1pPr>
                      <a:lvl2pPr marL="457200" algn="r" defTabSz="914400" rtl="1" eaLnBrk="1" latinLnBrk="0" hangingPunct="1">
                        <a:defRPr sz="1800" kern="1200">
                          <a:solidFill>
                            <a:schemeClr val="tx1"/>
                          </a:solidFill>
                          <a:latin typeface="Arial"/>
                        </a:defRPr>
                      </a:lvl2pPr>
                      <a:lvl3pPr marL="914400" algn="r" defTabSz="914400" rtl="1" eaLnBrk="1" latinLnBrk="0" hangingPunct="1">
                        <a:defRPr sz="1800" kern="1200">
                          <a:solidFill>
                            <a:schemeClr val="tx1"/>
                          </a:solidFill>
                          <a:latin typeface="Arial"/>
                        </a:defRPr>
                      </a:lvl3pPr>
                      <a:lvl4pPr marL="1371600" algn="r" defTabSz="914400" rtl="1" eaLnBrk="1" latinLnBrk="0" hangingPunct="1">
                        <a:defRPr sz="1800" kern="1200">
                          <a:solidFill>
                            <a:schemeClr val="tx1"/>
                          </a:solidFill>
                          <a:latin typeface="Arial"/>
                        </a:defRPr>
                      </a:lvl4pPr>
                      <a:lvl5pPr marL="1828800" algn="r" defTabSz="914400" rtl="1" eaLnBrk="1" latinLnBrk="0" hangingPunct="1">
                        <a:defRPr sz="1800" kern="1200">
                          <a:solidFill>
                            <a:schemeClr val="tx1"/>
                          </a:solidFill>
                          <a:latin typeface="Arial"/>
                        </a:defRPr>
                      </a:lvl5pPr>
                      <a:lvl6pPr marL="2286000" algn="r" defTabSz="914400" rtl="1" eaLnBrk="1" latinLnBrk="0" hangingPunct="1">
                        <a:defRPr sz="1800" kern="1200">
                          <a:solidFill>
                            <a:schemeClr val="tx1"/>
                          </a:solidFill>
                          <a:latin typeface="Arial"/>
                        </a:defRPr>
                      </a:lvl6pPr>
                      <a:lvl7pPr marL="2743200" algn="r" defTabSz="914400" rtl="1" eaLnBrk="1" latinLnBrk="0" hangingPunct="1">
                        <a:defRPr sz="1800" kern="1200">
                          <a:solidFill>
                            <a:schemeClr val="tx1"/>
                          </a:solidFill>
                          <a:latin typeface="Arial"/>
                        </a:defRPr>
                      </a:lvl7pPr>
                      <a:lvl8pPr marL="3200400" algn="r" defTabSz="914400" rtl="1" eaLnBrk="1" latinLnBrk="0" hangingPunct="1">
                        <a:defRPr sz="1800" kern="1200">
                          <a:solidFill>
                            <a:schemeClr val="tx1"/>
                          </a:solidFill>
                          <a:latin typeface="Arial"/>
                        </a:defRPr>
                      </a:lvl8pPr>
                      <a:lvl9pPr marL="3657600" algn="r" defTabSz="914400" rtl="1" eaLnBrk="1" latinLnBrk="0" hangingPunct="1">
                        <a:defRPr sz="1800" kern="1200">
                          <a:solidFill>
                            <a:schemeClr val="tx1"/>
                          </a:solidFill>
                          <a:latin typeface="Arial"/>
                        </a:defRPr>
                      </a:lvl9pPr>
                    </a:lstStyle>
                    <a:p>
                      <a:pPr algn="ctr" rtl="1" fontAlgn="ctr"/>
                      <a:r>
                        <a:rPr lang="ar-SA" sz="1100" b="0" i="0" u="none" strike="noStrike" dirty="0">
                          <a:solidFill>
                            <a:schemeClr val="tx1"/>
                          </a:solidFill>
                          <a:effectLst/>
                          <a:latin typeface="Neo Sans Arabic Medium" panose="020B0704030504040204" pitchFamily="34" charset="-78"/>
                          <a:ea typeface="Ping AR + LT Medium" panose="00000600000000000000" pitchFamily="50" charset="-78"/>
                          <a:cs typeface="Neo Sans Arabic Medium" panose="020B0704030504040204" pitchFamily="34" charset="-78"/>
                        </a:rPr>
                        <a:t>مناطق التمكين 12</a:t>
                      </a:r>
                    </a:p>
                  </a:txBody>
                  <a:tcPr marL="4101" marR="4101" marT="410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r" defTabSz="914400" rtl="1" eaLnBrk="1" latinLnBrk="0" hangingPunct="1">
                        <a:defRPr sz="1800" kern="1200">
                          <a:solidFill>
                            <a:schemeClr val="tx1"/>
                          </a:solidFill>
                          <a:latin typeface="Arial"/>
                        </a:defRPr>
                      </a:lvl1pPr>
                      <a:lvl2pPr marL="457200" algn="r" defTabSz="914400" rtl="1" eaLnBrk="1" latinLnBrk="0" hangingPunct="1">
                        <a:defRPr sz="1800" kern="1200">
                          <a:solidFill>
                            <a:schemeClr val="tx1"/>
                          </a:solidFill>
                          <a:latin typeface="Arial"/>
                        </a:defRPr>
                      </a:lvl2pPr>
                      <a:lvl3pPr marL="914400" algn="r" defTabSz="914400" rtl="1" eaLnBrk="1" latinLnBrk="0" hangingPunct="1">
                        <a:defRPr sz="1800" kern="1200">
                          <a:solidFill>
                            <a:schemeClr val="tx1"/>
                          </a:solidFill>
                          <a:latin typeface="Arial"/>
                        </a:defRPr>
                      </a:lvl3pPr>
                      <a:lvl4pPr marL="1371600" algn="r" defTabSz="914400" rtl="1" eaLnBrk="1" latinLnBrk="0" hangingPunct="1">
                        <a:defRPr sz="1800" kern="1200">
                          <a:solidFill>
                            <a:schemeClr val="tx1"/>
                          </a:solidFill>
                          <a:latin typeface="Arial"/>
                        </a:defRPr>
                      </a:lvl4pPr>
                      <a:lvl5pPr marL="1828800" algn="r" defTabSz="914400" rtl="1" eaLnBrk="1" latinLnBrk="0" hangingPunct="1">
                        <a:defRPr sz="1800" kern="1200">
                          <a:solidFill>
                            <a:schemeClr val="tx1"/>
                          </a:solidFill>
                          <a:latin typeface="Arial"/>
                        </a:defRPr>
                      </a:lvl5pPr>
                      <a:lvl6pPr marL="2286000" algn="r" defTabSz="914400" rtl="1" eaLnBrk="1" latinLnBrk="0" hangingPunct="1">
                        <a:defRPr sz="1800" kern="1200">
                          <a:solidFill>
                            <a:schemeClr val="tx1"/>
                          </a:solidFill>
                          <a:latin typeface="Arial"/>
                        </a:defRPr>
                      </a:lvl6pPr>
                      <a:lvl7pPr marL="2743200" algn="r" defTabSz="914400" rtl="1" eaLnBrk="1" latinLnBrk="0" hangingPunct="1">
                        <a:defRPr sz="1800" kern="1200">
                          <a:solidFill>
                            <a:schemeClr val="tx1"/>
                          </a:solidFill>
                          <a:latin typeface="Arial"/>
                        </a:defRPr>
                      </a:lvl7pPr>
                      <a:lvl8pPr marL="3200400" algn="r" defTabSz="914400" rtl="1" eaLnBrk="1" latinLnBrk="0" hangingPunct="1">
                        <a:defRPr sz="1800" kern="1200">
                          <a:solidFill>
                            <a:schemeClr val="tx1"/>
                          </a:solidFill>
                          <a:latin typeface="Arial"/>
                        </a:defRPr>
                      </a:lvl8pPr>
                      <a:lvl9pPr marL="3657600" algn="r" defTabSz="914400" rtl="1" eaLnBrk="1" latinLnBrk="0" hangingPunct="1">
                        <a:defRPr sz="1800" kern="1200">
                          <a:solidFill>
                            <a:schemeClr val="tx1"/>
                          </a:solidFill>
                          <a:latin typeface="Arial"/>
                        </a:defRPr>
                      </a:lvl9pPr>
                    </a:lstStyle>
                    <a:p>
                      <a:pPr algn="justLow" rtl="1" fontAlgn="ctr"/>
                      <a:r>
                        <a:rPr lang="ar-SA" sz="1100" b="0" i="0" u="none" strike="noStrike" dirty="0">
                          <a:solidFill>
                            <a:schemeClr val="tx1"/>
                          </a:solidFill>
                          <a:effectLst/>
                          <a:latin typeface="Neo Sans Arabic Medium" panose="020B0704030504040204" pitchFamily="34" charset="-78"/>
                          <a:ea typeface="Ping AR + LT Medium" panose="00000600000000000000" pitchFamily="50" charset="-78"/>
                          <a:cs typeface="Neo Sans Arabic Medium" panose="020B0704030504040204" pitchFamily="34" charset="-78"/>
                        </a:rPr>
                        <a:t>المنفذ الميداني للمبادرة </a:t>
                      </a:r>
                    </a:p>
                    <a:p>
                      <a:pPr algn="justLow" rtl="1" fontAlgn="ctr"/>
                      <a:r>
                        <a:rPr lang="ar-SA" sz="1100" b="0" i="0" u="none" strike="noStrike" dirty="0">
                          <a:solidFill>
                            <a:schemeClr val="tx1"/>
                          </a:solidFill>
                          <a:effectLst/>
                          <a:latin typeface="Neo Sans Arabic Medium" panose="020B0704030504040204" pitchFamily="34" charset="-78"/>
                          <a:ea typeface="Ping AR + LT Medium" panose="00000600000000000000" pitchFamily="50" charset="-78"/>
                          <a:cs typeface="Neo Sans Arabic Medium" panose="020B0704030504040204" pitchFamily="34" charset="-78"/>
                        </a:rPr>
                        <a:t>دعم سريع وضوح الأدوار تهيئة المسارات بالساعات </a:t>
                      </a:r>
                    </a:p>
                    <a:p>
                      <a:pPr algn="justLow" rtl="1" fontAlgn="ctr"/>
                      <a:r>
                        <a:rPr lang="ar-SA" sz="1100" b="0" i="0" u="none" strike="noStrike" dirty="0">
                          <a:solidFill>
                            <a:schemeClr val="tx1"/>
                          </a:solidFill>
                          <a:effectLst/>
                          <a:latin typeface="Neo Sans Arabic Medium" panose="020B0704030504040204" pitchFamily="34" charset="-78"/>
                          <a:ea typeface="Ping AR + LT Medium" panose="00000600000000000000" pitchFamily="50" charset="-78"/>
                          <a:cs typeface="Neo Sans Arabic Medium" panose="020B0704030504040204" pitchFamily="34" charset="-78"/>
                        </a:rPr>
                        <a:t>عند اطلاق المشروع وفي الفعاليات الرئيسية </a:t>
                      </a:r>
                    </a:p>
                  </a:txBody>
                  <a:tcPr marL="4101" marR="4101" marT="410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r" defTabSz="914400" rtl="1" eaLnBrk="1" latinLnBrk="0" hangingPunct="1">
                        <a:defRPr sz="1800" kern="1200">
                          <a:solidFill>
                            <a:schemeClr val="tx1"/>
                          </a:solidFill>
                          <a:latin typeface="Arial"/>
                        </a:defRPr>
                      </a:lvl1pPr>
                      <a:lvl2pPr marL="457200" algn="r" defTabSz="914400" rtl="1" eaLnBrk="1" latinLnBrk="0" hangingPunct="1">
                        <a:defRPr sz="1800" kern="1200">
                          <a:solidFill>
                            <a:schemeClr val="tx1"/>
                          </a:solidFill>
                          <a:latin typeface="Arial"/>
                        </a:defRPr>
                      </a:lvl2pPr>
                      <a:lvl3pPr marL="914400" algn="r" defTabSz="914400" rtl="1" eaLnBrk="1" latinLnBrk="0" hangingPunct="1">
                        <a:defRPr sz="1800" kern="1200">
                          <a:solidFill>
                            <a:schemeClr val="tx1"/>
                          </a:solidFill>
                          <a:latin typeface="Arial"/>
                        </a:defRPr>
                      </a:lvl3pPr>
                      <a:lvl4pPr marL="1371600" algn="r" defTabSz="914400" rtl="1" eaLnBrk="1" latinLnBrk="0" hangingPunct="1">
                        <a:defRPr sz="1800" kern="1200">
                          <a:solidFill>
                            <a:schemeClr val="tx1"/>
                          </a:solidFill>
                          <a:latin typeface="Arial"/>
                        </a:defRPr>
                      </a:lvl4pPr>
                      <a:lvl5pPr marL="1828800" algn="r" defTabSz="914400" rtl="1" eaLnBrk="1" latinLnBrk="0" hangingPunct="1">
                        <a:defRPr sz="1800" kern="1200">
                          <a:solidFill>
                            <a:schemeClr val="tx1"/>
                          </a:solidFill>
                          <a:latin typeface="Arial"/>
                        </a:defRPr>
                      </a:lvl5pPr>
                      <a:lvl6pPr marL="2286000" algn="r" defTabSz="914400" rtl="1" eaLnBrk="1" latinLnBrk="0" hangingPunct="1">
                        <a:defRPr sz="1800" kern="1200">
                          <a:solidFill>
                            <a:schemeClr val="tx1"/>
                          </a:solidFill>
                          <a:latin typeface="Arial"/>
                        </a:defRPr>
                      </a:lvl6pPr>
                      <a:lvl7pPr marL="2743200" algn="r" defTabSz="914400" rtl="1" eaLnBrk="1" latinLnBrk="0" hangingPunct="1">
                        <a:defRPr sz="1800" kern="1200">
                          <a:solidFill>
                            <a:schemeClr val="tx1"/>
                          </a:solidFill>
                          <a:latin typeface="Arial"/>
                        </a:defRPr>
                      </a:lvl7pPr>
                      <a:lvl8pPr marL="3200400" algn="r" defTabSz="914400" rtl="1" eaLnBrk="1" latinLnBrk="0" hangingPunct="1">
                        <a:defRPr sz="1800" kern="1200">
                          <a:solidFill>
                            <a:schemeClr val="tx1"/>
                          </a:solidFill>
                          <a:latin typeface="Arial"/>
                        </a:defRPr>
                      </a:lvl8pPr>
                      <a:lvl9pPr marL="3657600" algn="r" defTabSz="914400" rtl="1" eaLnBrk="1" latinLnBrk="0" hangingPunct="1">
                        <a:defRPr sz="1800" kern="1200">
                          <a:solidFill>
                            <a:schemeClr val="tx1"/>
                          </a:solidFill>
                          <a:latin typeface="Arial"/>
                        </a:defRPr>
                      </a:lvl9pPr>
                    </a:lstStyle>
                    <a:p>
                      <a:pPr algn="ctr" rtl="0" fontAlgn="ctr"/>
                      <a:r>
                        <a:rPr lang="ar-SA" sz="1100" b="0" i="0" u="none" strike="noStrike" dirty="0">
                          <a:solidFill>
                            <a:srgbClr val="000000"/>
                          </a:solidFill>
                          <a:effectLst/>
                          <a:latin typeface="Neo Sans Arabic Medium" panose="020B0704030504040204" pitchFamily="34" charset="-78"/>
                          <a:ea typeface="Ping AR + LT Medium" panose="00000600000000000000" pitchFamily="50" charset="-78"/>
                          <a:cs typeface="Neo Sans Arabic Medium" panose="020B0704030504040204" pitchFamily="34" charset="-78"/>
                        </a:rPr>
                        <a:t>تعيين منسق اتصال مباشر لكل منطقة.</a:t>
                      </a:r>
                      <a:endParaRPr lang="en-SA" sz="1100" b="0" i="0" u="none" strike="noStrike" dirty="0">
                        <a:solidFill>
                          <a:srgbClr val="000000"/>
                        </a:solidFill>
                        <a:effectLst/>
                        <a:latin typeface="Neo Sans Arabic Medium" panose="020B0704030504040204" pitchFamily="34" charset="-78"/>
                        <a:ea typeface="Ping AR + LT Medium" panose="00000600000000000000" pitchFamily="50" charset="-78"/>
                        <a:cs typeface="Neo Sans Arabic Medium" panose="020B0704030504040204" pitchFamily="34" charset="-78"/>
                      </a:endParaRPr>
                    </a:p>
                  </a:txBody>
                  <a:tcPr marL="4101" marR="4101" marT="410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r" defTabSz="914400" rtl="1" eaLnBrk="1" latinLnBrk="0" hangingPunct="1">
                        <a:defRPr sz="1800" kern="1200">
                          <a:solidFill>
                            <a:schemeClr val="tx1"/>
                          </a:solidFill>
                          <a:latin typeface="Arial"/>
                        </a:defRPr>
                      </a:lvl1pPr>
                      <a:lvl2pPr marL="457200" algn="r" defTabSz="914400" rtl="1" eaLnBrk="1" latinLnBrk="0" hangingPunct="1">
                        <a:defRPr sz="1800" kern="1200">
                          <a:solidFill>
                            <a:schemeClr val="tx1"/>
                          </a:solidFill>
                          <a:latin typeface="Arial"/>
                        </a:defRPr>
                      </a:lvl2pPr>
                      <a:lvl3pPr marL="914400" algn="r" defTabSz="914400" rtl="1" eaLnBrk="1" latinLnBrk="0" hangingPunct="1">
                        <a:defRPr sz="1800" kern="1200">
                          <a:solidFill>
                            <a:schemeClr val="tx1"/>
                          </a:solidFill>
                          <a:latin typeface="Arial"/>
                        </a:defRPr>
                      </a:lvl3pPr>
                      <a:lvl4pPr marL="1371600" algn="r" defTabSz="914400" rtl="1" eaLnBrk="1" latinLnBrk="0" hangingPunct="1">
                        <a:defRPr sz="1800" kern="1200">
                          <a:solidFill>
                            <a:schemeClr val="tx1"/>
                          </a:solidFill>
                          <a:latin typeface="Arial"/>
                        </a:defRPr>
                      </a:lvl4pPr>
                      <a:lvl5pPr marL="1828800" algn="r" defTabSz="914400" rtl="1" eaLnBrk="1" latinLnBrk="0" hangingPunct="1">
                        <a:defRPr sz="1800" kern="1200">
                          <a:solidFill>
                            <a:schemeClr val="tx1"/>
                          </a:solidFill>
                          <a:latin typeface="Arial"/>
                        </a:defRPr>
                      </a:lvl5pPr>
                      <a:lvl6pPr marL="2286000" algn="r" defTabSz="914400" rtl="1" eaLnBrk="1" latinLnBrk="0" hangingPunct="1">
                        <a:defRPr sz="1800" kern="1200">
                          <a:solidFill>
                            <a:schemeClr val="tx1"/>
                          </a:solidFill>
                          <a:latin typeface="Arial"/>
                        </a:defRPr>
                      </a:lvl6pPr>
                      <a:lvl7pPr marL="2743200" algn="r" defTabSz="914400" rtl="1" eaLnBrk="1" latinLnBrk="0" hangingPunct="1">
                        <a:defRPr sz="1800" kern="1200">
                          <a:solidFill>
                            <a:schemeClr val="tx1"/>
                          </a:solidFill>
                          <a:latin typeface="Arial"/>
                        </a:defRPr>
                      </a:lvl7pPr>
                      <a:lvl8pPr marL="3200400" algn="r" defTabSz="914400" rtl="1" eaLnBrk="1" latinLnBrk="0" hangingPunct="1">
                        <a:defRPr sz="1800" kern="1200">
                          <a:solidFill>
                            <a:schemeClr val="tx1"/>
                          </a:solidFill>
                          <a:latin typeface="Arial"/>
                        </a:defRPr>
                      </a:lvl8pPr>
                      <a:lvl9pPr marL="3657600" algn="r" defTabSz="914400" rtl="1" eaLnBrk="1" latinLnBrk="0" hangingPunct="1">
                        <a:defRPr sz="1800" kern="1200">
                          <a:solidFill>
                            <a:schemeClr val="tx1"/>
                          </a:solidFill>
                          <a:latin typeface="Arial"/>
                        </a:defRPr>
                      </a:lvl9pPr>
                    </a:lstStyle>
                    <a:p>
                      <a:pPr algn="justLow" rtl="1" fontAlgn="ctr"/>
                      <a:r>
                        <a:rPr lang="ar-SA" sz="1100" b="0" i="0" u="none" strike="noStrike" dirty="0">
                          <a:solidFill>
                            <a:srgbClr val="000000"/>
                          </a:solidFill>
                          <a:effectLst/>
                          <a:latin typeface="Neo Sans Arabic Medium" panose="020B0704030504040204" pitchFamily="34" charset="-78"/>
                          <a:ea typeface="Ping AR + LT Medium" panose="00000600000000000000" pitchFamily="50" charset="-78"/>
                          <a:cs typeface="Neo Sans Arabic Medium" panose="020B0704030504040204" pitchFamily="34" charset="-78"/>
                        </a:rPr>
                        <a:t>دعم مباشر وارشادات واضحة.</a:t>
                      </a:r>
                    </a:p>
                  </a:txBody>
                  <a:tcPr marL="4101" marR="4101" marT="410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4023877317"/>
                  </a:ext>
                </a:extLst>
              </a:tr>
              <a:tr h="380580">
                <a:tc>
                  <a:txBody>
                    <a:bodyPr/>
                    <a:lstStyle>
                      <a:lvl1pPr marL="0" algn="r" defTabSz="914400" rtl="1" eaLnBrk="1" latinLnBrk="0" hangingPunct="1">
                        <a:defRPr sz="1800" kern="1200">
                          <a:solidFill>
                            <a:schemeClr val="tx1"/>
                          </a:solidFill>
                          <a:latin typeface="Arial"/>
                        </a:defRPr>
                      </a:lvl1pPr>
                      <a:lvl2pPr marL="457200" algn="r" defTabSz="914400" rtl="1" eaLnBrk="1" latinLnBrk="0" hangingPunct="1">
                        <a:defRPr sz="1800" kern="1200">
                          <a:solidFill>
                            <a:schemeClr val="tx1"/>
                          </a:solidFill>
                          <a:latin typeface="Arial"/>
                        </a:defRPr>
                      </a:lvl2pPr>
                      <a:lvl3pPr marL="914400" algn="r" defTabSz="914400" rtl="1" eaLnBrk="1" latinLnBrk="0" hangingPunct="1">
                        <a:defRPr sz="1800" kern="1200">
                          <a:solidFill>
                            <a:schemeClr val="tx1"/>
                          </a:solidFill>
                          <a:latin typeface="Arial"/>
                        </a:defRPr>
                      </a:lvl3pPr>
                      <a:lvl4pPr marL="1371600" algn="r" defTabSz="914400" rtl="1" eaLnBrk="1" latinLnBrk="0" hangingPunct="1">
                        <a:defRPr sz="1800" kern="1200">
                          <a:solidFill>
                            <a:schemeClr val="tx1"/>
                          </a:solidFill>
                          <a:latin typeface="Arial"/>
                        </a:defRPr>
                      </a:lvl4pPr>
                      <a:lvl5pPr marL="1828800" algn="r" defTabSz="914400" rtl="1" eaLnBrk="1" latinLnBrk="0" hangingPunct="1">
                        <a:defRPr sz="1800" kern="1200">
                          <a:solidFill>
                            <a:schemeClr val="tx1"/>
                          </a:solidFill>
                          <a:latin typeface="Arial"/>
                        </a:defRPr>
                      </a:lvl5pPr>
                      <a:lvl6pPr marL="2286000" algn="r" defTabSz="914400" rtl="1" eaLnBrk="1" latinLnBrk="0" hangingPunct="1">
                        <a:defRPr sz="1800" kern="1200">
                          <a:solidFill>
                            <a:schemeClr val="tx1"/>
                          </a:solidFill>
                          <a:latin typeface="Arial"/>
                        </a:defRPr>
                      </a:lvl6pPr>
                      <a:lvl7pPr marL="2743200" algn="r" defTabSz="914400" rtl="1" eaLnBrk="1" latinLnBrk="0" hangingPunct="1">
                        <a:defRPr sz="1800" kern="1200">
                          <a:solidFill>
                            <a:schemeClr val="tx1"/>
                          </a:solidFill>
                          <a:latin typeface="Arial"/>
                        </a:defRPr>
                      </a:lvl7pPr>
                      <a:lvl8pPr marL="3200400" algn="r" defTabSz="914400" rtl="1" eaLnBrk="1" latinLnBrk="0" hangingPunct="1">
                        <a:defRPr sz="1800" kern="1200">
                          <a:solidFill>
                            <a:schemeClr val="tx1"/>
                          </a:solidFill>
                          <a:latin typeface="Arial"/>
                        </a:defRPr>
                      </a:lvl8pPr>
                      <a:lvl9pPr marL="3657600" algn="r" defTabSz="914400" rtl="1" eaLnBrk="1" latinLnBrk="0" hangingPunct="1">
                        <a:defRPr sz="1800" kern="1200">
                          <a:solidFill>
                            <a:schemeClr val="tx1"/>
                          </a:solidFill>
                          <a:latin typeface="Arial"/>
                        </a:defRPr>
                      </a:lvl9pPr>
                    </a:lstStyle>
                    <a:p>
                      <a:pPr algn="ctr" rtl="1" fontAlgn="ctr"/>
                      <a:r>
                        <a:rPr lang="en-US" sz="1800" kern="1200" dirty="0">
                          <a:solidFill>
                            <a:schemeClr val="tx1"/>
                          </a:solidFill>
                          <a:effectLst/>
                          <a:latin typeface="Arial"/>
                          <a:ea typeface="+mn-ea"/>
                          <a:cs typeface="+mn-cs"/>
                        </a:rPr>
                        <a:t>الجهات الداعمة</a:t>
                      </a:r>
                      <a:endParaRPr lang="ar-SA" sz="1100" b="0" i="0" u="none" strike="noStrike" dirty="0">
                        <a:solidFill>
                          <a:schemeClr val="tx1"/>
                        </a:solidFill>
                        <a:effectLst/>
                        <a:latin typeface="Neo Sans Arabic Medium" panose="020B0704030504040204" pitchFamily="34" charset="-78"/>
                        <a:ea typeface="Ping AR + LT Medium" panose="00000600000000000000" pitchFamily="50" charset="-78"/>
                        <a:cs typeface="Neo Sans Arabic Medium" panose="020B0704030504040204" pitchFamily="34" charset="-78"/>
                      </a:endParaRPr>
                    </a:p>
                  </a:txBody>
                  <a:tcPr marL="4101" marR="4101" marT="410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nSpc>
                          <a:spcPct val="115000"/>
                        </a:lnSpc>
                        <a:spcAft>
                          <a:spcPts val="1000"/>
                        </a:spcAft>
                      </a:pPr>
                      <a:r>
                        <a:rPr lang="en-US" sz="1100" dirty="0">
                          <a:effectLst/>
                          <a:latin typeface="Cambria" panose="02040503050406030204" pitchFamily="18" charset="0"/>
                          <a:ea typeface="MS Mincho" panose="02020609040205080304" pitchFamily="49" charset="-128"/>
                          <a:cs typeface="Arial" panose="020B0604020202020204" pitchFamily="34" charset="0"/>
                        </a:rPr>
                        <a:t>تقدم دعمًا لوجستيًا </a:t>
                      </a:r>
                      <a:r>
                        <a:rPr lang="en-US" sz="1100" dirty="0" err="1">
                          <a:effectLst/>
                          <a:latin typeface="Cambria" panose="02040503050406030204" pitchFamily="18" charset="0"/>
                          <a:ea typeface="MS Mincho" panose="02020609040205080304" pitchFamily="49" charset="-128"/>
                          <a:cs typeface="Arial" panose="020B0604020202020204" pitchFamily="34" charset="0"/>
                        </a:rPr>
                        <a:t>أو</a:t>
                      </a:r>
                      <a:r>
                        <a:rPr lang="en-US" sz="1100" dirty="0">
                          <a:effectLst/>
                          <a:latin typeface="Cambria" panose="02040503050406030204" pitchFamily="18" charset="0"/>
                          <a:ea typeface="MS Mincho" panose="02020609040205080304" pitchFamily="49" charset="-128"/>
                          <a:cs typeface="Arial" panose="020B0604020202020204" pitchFamily="34" charset="0"/>
                        </a:rPr>
                        <a:t> إعلاميًا.</a:t>
                      </a:r>
                    </a:p>
                    <a:p>
                      <a:pPr>
                        <a:lnSpc>
                          <a:spcPct val="115000"/>
                        </a:lnSpc>
                        <a:spcAft>
                          <a:spcPts val="1000"/>
                        </a:spcAft>
                      </a:pPr>
                      <a:r>
                        <a:rPr lang="en-US" sz="1400" kern="1200" dirty="0">
                          <a:solidFill>
                            <a:schemeClr val="tx1"/>
                          </a:solidFill>
                          <a:effectLst/>
                          <a:latin typeface="+mn-lt"/>
                          <a:ea typeface="+mn-ea"/>
                          <a:cs typeface="+mn-cs"/>
                        </a:rPr>
                        <a:t>وضوح الدور وآلية التواصل</a:t>
                      </a:r>
                      <a:endParaRPr lang="en-US" sz="1400" dirty="0">
                        <a:effectLst/>
                        <a:latin typeface="Cambria" panose="02040503050406030204" pitchFamily="18" charset="0"/>
                        <a:ea typeface="MS Mincho" panose="02020609040205080304" pitchFamily="49" charset="-128"/>
                        <a:cs typeface="Arial" panose="020B060402020202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r" defTabSz="914400" rtl="1" eaLnBrk="1" latinLnBrk="0" hangingPunct="1">
                        <a:defRPr sz="1800" kern="1200">
                          <a:solidFill>
                            <a:schemeClr val="tx1"/>
                          </a:solidFill>
                          <a:latin typeface="Arial"/>
                        </a:defRPr>
                      </a:lvl1pPr>
                      <a:lvl2pPr marL="457200" algn="r" defTabSz="914400" rtl="1" eaLnBrk="1" latinLnBrk="0" hangingPunct="1">
                        <a:defRPr sz="1800" kern="1200">
                          <a:solidFill>
                            <a:schemeClr val="tx1"/>
                          </a:solidFill>
                          <a:latin typeface="Arial"/>
                        </a:defRPr>
                      </a:lvl2pPr>
                      <a:lvl3pPr marL="914400" algn="r" defTabSz="914400" rtl="1" eaLnBrk="1" latinLnBrk="0" hangingPunct="1">
                        <a:defRPr sz="1800" kern="1200">
                          <a:solidFill>
                            <a:schemeClr val="tx1"/>
                          </a:solidFill>
                          <a:latin typeface="Arial"/>
                        </a:defRPr>
                      </a:lvl3pPr>
                      <a:lvl4pPr marL="1371600" algn="r" defTabSz="914400" rtl="1" eaLnBrk="1" latinLnBrk="0" hangingPunct="1">
                        <a:defRPr sz="1800" kern="1200">
                          <a:solidFill>
                            <a:schemeClr val="tx1"/>
                          </a:solidFill>
                          <a:latin typeface="Arial"/>
                        </a:defRPr>
                      </a:lvl4pPr>
                      <a:lvl5pPr marL="1828800" algn="r" defTabSz="914400" rtl="1" eaLnBrk="1" latinLnBrk="0" hangingPunct="1">
                        <a:defRPr sz="1800" kern="1200">
                          <a:solidFill>
                            <a:schemeClr val="tx1"/>
                          </a:solidFill>
                          <a:latin typeface="Arial"/>
                        </a:defRPr>
                      </a:lvl5pPr>
                      <a:lvl6pPr marL="2286000" algn="r" defTabSz="914400" rtl="1" eaLnBrk="1" latinLnBrk="0" hangingPunct="1">
                        <a:defRPr sz="1800" kern="1200">
                          <a:solidFill>
                            <a:schemeClr val="tx1"/>
                          </a:solidFill>
                          <a:latin typeface="Arial"/>
                        </a:defRPr>
                      </a:lvl6pPr>
                      <a:lvl7pPr marL="2743200" algn="r" defTabSz="914400" rtl="1" eaLnBrk="1" latinLnBrk="0" hangingPunct="1">
                        <a:defRPr sz="1800" kern="1200">
                          <a:solidFill>
                            <a:schemeClr val="tx1"/>
                          </a:solidFill>
                          <a:latin typeface="Arial"/>
                        </a:defRPr>
                      </a:lvl7pPr>
                      <a:lvl8pPr marL="3200400" algn="r" defTabSz="914400" rtl="1" eaLnBrk="1" latinLnBrk="0" hangingPunct="1">
                        <a:defRPr sz="1800" kern="1200">
                          <a:solidFill>
                            <a:schemeClr val="tx1"/>
                          </a:solidFill>
                          <a:latin typeface="Arial"/>
                        </a:defRPr>
                      </a:lvl8pPr>
                      <a:lvl9pPr marL="3657600" algn="r" defTabSz="914400" rtl="1" eaLnBrk="1" latinLnBrk="0" hangingPunct="1">
                        <a:defRPr sz="1800" kern="1200">
                          <a:solidFill>
                            <a:schemeClr val="tx1"/>
                          </a:solidFill>
                          <a:latin typeface="Arial"/>
                        </a:defRPr>
                      </a:lvl9pPr>
                    </a:lstStyle>
                    <a:p>
                      <a:pPr algn="ctr" rtl="0" fontAlgn="ctr"/>
                      <a:endParaRPr lang="en-SA" sz="1100" b="0" i="0" u="none" strike="noStrike" dirty="0">
                        <a:solidFill>
                          <a:srgbClr val="000000"/>
                        </a:solidFill>
                        <a:effectLst/>
                        <a:latin typeface="Neo Sans Arabic Medium" panose="020B0704030504040204" pitchFamily="34" charset="-78"/>
                        <a:ea typeface="Ping AR + LT Medium" panose="00000600000000000000" pitchFamily="50" charset="-78"/>
                        <a:cs typeface="Neo Sans Arabic Medium" panose="020B0704030504040204" pitchFamily="34" charset="-78"/>
                      </a:endParaRPr>
                    </a:p>
                  </a:txBody>
                  <a:tcPr marL="4101" marR="4101" marT="410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r" defTabSz="914400" rtl="1" eaLnBrk="1" latinLnBrk="0" hangingPunct="1">
                        <a:defRPr sz="1800" kern="1200">
                          <a:solidFill>
                            <a:schemeClr val="tx1"/>
                          </a:solidFill>
                          <a:latin typeface="Arial"/>
                        </a:defRPr>
                      </a:lvl1pPr>
                      <a:lvl2pPr marL="457200" algn="r" defTabSz="914400" rtl="1" eaLnBrk="1" latinLnBrk="0" hangingPunct="1">
                        <a:defRPr sz="1800" kern="1200">
                          <a:solidFill>
                            <a:schemeClr val="tx1"/>
                          </a:solidFill>
                          <a:latin typeface="Arial"/>
                        </a:defRPr>
                      </a:lvl2pPr>
                      <a:lvl3pPr marL="914400" algn="r" defTabSz="914400" rtl="1" eaLnBrk="1" latinLnBrk="0" hangingPunct="1">
                        <a:defRPr sz="1800" kern="1200">
                          <a:solidFill>
                            <a:schemeClr val="tx1"/>
                          </a:solidFill>
                          <a:latin typeface="Arial"/>
                        </a:defRPr>
                      </a:lvl3pPr>
                      <a:lvl4pPr marL="1371600" algn="r" defTabSz="914400" rtl="1" eaLnBrk="1" latinLnBrk="0" hangingPunct="1">
                        <a:defRPr sz="1800" kern="1200">
                          <a:solidFill>
                            <a:schemeClr val="tx1"/>
                          </a:solidFill>
                          <a:latin typeface="Arial"/>
                        </a:defRPr>
                      </a:lvl4pPr>
                      <a:lvl5pPr marL="1828800" algn="r" defTabSz="914400" rtl="1" eaLnBrk="1" latinLnBrk="0" hangingPunct="1">
                        <a:defRPr sz="1800" kern="1200">
                          <a:solidFill>
                            <a:schemeClr val="tx1"/>
                          </a:solidFill>
                          <a:latin typeface="Arial"/>
                        </a:defRPr>
                      </a:lvl5pPr>
                      <a:lvl6pPr marL="2286000" algn="r" defTabSz="914400" rtl="1" eaLnBrk="1" latinLnBrk="0" hangingPunct="1">
                        <a:defRPr sz="1800" kern="1200">
                          <a:solidFill>
                            <a:schemeClr val="tx1"/>
                          </a:solidFill>
                          <a:latin typeface="Arial"/>
                        </a:defRPr>
                      </a:lvl6pPr>
                      <a:lvl7pPr marL="2743200" algn="r" defTabSz="914400" rtl="1" eaLnBrk="1" latinLnBrk="0" hangingPunct="1">
                        <a:defRPr sz="1800" kern="1200">
                          <a:solidFill>
                            <a:schemeClr val="tx1"/>
                          </a:solidFill>
                          <a:latin typeface="Arial"/>
                        </a:defRPr>
                      </a:lvl7pPr>
                      <a:lvl8pPr marL="3200400" algn="r" defTabSz="914400" rtl="1" eaLnBrk="1" latinLnBrk="0" hangingPunct="1">
                        <a:defRPr sz="1800" kern="1200">
                          <a:solidFill>
                            <a:schemeClr val="tx1"/>
                          </a:solidFill>
                          <a:latin typeface="Arial"/>
                        </a:defRPr>
                      </a:lvl8pPr>
                      <a:lvl9pPr marL="3657600" algn="r" defTabSz="914400" rtl="1" eaLnBrk="1" latinLnBrk="0" hangingPunct="1">
                        <a:defRPr sz="1800" kern="1200">
                          <a:solidFill>
                            <a:schemeClr val="tx1"/>
                          </a:solidFill>
                          <a:latin typeface="Arial"/>
                        </a:defRPr>
                      </a:lvl9pPr>
                    </a:lstStyle>
                    <a:p>
                      <a:pPr algn="justLow" rtl="1" fontAlgn="ctr"/>
                      <a:endParaRPr lang="ar-SA" sz="1100" b="0" i="0" u="none" strike="noStrike" dirty="0">
                        <a:solidFill>
                          <a:srgbClr val="000000"/>
                        </a:solidFill>
                        <a:effectLst/>
                        <a:latin typeface="Neo Sans Arabic Medium" panose="020B0704030504040204" pitchFamily="34" charset="-78"/>
                        <a:ea typeface="Ping AR + LT Medium" panose="00000600000000000000" pitchFamily="50" charset="-78"/>
                        <a:cs typeface="Neo Sans Arabic Medium" panose="020B0704030504040204" pitchFamily="34" charset="-78"/>
                      </a:endParaRPr>
                    </a:p>
                  </a:txBody>
                  <a:tcPr marL="4101" marR="4101" marT="410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941544119"/>
                  </a:ext>
                </a:extLst>
              </a:tr>
              <a:tr h="380580">
                <a:tc>
                  <a:txBody>
                    <a:bodyPr/>
                    <a:lstStyle>
                      <a:lvl1pPr marL="0" algn="r" defTabSz="914400" rtl="1" eaLnBrk="1" latinLnBrk="0" hangingPunct="1">
                        <a:defRPr sz="1800" kern="1200">
                          <a:solidFill>
                            <a:schemeClr val="tx1"/>
                          </a:solidFill>
                          <a:latin typeface="Arial"/>
                        </a:defRPr>
                      </a:lvl1pPr>
                      <a:lvl2pPr marL="457200" algn="r" defTabSz="914400" rtl="1" eaLnBrk="1" latinLnBrk="0" hangingPunct="1">
                        <a:defRPr sz="1800" kern="1200">
                          <a:solidFill>
                            <a:schemeClr val="tx1"/>
                          </a:solidFill>
                          <a:latin typeface="Arial"/>
                        </a:defRPr>
                      </a:lvl2pPr>
                      <a:lvl3pPr marL="914400" algn="r" defTabSz="914400" rtl="1" eaLnBrk="1" latinLnBrk="0" hangingPunct="1">
                        <a:defRPr sz="1800" kern="1200">
                          <a:solidFill>
                            <a:schemeClr val="tx1"/>
                          </a:solidFill>
                          <a:latin typeface="Arial"/>
                        </a:defRPr>
                      </a:lvl3pPr>
                      <a:lvl4pPr marL="1371600" algn="r" defTabSz="914400" rtl="1" eaLnBrk="1" latinLnBrk="0" hangingPunct="1">
                        <a:defRPr sz="1800" kern="1200">
                          <a:solidFill>
                            <a:schemeClr val="tx1"/>
                          </a:solidFill>
                          <a:latin typeface="Arial"/>
                        </a:defRPr>
                      </a:lvl4pPr>
                      <a:lvl5pPr marL="1828800" algn="r" defTabSz="914400" rtl="1" eaLnBrk="1" latinLnBrk="0" hangingPunct="1">
                        <a:defRPr sz="1800" kern="1200">
                          <a:solidFill>
                            <a:schemeClr val="tx1"/>
                          </a:solidFill>
                          <a:latin typeface="Arial"/>
                        </a:defRPr>
                      </a:lvl5pPr>
                      <a:lvl6pPr marL="2286000" algn="r" defTabSz="914400" rtl="1" eaLnBrk="1" latinLnBrk="0" hangingPunct="1">
                        <a:defRPr sz="1800" kern="1200">
                          <a:solidFill>
                            <a:schemeClr val="tx1"/>
                          </a:solidFill>
                          <a:latin typeface="Arial"/>
                        </a:defRPr>
                      </a:lvl6pPr>
                      <a:lvl7pPr marL="2743200" algn="r" defTabSz="914400" rtl="1" eaLnBrk="1" latinLnBrk="0" hangingPunct="1">
                        <a:defRPr sz="1800" kern="1200">
                          <a:solidFill>
                            <a:schemeClr val="tx1"/>
                          </a:solidFill>
                          <a:latin typeface="Arial"/>
                        </a:defRPr>
                      </a:lvl7pPr>
                      <a:lvl8pPr marL="3200400" algn="r" defTabSz="914400" rtl="1" eaLnBrk="1" latinLnBrk="0" hangingPunct="1">
                        <a:defRPr sz="1800" kern="1200">
                          <a:solidFill>
                            <a:schemeClr val="tx1"/>
                          </a:solidFill>
                          <a:latin typeface="Arial"/>
                        </a:defRPr>
                      </a:lvl8pPr>
                      <a:lvl9pPr marL="3657600" algn="r" defTabSz="914400" rtl="1" eaLnBrk="1" latinLnBrk="0" hangingPunct="1">
                        <a:defRPr sz="1800" kern="1200">
                          <a:solidFill>
                            <a:schemeClr val="tx1"/>
                          </a:solidFill>
                          <a:latin typeface="Arial"/>
                        </a:defRPr>
                      </a:lvl9pPr>
                    </a:lstStyle>
                    <a:p>
                      <a:pPr algn="ctr" rtl="1" fontAlgn="ctr"/>
                      <a:endParaRPr lang="ar-SA" sz="1100" b="0" i="0" u="none" strike="noStrike" dirty="0">
                        <a:solidFill>
                          <a:schemeClr val="tx1"/>
                        </a:solidFill>
                        <a:effectLst/>
                        <a:latin typeface="Neo Sans Arabic Medium" panose="020B0704030504040204" pitchFamily="34" charset="-78"/>
                        <a:ea typeface="Ping AR + LT Medium" panose="00000600000000000000" pitchFamily="50" charset="-78"/>
                        <a:cs typeface="Neo Sans Arabic Medium" panose="020B0704030504040204" pitchFamily="34" charset="-78"/>
                      </a:endParaRPr>
                    </a:p>
                  </a:txBody>
                  <a:tcPr marL="4101" marR="4101" marT="410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r" defTabSz="914400" rtl="1" eaLnBrk="1" latinLnBrk="0" hangingPunct="1">
                        <a:defRPr sz="1800" kern="1200">
                          <a:solidFill>
                            <a:schemeClr val="tx1"/>
                          </a:solidFill>
                          <a:latin typeface="Arial"/>
                        </a:defRPr>
                      </a:lvl1pPr>
                      <a:lvl2pPr marL="457200" algn="r" defTabSz="914400" rtl="1" eaLnBrk="1" latinLnBrk="0" hangingPunct="1">
                        <a:defRPr sz="1800" kern="1200">
                          <a:solidFill>
                            <a:schemeClr val="tx1"/>
                          </a:solidFill>
                          <a:latin typeface="Arial"/>
                        </a:defRPr>
                      </a:lvl2pPr>
                      <a:lvl3pPr marL="914400" algn="r" defTabSz="914400" rtl="1" eaLnBrk="1" latinLnBrk="0" hangingPunct="1">
                        <a:defRPr sz="1800" kern="1200">
                          <a:solidFill>
                            <a:schemeClr val="tx1"/>
                          </a:solidFill>
                          <a:latin typeface="Arial"/>
                        </a:defRPr>
                      </a:lvl3pPr>
                      <a:lvl4pPr marL="1371600" algn="r" defTabSz="914400" rtl="1" eaLnBrk="1" latinLnBrk="0" hangingPunct="1">
                        <a:defRPr sz="1800" kern="1200">
                          <a:solidFill>
                            <a:schemeClr val="tx1"/>
                          </a:solidFill>
                          <a:latin typeface="Arial"/>
                        </a:defRPr>
                      </a:lvl4pPr>
                      <a:lvl5pPr marL="1828800" algn="r" defTabSz="914400" rtl="1" eaLnBrk="1" latinLnBrk="0" hangingPunct="1">
                        <a:defRPr sz="1800" kern="1200">
                          <a:solidFill>
                            <a:schemeClr val="tx1"/>
                          </a:solidFill>
                          <a:latin typeface="Arial"/>
                        </a:defRPr>
                      </a:lvl5pPr>
                      <a:lvl6pPr marL="2286000" algn="r" defTabSz="914400" rtl="1" eaLnBrk="1" latinLnBrk="0" hangingPunct="1">
                        <a:defRPr sz="1800" kern="1200">
                          <a:solidFill>
                            <a:schemeClr val="tx1"/>
                          </a:solidFill>
                          <a:latin typeface="Arial"/>
                        </a:defRPr>
                      </a:lvl6pPr>
                      <a:lvl7pPr marL="2743200" algn="r" defTabSz="914400" rtl="1" eaLnBrk="1" latinLnBrk="0" hangingPunct="1">
                        <a:defRPr sz="1800" kern="1200">
                          <a:solidFill>
                            <a:schemeClr val="tx1"/>
                          </a:solidFill>
                          <a:latin typeface="Arial"/>
                        </a:defRPr>
                      </a:lvl7pPr>
                      <a:lvl8pPr marL="3200400" algn="r" defTabSz="914400" rtl="1" eaLnBrk="1" latinLnBrk="0" hangingPunct="1">
                        <a:defRPr sz="1800" kern="1200">
                          <a:solidFill>
                            <a:schemeClr val="tx1"/>
                          </a:solidFill>
                          <a:latin typeface="Arial"/>
                        </a:defRPr>
                      </a:lvl8pPr>
                      <a:lvl9pPr marL="3657600" algn="r" defTabSz="914400" rtl="1" eaLnBrk="1" latinLnBrk="0" hangingPunct="1">
                        <a:defRPr sz="1800" kern="1200">
                          <a:solidFill>
                            <a:schemeClr val="tx1"/>
                          </a:solidFill>
                          <a:latin typeface="Arial"/>
                        </a:defRPr>
                      </a:lvl9pPr>
                    </a:lstStyle>
                    <a:p>
                      <a:pPr algn="justLow" rtl="1" fontAlgn="ctr"/>
                      <a:endParaRPr lang="ar-SA" sz="1100" b="0" i="0" u="none" strike="noStrike" dirty="0">
                        <a:solidFill>
                          <a:schemeClr val="tx1"/>
                        </a:solidFill>
                        <a:effectLst/>
                        <a:latin typeface="Neo Sans Arabic Medium" panose="020B0704030504040204" pitchFamily="34" charset="-78"/>
                        <a:ea typeface="Ping AR + LT Medium" panose="00000600000000000000" pitchFamily="50" charset="-78"/>
                        <a:cs typeface="Neo Sans Arabic Medium" panose="020B0704030504040204" pitchFamily="34" charset="-78"/>
                      </a:endParaRPr>
                    </a:p>
                  </a:txBody>
                  <a:tcPr marL="4101" marR="4101" marT="410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r" defTabSz="914400" rtl="1" eaLnBrk="1" latinLnBrk="0" hangingPunct="1">
                        <a:defRPr sz="1800" kern="1200">
                          <a:solidFill>
                            <a:schemeClr val="tx1"/>
                          </a:solidFill>
                          <a:latin typeface="Arial"/>
                        </a:defRPr>
                      </a:lvl1pPr>
                      <a:lvl2pPr marL="457200" algn="r" defTabSz="914400" rtl="1" eaLnBrk="1" latinLnBrk="0" hangingPunct="1">
                        <a:defRPr sz="1800" kern="1200">
                          <a:solidFill>
                            <a:schemeClr val="tx1"/>
                          </a:solidFill>
                          <a:latin typeface="Arial"/>
                        </a:defRPr>
                      </a:lvl2pPr>
                      <a:lvl3pPr marL="914400" algn="r" defTabSz="914400" rtl="1" eaLnBrk="1" latinLnBrk="0" hangingPunct="1">
                        <a:defRPr sz="1800" kern="1200">
                          <a:solidFill>
                            <a:schemeClr val="tx1"/>
                          </a:solidFill>
                          <a:latin typeface="Arial"/>
                        </a:defRPr>
                      </a:lvl3pPr>
                      <a:lvl4pPr marL="1371600" algn="r" defTabSz="914400" rtl="1" eaLnBrk="1" latinLnBrk="0" hangingPunct="1">
                        <a:defRPr sz="1800" kern="1200">
                          <a:solidFill>
                            <a:schemeClr val="tx1"/>
                          </a:solidFill>
                          <a:latin typeface="Arial"/>
                        </a:defRPr>
                      </a:lvl4pPr>
                      <a:lvl5pPr marL="1828800" algn="r" defTabSz="914400" rtl="1" eaLnBrk="1" latinLnBrk="0" hangingPunct="1">
                        <a:defRPr sz="1800" kern="1200">
                          <a:solidFill>
                            <a:schemeClr val="tx1"/>
                          </a:solidFill>
                          <a:latin typeface="Arial"/>
                        </a:defRPr>
                      </a:lvl5pPr>
                      <a:lvl6pPr marL="2286000" algn="r" defTabSz="914400" rtl="1" eaLnBrk="1" latinLnBrk="0" hangingPunct="1">
                        <a:defRPr sz="1800" kern="1200">
                          <a:solidFill>
                            <a:schemeClr val="tx1"/>
                          </a:solidFill>
                          <a:latin typeface="Arial"/>
                        </a:defRPr>
                      </a:lvl6pPr>
                      <a:lvl7pPr marL="2743200" algn="r" defTabSz="914400" rtl="1" eaLnBrk="1" latinLnBrk="0" hangingPunct="1">
                        <a:defRPr sz="1800" kern="1200">
                          <a:solidFill>
                            <a:schemeClr val="tx1"/>
                          </a:solidFill>
                          <a:latin typeface="Arial"/>
                        </a:defRPr>
                      </a:lvl7pPr>
                      <a:lvl8pPr marL="3200400" algn="r" defTabSz="914400" rtl="1" eaLnBrk="1" latinLnBrk="0" hangingPunct="1">
                        <a:defRPr sz="1800" kern="1200">
                          <a:solidFill>
                            <a:schemeClr val="tx1"/>
                          </a:solidFill>
                          <a:latin typeface="Arial"/>
                        </a:defRPr>
                      </a:lvl8pPr>
                      <a:lvl9pPr marL="3657600" algn="r" defTabSz="914400" rtl="1" eaLnBrk="1" latinLnBrk="0" hangingPunct="1">
                        <a:defRPr sz="1800" kern="1200">
                          <a:solidFill>
                            <a:schemeClr val="tx1"/>
                          </a:solidFill>
                          <a:latin typeface="Arial"/>
                        </a:defRPr>
                      </a:lvl9pPr>
                    </a:lstStyle>
                    <a:p>
                      <a:pPr algn="ctr" rtl="0" fontAlgn="ctr"/>
                      <a:endParaRPr lang="en-SA" sz="1100" b="0" i="0" u="none" strike="noStrike" dirty="0">
                        <a:solidFill>
                          <a:srgbClr val="000000"/>
                        </a:solidFill>
                        <a:effectLst/>
                        <a:latin typeface="Neo Sans Arabic Medium" panose="020B0704030504040204" pitchFamily="34" charset="-78"/>
                        <a:ea typeface="Ping AR + LT Medium" panose="00000600000000000000" pitchFamily="50" charset="-78"/>
                        <a:cs typeface="Neo Sans Arabic Medium" panose="020B0704030504040204" pitchFamily="34" charset="-78"/>
                      </a:endParaRPr>
                    </a:p>
                  </a:txBody>
                  <a:tcPr marL="4101" marR="4101" marT="410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r" defTabSz="914400" rtl="1" eaLnBrk="1" latinLnBrk="0" hangingPunct="1">
                        <a:defRPr sz="1800" kern="1200">
                          <a:solidFill>
                            <a:schemeClr val="tx1"/>
                          </a:solidFill>
                          <a:latin typeface="Arial"/>
                        </a:defRPr>
                      </a:lvl1pPr>
                      <a:lvl2pPr marL="457200" algn="r" defTabSz="914400" rtl="1" eaLnBrk="1" latinLnBrk="0" hangingPunct="1">
                        <a:defRPr sz="1800" kern="1200">
                          <a:solidFill>
                            <a:schemeClr val="tx1"/>
                          </a:solidFill>
                          <a:latin typeface="Arial"/>
                        </a:defRPr>
                      </a:lvl2pPr>
                      <a:lvl3pPr marL="914400" algn="r" defTabSz="914400" rtl="1" eaLnBrk="1" latinLnBrk="0" hangingPunct="1">
                        <a:defRPr sz="1800" kern="1200">
                          <a:solidFill>
                            <a:schemeClr val="tx1"/>
                          </a:solidFill>
                          <a:latin typeface="Arial"/>
                        </a:defRPr>
                      </a:lvl3pPr>
                      <a:lvl4pPr marL="1371600" algn="r" defTabSz="914400" rtl="1" eaLnBrk="1" latinLnBrk="0" hangingPunct="1">
                        <a:defRPr sz="1800" kern="1200">
                          <a:solidFill>
                            <a:schemeClr val="tx1"/>
                          </a:solidFill>
                          <a:latin typeface="Arial"/>
                        </a:defRPr>
                      </a:lvl4pPr>
                      <a:lvl5pPr marL="1828800" algn="r" defTabSz="914400" rtl="1" eaLnBrk="1" latinLnBrk="0" hangingPunct="1">
                        <a:defRPr sz="1800" kern="1200">
                          <a:solidFill>
                            <a:schemeClr val="tx1"/>
                          </a:solidFill>
                          <a:latin typeface="Arial"/>
                        </a:defRPr>
                      </a:lvl5pPr>
                      <a:lvl6pPr marL="2286000" algn="r" defTabSz="914400" rtl="1" eaLnBrk="1" latinLnBrk="0" hangingPunct="1">
                        <a:defRPr sz="1800" kern="1200">
                          <a:solidFill>
                            <a:schemeClr val="tx1"/>
                          </a:solidFill>
                          <a:latin typeface="Arial"/>
                        </a:defRPr>
                      </a:lvl6pPr>
                      <a:lvl7pPr marL="2743200" algn="r" defTabSz="914400" rtl="1" eaLnBrk="1" latinLnBrk="0" hangingPunct="1">
                        <a:defRPr sz="1800" kern="1200">
                          <a:solidFill>
                            <a:schemeClr val="tx1"/>
                          </a:solidFill>
                          <a:latin typeface="Arial"/>
                        </a:defRPr>
                      </a:lvl7pPr>
                      <a:lvl8pPr marL="3200400" algn="r" defTabSz="914400" rtl="1" eaLnBrk="1" latinLnBrk="0" hangingPunct="1">
                        <a:defRPr sz="1800" kern="1200">
                          <a:solidFill>
                            <a:schemeClr val="tx1"/>
                          </a:solidFill>
                          <a:latin typeface="Arial"/>
                        </a:defRPr>
                      </a:lvl8pPr>
                      <a:lvl9pPr marL="3657600" algn="r" defTabSz="914400" rtl="1" eaLnBrk="1" latinLnBrk="0" hangingPunct="1">
                        <a:defRPr sz="1800" kern="1200">
                          <a:solidFill>
                            <a:schemeClr val="tx1"/>
                          </a:solidFill>
                          <a:latin typeface="Arial"/>
                        </a:defRPr>
                      </a:lvl9pPr>
                    </a:lstStyle>
                    <a:p>
                      <a:pPr algn="justLow" rtl="1" fontAlgn="ctr"/>
                      <a:endParaRPr lang="ar-SA" sz="1100" b="0" i="0" u="none" strike="noStrike" dirty="0">
                        <a:solidFill>
                          <a:srgbClr val="000000"/>
                        </a:solidFill>
                        <a:effectLst/>
                        <a:latin typeface="Neo Sans Arabic Medium" panose="020B0704030504040204" pitchFamily="34" charset="-78"/>
                        <a:ea typeface="Ping AR + LT Medium" panose="00000600000000000000" pitchFamily="50" charset="-78"/>
                        <a:cs typeface="Neo Sans Arabic Medium" panose="020B0704030504040204" pitchFamily="34" charset="-78"/>
                      </a:endParaRPr>
                    </a:p>
                  </a:txBody>
                  <a:tcPr marL="4101" marR="4101" marT="410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2489499078"/>
                  </a:ext>
                </a:extLst>
              </a:tr>
              <a:tr h="392945">
                <a:tc>
                  <a:txBody>
                    <a:bodyPr/>
                    <a:lstStyle>
                      <a:lvl1pPr marL="0" algn="r" defTabSz="914400" rtl="1" eaLnBrk="1" latinLnBrk="0" hangingPunct="1">
                        <a:defRPr sz="1800" kern="1200">
                          <a:solidFill>
                            <a:schemeClr val="tx1"/>
                          </a:solidFill>
                          <a:latin typeface="Arial"/>
                        </a:defRPr>
                      </a:lvl1pPr>
                      <a:lvl2pPr marL="457200" algn="r" defTabSz="914400" rtl="1" eaLnBrk="1" latinLnBrk="0" hangingPunct="1">
                        <a:defRPr sz="1800" kern="1200">
                          <a:solidFill>
                            <a:schemeClr val="tx1"/>
                          </a:solidFill>
                          <a:latin typeface="Arial"/>
                        </a:defRPr>
                      </a:lvl2pPr>
                      <a:lvl3pPr marL="914400" algn="r" defTabSz="914400" rtl="1" eaLnBrk="1" latinLnBrk="0" hangingPunct="1">
                        <a:defRPr sz="1800" kern="1200">
                          <a:solidFill>
                            <a:schemeClr val="tx1"/>
                          </a:solidFill>
                          <a:latin typeface="Arial"/>
                        </a:defRPr>
                      </a:lvl3pPr>
                      <a:lvl4pPr marL="1371600" algn="r" defTabSz="914400" rtl="1" eaLnBrk="1" latinLnBrk="0" hangingPunct="1">
                        <a:defRPr sz="1800" kern="1200">
                          <a:solidFill>
                            <a:schemeClr val="tx1"/>
                          </a:solidFill>
                          <a:latin typeface="Arial"/>
                        </a:defRPr>
                      </a:lvl4pPr>
                      <a:lvl5pPr marL="1828800" algn="r" defTabSz="914400" rtl="1" eaLnBrk="1" latinLnBrk="0" hangingPunct="1">
                        <a:defRPr sz="1800" kern="1200">
                          <a:solidFill>
                            <a:schemeClr val="tx1"/>
                          </a:solidFill>
                          <a:latin typeface="Arial"/>
                        </a:defRPr>
                      </a:lvl5pPr>
                      <a:lvl6pPr marL="2286000" algn="r" defTabSz="914400" rtl="1" eaLnBrk="1" latinLnBrk="0" hangingPunct="1">
                        <a:defRPr sz="1800" kern="1200">
                          <a:solidFill>
                            <a:schemeClr val="tx1"/>
                          </a:solidFill>
                          <a:latin typeface="Arial"/>
                        </a:defRPr>
                      </a:lvl6pPr>
                      <a:lvl7pPr marL="2743200" algn="r" defTabSz="914400" rtl="1" eaLnBrk="1" latinLnBrk="0" hangingPunct="1">
                        <a:defRPr sz="1800" kern="1200">
                          <a:solidFill>
                            <a:schemeClr val="tx1"/>
                          </a:solidFill>
                          <a:latin typeface="Arial"/>
                        </a:defRPr>
                      </a:lvl7pPr>
                      <a:lvl8pPr marL="3200400" algn="r" defTabSz="914400" rtl="1" eaLnBrk="1" latinLnBrk="0" hangingPunct="1">
                        <a:defRPr sz="1800" kern="1200">
                          <a:solidFill>
                            <a:schemeClr val="tx1"/>
                          </a:solidFill>
                          <a:latin typeface="Arial"/>
                        </a:defRPr>
                      </a:lvl8pPr>
                      <a:lvl9pPr marL="3657600" algn="r" defTabSz="914400" rtl="1" eaLnBrk="1" latinLnBrk="0" hangingPunct="1">
                        <a:defRPr sz="1800" kern="1200">
                          <a:solidFill>
                            <a:schemeClr val="tx1"/>
                          </a:solidFill>
                          <a:latin typeface="Arial"/>
                        </a:defRPr>
                      </a:lvl9pPr>
                    </a:lstStyle>
                    <a:p>
                      <a:pPr algn="ctr" rtl="1" fontAlgn="ctr"/>
                      <a:endParaRPr lang="ar-SA" sz="1100" b="0" i="0" u="none" strike="noStrike" dirty="0">
                        <a:solidFill>
                          <a:schemeClr val="tx1"/>
                        </a:solidFill>
                        <a:effectLst/>
                        <a:latin typeface="Neo Sans Arabic Medium" panose="020B0704030504040204" pitchFamily="34" charset="-78"/>
                        <a:ea typeface="Ping AR + LT Medium" panose="00000600000000000000" pitchFamily="50" charset="-78"/>
                        <a:cs typeface="Neo Sans Arabic Medium" panose="020B0704030504040204" pitchFamily="34" charset="-78"/>
                      </a:endParaRPr>
                    </a:p>
                  </a:txBody>
                  <a:tcPr marL="4101" marR="4101" marT="410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r" defTabSz="914400" rtl="1" eaLnBrk="1" latinLnBrk="0" hangingPunct="1">
                        <a:defRPr sz="1800" kern="1200">
                          <a:solidFill>
                            <a:schemeClr val="tx1"/>
                          </a:solidFill>
                          <a:latin typeface="Arial"/>
                        </a:defRPr>
                      </a:lvl1pPr>
                      <a:lvl2pPr marL="457200" algn="r" defTabSz="914400" rtl="1" eaLnBrk="1" latinLnBrk="0" hangingPunct="1">
                        <a:defRPr sz="1800" kern="1200">
                          <a:solidFill>
                            <a:schemeClr val="tx1"/>
                          </a:solidFill>
                          <a:latin typeface="Arial"/>
                        </a:defRPr>
                      </a:lvl2pPr>
                      <a:lvl3pPr marL="914400" algn="r" defTabSz="914400" rtl="1" eaLnBrk="1" latinLnBrk="0" hangingPunct="1">
                        <a:defRPr sz="1800" kern="1200">
                          <a:solidFill>
                            <a:schemeClr val="tx1"/>
                          </a:solidFill>
                          <a:latin typeface="Arial"/>
                        </a:defRPr>
                      </a:lvl3pPr>
                      <a:lvl4pPr marL="1371600" algn="r" defTabSz="914400" rtl="1" eaLnBrk="1" latinLnBrk="0" hangingPunct="1">
                        <a:defRPr sz="1800" kern="1200">
                          <a:solidFill>
                            <a:schemeClr val="tx1"/>
                          </a:solidFill>
                          <a:latin typeface="Arial"/>
                        </a:defRPr>
                      </a:lvl4pPr>
                      <a:lvl5pPr marL="1828800" algn="r" defTabSz="914400" rtl="1" eaLnBrk="1" latinLnBrk="0" hangingPunct="1">
                        <a:defRPr sz="1800" kern="1200">
                          <a:solidFill>
                            <a:schemeClr val="tx1"/>
                          </a:solidFill>
                          <a:latin typeface="Arial"/>
                        </a:defRPr>
                      </a:lvl5pPr>
                      <a:lvl6pPr marL="2286000" algn="r" defTabSz="914400" rtl="1" eaLnBrk="1" latinLnBrk="0" hangingPunct="1">
                        <a:defRPr sz="1800" kern="1200">
                          <a:solidFill>
                            <a:schemeClr val="tx1"/>
                          </a:solidFill>
                          <a:latin typeface="Arial"/>
                        </a:defRPr>
                      </a:lvl6pPr>
                      <a:lvl7pPr marL="2743200" algn="r" defTabSz="914400" rtl="1" eaLnBrk="1" latinLnBrk="0" hangingPunct="1">
                        <a:defRPr sz="1800" kern="1200">
                          <a:solidFill>
                            <a:schemeClr val="tx1"/>
                          </a:solidFill>
                          <a:latin typeface="Arial"/>
                        </a:defRPr>
                      </a:lvl7pPr>
                      <a:lvl8pPr marL="3200400" algn="r" defTabSz="914400" rtl="1" eaLnBrk="1" latinLnBrk="0" hangingPunct="1">
                        <a:defRPr sz="1800" kern="1200">
                          <a:solidFill>
                            <a:schemeClr val="tx1"/>
                          </a:solidFill>
                          <a:latin typeface="Arial"/>
                        </a:defRPr>
                      </a:lvl8pPr>
                      <a:lvl9pPr marL="3657600" algn="r" defTabSz="914400" rtl="1" eaLnBrk="1" latinLnBrk="0" hangingPunct="1">
                        <a:defRPr sz="1800" kern="1200">
                          <a:solidFill>
                            <a:schemeClr val="tx1"/>
                          </a:solidFill>
                          <a:latin typeface="Arial"/>
                        </a:defRPr>
                      </a:lvl9pPr>
                    </a:lstStyle>
                    <a:p>
                      <a:pPr algn="justLow" rtl="1" fontAlgn="ctr"/>
                      <a:endParaRPr lang="ar-SA" sz="1100" b="0" i="0" u="none" strike="noStrike" dirty="0">
                        <a:solidFill>
                          <a:schemeClr val="tx1"/>
                        </a:solidFill>
                        <a:effectLst/>
                        <a:latin typeface="Neo Sans Arabic Medium" panose="020B0704030504040204" pitchFamily="34" charset="-78"/>
                        <a:ea typeface="Ping AR + LT Medium" panose="00000600000000000000" pitchFamily="50" charset="-78"/>
                        <a:cs typeface="Neo Sans Arabic Medium" panose="020B0704030504040204" pitchFamily="34" charset="-78"/>
                      </a:endParaRPr>
                    </a:p>
                  </a:txBody>
                  <a:tcPr marL="4101" marR="4101" marT="410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r" defTabSz="914400" rtl="1" eaLnBrk="1" latinLnBrk="0" hangingPunct="1">
                        <a:defRPr sz="1800" kern="1200">
                          <a:solidFill>
                            <a:schemeClr val="tx1"/>
                          </a:solidFill>
                          <a:latin typeface="Arial"/>
                        </a:defRPr>
                      </a:lvl1pPr>
                      <a:lvl2pPr marL="457200" algn="r" defTabSz="914400" rtl="1" eaLnBrk="1" latinLnBrk="0" hangingPunct="1">
                        <a:defRPr sz="1800" kern="1200">
                          <a:solidFill>
                            <a:schemeClr val="tx1"/>
                          </a:solidFill>
                          <a:latin typeface="Arial"/>
                        </a:defRPr>
                      </a:lvl2pPr>
                      <a:lvl3pPr marL="914400" algn="r" defTabSz="914400" rtl="1" eaLnBrk="1" latinLnBrk="0" hangingPunct="1">
                        <a:defRPr sz="1800" kern="1200">
                          <a:solidFill>
                            <a:schemeClr val="tx1"/>
                          </a:solidFill>
                          <a:latin typeface="Arial"/>
                        </a:defRPr>
                      </a:lvl3pPr>
                      <a:lvl4pPr marL="1371600" algn="r" defTabSz="914400" rtl="1" eaLnBrk="1" latinLnBrk="0" hangingPunct="1">
                        <a:defRPr sz="1800" kern="1200">
                          <a:solidFill>
                            <a:schemeClr val="tx1"/>
                          </a:solidFill>
                          <a:latin typeface="Arial"/>
                        </a:defRPr>
                      </a:lvl4pPr>
                      <a:lvl5pPr marL="1828800" algn="r" defTabSz="914400" rtl="1" eaLnBrk="1" latinLnBrk="0" hangingPunct="1">
                        <a:defRPr sz="1800" kern="1200">
                          <a:solidFill>
                            <a:schemeClr val="tx1"/>
                          </a:solidFill>
                          <a:latin typeface="Arial"/>
                        </a:defRPr>
                      </a:lvl5pPr>
                      <a:lvl6pPr marL="2286000" algn="r" defTabSz="914400" rtl="1" eaLnBrk="1" latinLnBrk="0" hangingPunct="1">
                        <a:defRPr sz="1800" kern="1200">
                          <a:solidFill>
                            <a:schemeClr val="tx1"/>
                          </a:solidFill>
                          <a:latin typeface="Arial"/>
                        </a:defRPr>
                      </a:lvl6pPr>
                      <a:lvl7pPr marL="2743200" algn="r" defTabSz="914400" rtl="1" eaLnBrk="1" latinLnBrk="0" hangingPunct="1">
                        <a:defRPr sz="1800" kern="1200">
                          <a:solidFill>
                            <a:schemeClr val="tx1"/>
                          </a:solidFill>
                          <a:latin typeface="Arial"/>
                        </a:defRPr>
                      </a:lvl7pPr>
                      <a:lvl8pPr marL="3200400" algn="r" defTabSz="914400" rtl="1" eaLnBrk="1" latinLnBrk="0" hangingPunct="1">
                        <a:defRPr sz="1800" kern="1200">
                          <a:solidFill>
                            <a:schemeClr val="tx1"/>
                          </a:solidFill>
                          <a:latin typeface="Arial"/>
                        </a:defRPr>
                      </a:lvl8pPr>
                      <a:lvl9pPr marL="3657600" algn="r" defTabSz="914400" rtl="1" eaLnBrk="1" latinLnBrk="0" hangingPunct="1">
                        <a:defRPr sz="1800" kern="1200">
                          <a:solidFill>
                            <a:schemeClr val="tx1"/>
                          </a:solidFill>
                          <a:latin typeface="Arial"/>
                        </a:defRPr>
                      </a:lvl9pPr>
                    </a:lstStyle>
                    <a:p>
                      <a:pPr algn="ctr" rtl="0" fontAlgn="ctr"/>
                      <a:endParaRPr lang="en-SA" sz="1100" b="0" i="0" u="none" strike="noStrike" dirty="0">
                        <a:solidFill>
                          <a:srgbClr val="000000"/>
                        </a:solidFill>
                        <a:effectLst/>
                        <a:latin typeface="Neo Sans Arabic Medium" panose="020B0704030504040204" pitchFamily="34" charset="-78"/>
                        <a:ea typeface="Ping AR + LT Medium" panose="00000600000000000000" pitchFamily="50" charset="-78"/>
                        <a:cs typeface="Neo Sans Arabic Medium" panose="020B0704030504040204" pitchFamily="34" charset="-78"/>
                      </a:endParaRPr>
                    </a:p>
                  </a:txBody>
                  <a:tcPr marL="4101" marR="4101" marT="410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r" defTabSz="914400" rtl="1" eaLnBrk="1" latinLnBrk="0" hangingPunct="1">
                        <a:defRPr sz="1800" kern="1200">
                          <a:solidFill>
                            <a:schemeClr val="tx1"/>
                          </a:solidFill>
                          <a:latin typeface="Arial"/>
                        </a:defRPr>
                      </a:lvl1pPr>
                      <a:lvl2pPr marL="457200" algn="r" defTabSz="914400" rtl="1" eaLnBrk="1" latinLnBrk="0" hangingPunct="1">
                        <a:defRPr sz="1800" kern="1200">
                          <a:solidFill>
                            <a:schemeClr val="tx1"/>
                          </a:solidFill>
                          <a:latin typeface="Arial"/>
                        </a:defRPr>
                      </a:lvl2pPr>
                      <a:lvl3pPr marL="914400" algn="r" defTabSz="914400" rtl="1" eaLnBrk="1" latinLnBrk="0" hangingPunct="1">
                        <a:defRPr sz="1800" kern="1200">
                          <a:solidFill>
                            <a:schemeClr val="tx1"/>
                          </a:solidFill>
                          <a:latin typeface="Arial"/>
                        </a:defRPr>
                      </a:lvl3pPr>
                      <a:lvl4pPr marL="1371600" algn="r" defTabSz="914400" rtl="1" eaLnBrk="1" latinLnBrk="0" hangingPunct="1">
                        <a:defRPr sz="1800" kern="1200">
                          <a:solidFill>
                            <a:schemeClr val="tx1"/>
                          </a:solidFill>
                          <a:latin typeface="Arial"/>
                        </a:defRPr>
                      </a:lvl4pPr>
                      <a:lvl5pPr marL="1828800" algn="r" defTabSz="914400" rtl="1" eaLnBrk="1" latinLnBrk="0" hangingPunct="1">
                        <a:defRPr sz="1800" kern="1200">
                          <a:solidFill>
                            <a:schemeClr val="tx1"/>
                          </a:solidFill>
                          <a:latin typeface="Arial"/>
                        </a:defRPr>
                      </a:lvl5pPr>
                      <a:lvl6pPr marL="2286000" algn="r" defTabSz="914400" rtl="1" eaLnBrk="1" latinLnBrk="0" hangingPunct="1">
                        <a:defRPr sz="1800" kern="1200">
                          <a:solidFill>
                            <a:schemeClr val="tx1"/>
                          </a:solidFill>
                          <a:latin typeface="Arial"/>
                        </a:defRPr>
                      </a:lvl6pPr>
                      <a:lvl7pPr marL="2743200" algn="r" defTabSz="914400" rtl="1" eaLnBrk="1" latinLnBrk="0" hangingPunct="1">
                        <a:defRPr sz="1800" kern="1200">
                          <a:solidFill>
                            <a:schemeClr val="tx1"/>
                          </a:solidFill>
                          <a:latin typeface="Arial"/>
                        </a:defRPr>
                      </a:lvl7pPr>
                      <a:lvl8pPr marL="3200400" algn="r" defTabSz="914400" rtl="1" eaLnBrk="1" latinLnBrk="0" hangingPunct="1">
                        <a:defRPr sz="1800" kern="1200">
                          <a:solidFill>
                            <a:schemeClr val="tx1"/>
                          </a:solidFill>
                          <a:latin typeface="Arial"/>
                        </a:defRPr>
                      </a:lvl8pPr>
                      <a:lvl9pPr marL="3657600" algn="r" defTabSz="914400" rtl="1" eaLnBrk="1" latinLnBrk="0" hangingPunct="1">
                        <a:defRPr sz="1800" kern="1200">
                          <a:solidFill>
                            <a:schemeClr val="tx1"/>
                          </a:solidFill>
                          <a:latin typeface="Arial"/>
                        </a:defRPr>
                      </a:lvl9pPr>
                    </a:lstStyle>
                    <a:p>
                      <a:pPr algn="justLow" rtl="1" fontAlgn="ctr"/>
                      <a:endParaRPr lang="ar-SA" sz="1100" b="0" i="0" u="none" strike="noStrike" dirty="0">
                        <a:solidFill>
                          <a:srgbClr val="000000"/>
                        </a:solidFill>
                        <a:effectLst/>
                        <a:latin typeface="Neo Sans Arabic Medium" panose="020B0704030504040204" pitchFamily="34" charset="-78"/>
                        <a:ea typeface="Ping AR + LT Medium" panose="00000600000000000000" pitchFamily="50" charset="-78"/>
                        <a:cs typeface="Neo Sans Arabic Medium" panose="020B0704030504040204" pitchFamily="34" charset="-78"/>
                      </a:endParaRPr>
                    </a:p>
                  </a:txBody>
                  <a:tcPr marL="4101" marR="4101" marT="410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3326516596"/>
                  </a:ext>
                </a:extLst>
              </a:tr>
            </a:tbl>
          </a:graphicData>
        </a:graphic>
      </p:graphicFrame>
    </p:spTree>
    <p:extLst>
      <p:ext uri="{BB962C8B-B14F-4D97-AF65-F5344CB8AC3E}">
        <p14:creationId xmlns:p14="http://schemas.microsoft.com/office/powerpoint/2010/main" val="233019706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مربع نص 2">
            <a:extLst>
              <a:ext uri="{FF2B5EF4-FFF2-40B4-BE49-F238E27FC236}">
                <a16:creationId xmlns:a16="http://schemas.microsoft.com/office/drawing/2014/main" id="{22AEF37C-48E8-B9E5-4534-4E0473793253}"/>
              </a:ext>
            </a:extLst>
          </p:cNvPr>
          <p:cNvSpPr txBox="1"/>
          <p:nvPr/>
        </p:nvSpPr>
        <p:spPr>
          <a:xfrm>
            <a:off x="4522343" y="390338"/>
            <a:ext cx="7180032" cy="769441"/>
          </a:xfrm>
          <a:prstGeom prst="rect">
            <a:avLst/>
          </a:prstGeom>
          <a:noFill/>
        </p:spPr>
        <p:txBody>
          <a:bodyPr wrap="square" rtlCol="1">
            <a:spAutoFit/>
          </a:bodyPr>
          <a:lstStyle/>
          <a:p>
            <a:pPr marL="0" marR="0" lvl="0" indent="0" algn="r" defTabSz="914400" rtl="1" eaLnBrk="1" fontAlgn="auto" latinLnBrk="0" hangingPunct="1">
              <a:lnSpc>
                <a:spcPct val="150000"/>
              </a:lnSpc>
              <a:spcBef>
                <a:spcPts val="0"/>
              </a:spcBef>
              <a:spcAft>
                <a:spcPts val="0"/>
              </a:spcAft>
              <a:buClrTx/>
              <a:buSzTx/>
              <a:buFontTx/>
              <a:buNone/>
              <a:tabLst/>
              <a:defRPr/>
            </a:pPr>
            <a:r>
              <a:rPr lang="ar-SA" sz="3200" dirty="0">
                <a:solidFill>
                  <a:prstClr val="white"/>
                </a:solidFill>
                <a:latin typeface="Bahij TheSansArabic SemiBold" panose="02040503050201020203" pitchFamily="18" charset="-78"/>
                <a:cs typeface="Bahij TheSansArabic SemiBold" panose="02040503050201020203" pitchFamily="18" charset="-78"/>
              </a:rPr>
              <a:t>نموذج </a:t>
            </a:r>
            <a:r>
              <a:rPr kumimoji="0" lang="ar-SA" sz="3200" b="0" i="0" u="none" strike="noStrike" kern="1200" cap="none" spc="0" normalizeH="0" baseline="0" noProof="0" dirty="0">
                <a:ln>
                  <a:noFill/>
                </a:ln>
                <a:solidFill>
                  <a:prstClr val="white"/>
                </a:solidFill>
                <a:effectLst/>
                <a:uLnTx/>
                <a:uFillTx/>
                <a:latin typeface="Bahij TheSansArabic SemiBold" panose="02040503050201020203" pitchFamily="18" charset="-78"/>
                <a:ea typeface="+mn-ea"/>
                <a:cs typeface="Bahij TheSansArabic SemiBold" panose="02040503050201020203" pitchFamily="18" charset="-78"/>
              </a:rPr>
              <a:t>مصفوفة  أصحاب المصلحة </a:t>
            </a:r>
          </a:p>
        </p:txBody>
      </p:sp>
      <p:graphicFrame>
        <p:nvGraphicFramePr>
          <p:cNvPr id="5" name="جدول 4">
            <a:extLst>
              <a:ext uri="{FF2B5EF4-FFF2-40B4-BE49-F238E27FC236}">
                <a16:creationId xmlns:a16="http://schemas.microsoft.com/office/drawing/2014/main" id="{A800BCF1-4455-BE36-E1D7-F0AA20C8A486}"/>
              </a:ext>
            </a:extLst>
          </p:cNvPr>
          <p:cNvGraphicFramePr>
            <a:graphicFrameLocks noGrp="1"/>
          </p:cNvGraphicFramePr>
          <p:nvPr>
            <p:extLst>
              <p:ext uri="{D42A27DB-BD31-4B8C-83A1-F6EECF244321}">
                <p14:modId xmlns:p14="http://schemas.microsoft.com/office/powerpoint/2010/main" val="2741923825"/>
              </p:ext>
            </p:extLst>
          </p:nvPr>
        </p:nvGraphicFramePr>
        <p:xfrm>
          <a:off x="306512" y="2347645"/>
          <a:ext cx="11578975" cy="3577453"/>
        </p:xfrm>
        <a:graphic>
          <a:graphicData uri="http://schemas.openxmlformats.org/drawingml/2006/table">
            <a:tbl>
              <a:tblPr firstRow="1" bandRow="1"/>
              <a:tblGrid>
                <a:gridCol w="983774">
                  <a:extLst>
                    <a:ext uri="{9D8B030D-6E8A-4147-A177-3AD203B41FA5}">
                      <a16:colId xmlns:a16="http://schemas.microsoft.com/office/drawing/2014/main" val="4040269698"/>
                    </a:ext>
                  </a:extLst>
                </a:gridCol>
                <a:gridCol w="1087406">
                  <a:extLst>
                    <a:ext uri="{9D8B030D-6E8A-4147-A177-3AD203B41FA5}">
                      <a16:colId xmlns:a16="http://schemas.microsoft.com/office/drawing/2014/main" val="3919164760"/>
                    </a:ext>
                  </a:extLst>
                </a:gridCol>
                <a:gridCol w="1203060">
                  <a:extLst>
                    <a:ext uri="{9D8B030D-6E8A-4147-A177-3AD203B41FA5}">
                      <a16:colId xmlns:a16="http://schemas.microsoft.com/office/drawing/2014/main" val="2683426220"/>
                    </a:ext>
                  </a:extLst>
                </a:gridCol>
                <a:gridCol w="1122855">
                  <a:extLst>
                    <a:ext uri="{9D8B030D-6E8A-4147-A177-3AD203B41FA5}">
                      <a16:colId xmlns:a16="http://schemas.microsoft.com/office/drawing/2014/main" val="1561302832"/>
                    </a:ext>
                  </a:extLst>
                </a:gridCol>
                <a:gridCol w="1203060">
                  <a:extLst>
                    <a:ext uri="{9D8B030D-6E8A-4147-A177-3AD203B41FA5}">
                      <a16:colId xmlns:a16="http://schemas.microsoft.com/office/drawing/2014/main" val="570828301"/>
                    </a:ext>
                  </a:extLst>
                </a:gridCol>
                <a:gridCol w="1203060">
                  <a:extLst>
                    <a:ext uri="{9D8B030D-6E8A-4147-A177-3AD203B41FA5}">
                      <a16:colId xmlns:a16="http://schemas.microsoft.com/office/drawing/2014/main" val="376867108"/>
                    </a:ext>
                  </a:extLst>
                </a:gridCol>
                <a:gridCol w="1203060">
                  <a:extLst>
                    <a:ext uri="{9D8B030D-6E8A-4147-A177-3AD203B41FA5}">
                      <a16:colId xmlns:a16="http://schemas.microsoft.com/office/drawing/2014/main" val="2092402611"/>
                    </a:ext>
                  </a:extLst>
                </a:gridCol>
                <a:gridCol w="1283264">
                  <a:extLst>
                    <a:ext uri="{9D8B030D-6E8A-4147-A177-3AD203B41FA5}">
                      <a16:colId xmlns:a16="http://schemas.microsoft.com/office/drawing/2014/main" val="1167382272"/>
                    </a:ext>
                  </a:extLst>
                </a:gridCol>
                <a:gridCol w="2289436">
                  <a:extLst>
                    <a:ext uri="{9D8B030D-6E8A-4147-A177-3AD203B41FA5}">
                      <a16:colId xmlns:a16="http://schemas.microsoft.com/office/drawing/2014/main" val="819471868"/>
                    </a:ext>
                  </a:extLst>
                </a:gridCol>
              </a:tblGrid>
              <a:tr h="327757">
                <a:tc gridSpan="8">
                  <a:txBody>
                    <a:bodyPr/>
                    <a:lstStyle>
                      <a:lvl1pPr marL="0" algn="r" defTabSz="914400" rtl="1" eaLnBrk="1" latinLnBrk="0" hangingPunct="1">
                        <a:defRPr sz="1800" b="1" kern="1200">
                          <a:solidFill>
                            <a:schemeClr val="lt1"/>
                          </a:solidFill>
                          <a:latin typeface="Arial"/>
                        </a:defRPr>
                      </a:lvl1pPr>
                      <a:lvl2pPr marL="457200" algn="r" defTabSz="914400" rtl="1" eaLnBrk="1" latinLnBrk="0" hangingPunct="1">
                        <a:defRPr sz="1800" b="1" kern="1200">
                          <a:solidFill>
                            <a:schemeClr val="lt1"/>
                          </a:solidFill>
                          <a:latin typeface="Arial"/>
                        </a:defRPr>
                      </a:lvl2pPr>
                      <a:lvl3pPr marL="914400" algn="r" defTabSz="914400" rtl="1" eaLnBrk="1" latinLnBrk="0" hangingPunct="1">
                        <a:defRPr sz="1800" b="1" kern="1200">
                          <a:solidFill>
                            <a:schemeClr val="lt1"/>
                          </a:solidFill>
                          <a:latin typeface="Arial"/>
                        </a:defRPr>
                      </a:lvl3pPr>
                      <a:lvl4pPr marL="1371600" algn="r" defTabSz="914400" rtl="1" eaLnBrk="1" latinLnBrk="0" hangingPunct="1">
                        <a:defRPr sz="1800" b="1" kern="1200">
                          <a:solidFill>
                            <a:schemeClr val="lt1"/>
                          </a:solidFill>
                          <a:latin typeface="Arial"/>
                        </a:defRPr>
                      </a:lvl4pPr>
                      <a:lvl5pPr marL="1828800" algn="r" defTabSz="914400" rtl="1" eaLnBrk="1" latinLnBrk="0" hangingPunct="1">
                        <a:defRPr sz="1800" b="1" kern="1200">
                          <a:solidFill>
                            <a:schemeClr val="lt1"/>
                          </a:solidFill>
                          <a:latin typeface="Arial"/>
                        </a:defRPr>
                      </a:lvl5pPr>
                      <a:lvl6pPr marL="2286000" algn="r" defTabSz="914400" rtl="1" eaLnBrk="1" latinLnBrk="0" hangingPunct="1">
                        <a:defRPr sz="1800" b="1" kern="1200">
                          <a:solidFill>
                            <a:schemeClr val="lt1"/>
                          </a:solidFill>
                          <a:latin typeface="Arial"/>
                        </a:defRPr>
                      </a:lvl6pPr>
                      <a:lvl7pPr marL="2743200" algn="r" defTabSz="914400" rtl="1" eaLnBrk="1" latinLnBrk="0" hangingPunct="1">
                        <a:defRPr sz="1800" b="1" kern="1200">
                          <a:solidFill>
                            <a:schemeClr val="lt1"/>
                          </a:solidFill>
                          <a:latin typeface="Arial"/>
                        </a:defRPr>
                      </a:lvl7pPr>
                      <a:lvl8pPr marL="3200400" algn="r" defTabSz="914400" rtl="1" eaLnBrk="1" latinLnBrk="0" hangingPunct="1">
                        <a:defRPr sz="1800" b="1" kern="1200">
                          <a:solidFill>
                            <a:schemeClr val="lt1"/>
                          </a:solidFill>
                          <a:latin typeface="Arial"/>
                        </a:defRPr>
                      </a:lvl8pPr>
                      <a:lvl9pPr marL="3657600" algn="r" defTabSz="914400" rtl="1" eaLnBrk="1" latinLnBrk="0" hangingPunct="1">
                        <a:defRPr sz="1800" b="1" kern="1200">
                          <a:solidFill>
                            <a:schemeClr val="lt1"/>
                          </a:solidFill>
                          <a:latin typeface="Arial"/>
                        </a:defRPr>
                      </a:lvl9pPr>
                    </a:lstStyle>
                    <a:p>
                      <a:pPr algn="ctr" rtl="1"/>
                      <a:r>
                        <a:rPr lang="ar-SA" sz="1800" b="0" dirty="0">
                          <a:solidFill>
                            <a:schemeClr val="tx1"/>
                          </a:solidFill>
                          <a:latin typeface="Bahij TheSansArabic Bold" panose="02040503050201020203" pitchFamily="18" charset="-78"/>
                          <a:ea typeface="Ping AR + LT Medium" panose="00000600000000000000" pitchFamily="50" charset="-78"/>
                          <a:cs typeface="Bahij TheSansArabic Bold" panose="02040503050201020203" pitchFamily="18" charset="-78"/>
                        </a:rPr>
                        <a:t>أصحاب المصلحة الرئيسيين</a:t>
                      </a:r>
                      <a:endParaRPr lang="en-US" sz="1800" b="0" dirty="0">
                        <a:solidFill>
                          <a:schemeClr val="tx1"/>
                        </a:solidFill>
                        <a:latin typeface="Bahij TheSansArabic Bold" panose="02040503050201020203" pitchFamily="18" charset="-78"/>
                        <a:ea typeface="Ping AR + LT Medium" panose="00000600000000000000" pitchFamily="50" charset="-78"/>
                        <a:cs typeface="Bahij TheSansArabic Bold" panose="02040503050201020203" pitchFamily="18" charset="-78"/>
                      </a:endParaRPr>
                    </a:p>
                  </a:txBody>
                  <a:tcPr anchor="ctr">
                    <a:lnL w="12700" cmpd="sng">
                      <a:solidFill>
                        <a:srgbClr val="FFFFFF"/>
                      </a:solidFill>
                    </a:lnL>
                    <a:lnR w="12700" cap="flat" cmpd="sng" algn="ctr">
                      <a:solidFill>
                        <a:srgbClr val="FFFFFF"/>
                      </a:solidFill>
                      <a:prstDash val="solid"/>
                      <a:round/>
                      <a:headEnd type="none" w="med" len="med"/>
                      <a:tailEnd type="none" w="med" len="med"/>
                    </a:lnR>
                    <a:lnT w="12700" cmpd="sng">
                      <a:solidFill>
                        <a:srgbClr val="FFFFFF"/>
                      </a:solidFill>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96CC42"/>
                    </a:solidFill>
                  </a:tcPr>
                </a:tc>
                <a:tc hMerge="1">
                  <a:txBody>
                    <a:bodyPr/>
                    <a:lstStyle/>
                    <a:p>
                      <a:pPr algn="ctr" rtl="1"/>
                      <a:endParaRPr lang="en-US" b="0" dirty="0">
                        <a:latin typeface="Ping AR + LT Medium" panose="00000600000000000000" pitchFamily="50" charset="-78"/>
                        <a:ea typeface="Ping AR + LT Medium" panose="00000600000000000000" pitchFamily="50" charset="-78"/>
                        <a:cs typeface="Ping AR + LT Medium" panose="00000600000000000000" pitchFamily="50" charset="-78"/>
                      </a:endParaRPr>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pPr algn="ctr" rtl="1"/>
                      <a:endParaRPr lang="en-US" b="0" dirty="0">
                        <a:latin typeface="Ping AR + LT Medium" panose="00000600000000000000" pitchFamily="50" charset="-78"/>
                        <a:ea typeface="Ping AR + LT Medium" panose="00000600000000000000" pitchFamily="50" charset="-78"/>
                        <a:cs typeface="Ping AR + LT Medium" panose="00000600000000000000" pitchFamily="50" charset="-78"/>
                      </a:endParaRPr>
                    </a:p>
                  </a:txBody>
                  <a:tcPr/>
                </a:tc>
                <a:tc rowSpan="2">
                  <a:txBody>
                    <a:bodyPr/>
                    <a:lstStyle>
                      <a:lvl1pPr marL="0" algn="r" defTabSz="914400" rtl="1" eaLnBrk="1" latinLnBrk="0" hangingPunct="1">
                        <a:defRPr sz="1800" b="1" kern="1200">
                          <a:solidFill>
                            <a:schemeClr val="lt1"/>
                          </a:solidFill>
                          <a:latin typeface="Arial"/>
                        </a:defRPr>
                      </a:lvl1pPr>
                      <a:lvl2pPr marL="457200" algn="r" defTabSz="914400" rtl="1" eaLnBrk="1" latinLnBrk="0" hangingPunct="1">
                        <a:defRPr sz="1800" b="1" kern="1200">
                          <a:solidFill>
                            <a:schemeClr val="lt1"/>
                          </a:solidFill>
                          <a:latin typeface="Arial"/>
                        </a:defRPr>
                      </a:lvl2pPr>
                      <a:lvl3pPr marL="914400" algn="r" defTabSz="914400" rtl="1" eaLnBrk="1" latinLnBrk="0" hangingPunct="1">
                        <a:defRPr sz="1800" b="1" kern="1200">
                          <a:solidFill>
                            <a:schemeClr val="lt1"/>
                          </a:solidFill>
                          <a:latin typeface="Arial"/>
                        </a:defRPr>
                      </a:lvl3pPr>
                      <a:lvl4pPr marL="1371600" algn="r" defTabSz="914400" rtl="1" eaLnBrk="1" latinLnBrk="0" hangingPunct="1">
                        <a:defRPr sz="1800" b="1" kern="1200">
                          <a:solidFill>
                            <a:schemeClr val="lt1"/>
                          </a:solidFill>
                          <a:latin typeface="Arial"/>
                        </a:defRPr>
                      </a:lvl4pPr>
                      <a:lvl5pPr marL="1828800" algn="r" defTabSz="914400" rtl="1" eaLnBrk="1" latinLnBrk="0" hangingPunct="1">
                        <a:defRPr sz="1800" b="1" kern="1200">
                          <a:solidFill>
                            <a:schemeClr val="lt1"/>
                          </a:solidFill>
                          <a:latin typeface="Arial"/>
                        </a:defRPr>
                      </a:lvl5pPr>
                      <a:lvl6pPr marL="2286000" algn="r" defTabSz="914400" rtl="1" eaLnBrk="1" latinLnBrk="0" hangingPunct="1">
                        <a:defRPr sz="1800" b="1" kern="1200">
                          <a:solidFill>
                            <a:schemeClr val="lt1"/>
                          </a:solidFill>
                          <a:latin typeface="Arial"/>
                        </a:defRPr>
                      </a:lvl6pPr>
                      <a:lvl7pPr marL="2743200" algn="r" defTabSz="914400" rtl="1" eaLnBrk="1" latinLnBrk="0" hangingPunct="1">
                        <a:defRPr sz="1800" b="1" kern="1200">
                          <a:solidFill>
                            <a:schemeClr val="lt1"/>
                          </a:solidFill>
                          <a:latin typeface="Arial"/>
                        </a:defRPr>
                      </a:lvl7pPr>
                      <a:lvl8pPr marL="3200400" algn="r" defTabSz="914400" rtl="1" eaLnBrk="1" latinLnBrk="0" hangingPunct="1">
                        <a:defRPr sz="1800" b="1" kern="1200">
                          <a:solidFill>
                            <a:schemeClr val="lt1"/>
                          </a:solidFill>
                          <a:latin typeface="Arial"/>
                        </a:defRPr>
                      </a:lvl8pPr>
                      <a:lvl9pPr marL="3657600" algn="r" defTabSz="914400" rtl="1" eaLnBrk="1" latinLnBrk="0" hangingPunct="1">
                        <a:defRPr sz="1800" b="1" kern="1200">
                          <a:solidFill>
                            <a:schemeClr val="lt1"/>
                          </a:solidFill>
                          <a:latin typeface="Arial"/>
                        </a:defRPr>
                      </a:lvl9pPr>
                    </a:lstStyle>
                    <a:p>
                      <a:pPr algn="ctr" rtl="1"/>
                      <a:r>
                        <a:rPr lang="ar-SA" sz="2000" b="0" dirty="0">
                          <a:solidFill>
                            <a:schemeClr val="tx1"/>
                          </a:solidFill>
                          <a:latin typeface="Bahij TheSansArabic Bold" panose="02040503050201020203" pitchFamily="18" charset="-78"/>
                          <a:ea typeface="Ping AR + LT Medium" panose="00000600000000000000" pitchFamily="50" charset="-78"/>
                          <a:cs typeface="Bahij TheSansArabic Bold" panose="02040503050201020203" pitchFamily="18" charset="-78"/>
                        </a:rPr>
                        <a:t>نطاقات التطوع</a:t>
                      </a:r>
                      <a:endParaRPr lang="en-US" sz="2000" b="0" dirty="0">
                        <a:solidFill>
                          <a:schemeClr val="tx1"/>
                        </a:solidFill>
                        <a:latin typeface="Bahij TheSansArabic Bold" panose="02040503050201020203" pitchFamily="18" charset="-78"/>
                        <a:ea typeface="Ping AR + LT Medium" panose="00000600000000000000" pitchFamily="50" charset="-78"/>
                        <a:cs typeface="Bahij TheSansArabic Bold" panose="02040503050201020203" pitchFamily="18" charset="-78"/>
                      </a:endParaRPr>
                    </a:p>
                  </a:txBody>
                  <a:tcPr anchor="ctr">
                    <a:lnL w="12700" cap="flat" cmpd="sng" algn="ctr">
                      <a:solidFill>
                        <a:srgbClr val="FFFFFF"/>
                      </a:solidFill>
                      <a:prstDash val="solid"/>
                      <a:round/>
                      <a:headEnd type="none" w="med" len="med"/>
                      <a:tailEnd type="none" w="med" len="med"/>
                    </a:lnL>
                    <a:lnR w="12700" cmpd="sng">
                      <a:solidFill>
                        <a:srgbClr val="FFFFFF"/>
                      </a:solidFill>
                    </a:lnR>
                    <a:lnT w="12700" cmpd="sng">
                      <a:solidFill>
                        <a:srgbClr val="FFFFFF"/>
                      </a:solidFill>
                    </a:lnT>
                    <a:lnB w="38100" cmpd="sng">
                      <a:solidFill>
                        <a:srgbClr val="FFFFFF"/>
                      </a:solidFill>
                    </a:lnB>
                    <a:lnTlToBr w="12700" cmpd="sng">
                      <a:noFill/>
                      <a:prstDash val="solid"/>
                    </a:lnTlToBr>
                    <a:lnBlToTr w="12700" cmpd="sng">
                      <a:noFill/>
                      <a:prstDash val="solid"/>
                    </a:lnBlToTr>
                    <a:solidFill>
                      <a:srgbClr val="96CC42"/>
                    </a:solidFill>
                  </a:tcPr>
                </a:tc>
                <a:extLst>
                  <a:ext uri="{0D108BD9-81ED-4DB2-BD59-A6C34878D82A}">
                    <a16:rowId xmlns:a16="http://schemas.microsoft.com/office/drawing/2014/main" val="3098140884"/>
                  </a:ext>
                </a:extLst>
              </a:tr>
              <a:tr h="618175">
                <a:tc>
                  <a:txBody>
                    <a:bodyPr/>
                    <a:lstStyle>
                      <a:lvl1pPr marL="0" algn="r" defTabSz="914400" rtl="1" eaLnBrk="1" latinLnBrk="0" hangingPunct="1">
                        <a:defRPr sz="1800" kern="1200">
                          <a:solidFill>
                            <a:schemeClr val="dk1"/>
                          </a:solidFill>
                          <a:latin typeface="Arial"/>
                        </a:defRPr>
                      </a:lvl1pPr>
                      <a:lvl2pPr marL="457200" algn="r" defTabSz="914400" rtl="1" eaLnBrk="1" latinLnBrk="0" hangingPunct="1">
                        <a:defRPr sz="1800" kern="1200">
                          <a:solidFill>
                            <a:schemeClr val="dk1"/>
                          </a:solidFill>
                          <a:latin typeface="Arial"/>
                        </a:defRPr>
                      </a:lvl2pPr>
                      <a:lvl3pPr marL="914400" algn="r" defTabSz="914400" rtl="1" eaLnBrk="1" latinLnBrk="0" hangingPunct="1">
                        <a:defRPr sz="1800" kern="1200">
                          <a:solidFill>
                            <a:schemeClr val="dk1"/>
                          </a:solidFill>
                          <a:latin typeface="Arial"/>
                        </a:defRPr>
                      </a:lvl3pPr>
                      <a:lvl4pPr marL="1371600" algn="r" defTabSz="914400" rtl="1" eaLnBrk="1" latinLnBrk="0" hangingPunct="1">
                        <a:defRPr sz="1800" kern="1200">
                          <a:solidFill>
                            <a:schemeClr val="dk1"/>
                          </a:solidFill>
                          <a:latin typeface="Arial"/>
                        </a:defRPr>
                      </a:lvl4pPr>
                      <a:lvl5pPr marL="1828800" algn="r" defTabSz="914400" rtl="1" eaLnBrk="1" latinLnBrk="0" hangingPunct="1">
                        <a:defRPr sz="1800" kern="1200">
                          <a:solidFill>
                            <a:schemeClr val="dk1"/>
                          </a:solidFill>
                          <a:latin typeface="Arial"/>
                        </a:defRPr>
                      </a:lvl5pPr>
                      <a:lvl6pPr marL="2286000" algn="r" defTabSz="914400" rtl="1" eaLnBrk="1" latinLnBrk="0" hangingPunct="1">
                        <a:defRPr sz="1800" kern="1200">
                          <a:solidFill>
                            <a:schemeClr val="dk1"/>
                          </a:solidFill>
                          <a:latin typeface="Arial"/>
                        </a:defRPr>
                      </a:lvl6pPr>
                      <a:lvl7pPr marL="2743200" algn="r" defTabSz="914400" rtl="1" eaLnBrk="1" latinLnBrk="0" hangingPunct="1">
                        <a:defRPr sz="1800" kern="1200">
                          <a:solidFill>
                            <a:schemeClr val="dk1"/>
                          </a:solidFill>
                          <a:latin typeface="Arial"/>
                        </a:defRPr>
                      </a:lvl7pPr>
                      <a:lvl8pPr marL="3200400" algn="r" defTabSz="914400" rtl="1" eaLnBrk="1" latinLnBrk="0" hangingPunct="1">
                        <a:defRPr sz="1800" kern="1200">
                          <a:solidFill>
                            <a:schemeClr val="dk1"/>
                          </a:solidFill>
                          <a:latin typeface="Arial"/>
                        </a:defRPr>
                      </a:lvl8pPr>
                      <a:lvl9pPr marL="3657600" algn="r" defTabSz="914400" rtl="1" eaLnBrk="1" latinLnBrk="0" hangingPunct="1">
                        <a:defRPr sz="1800" kern="1200">
                          <a:solidFill>
                            <a:schemeClr val="dk1"/>
                          </a:solidFill>
                          <a:latin typeface="Arial"/>
                        </a:defRPr>
                      </a:lvl9pPr>
                    </a:lstStyle>
                    <a:p>
                      <a:pPr algn="ctr" rtl="1"/>
                      <a:endParaRPr lang="ar-SA" sz="1200" b="0" dirty="0">
                        <a:latin typeface="Bahij TheSansArabic Bold" panose="02040503050201020203" pitchFamily="18" charset="-78"/>
                        <a:ea typeface="Ping AR + LT Medium" panose="00000600000000000000" pitchFamily="50" charset="-78"/>
                        <a:cs typeface="Bahij TheSansArabic Bold" panose="02040503050201020203" pitchFamily="18" charset="-78"/>
                      </a:endParaRPr>
                    </a:p>
                  </a:txBody>
                  <a:tcPr anchor="ctr">
                    <a:lnL w="12700" cmpd="sng">
                      <a:solidFill>
                        <a:srgbClr val="FFFFFF"/>
                      </a:solidFill>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104C5A"/>
                    </a:solidFill>
                  </a:tcPr>
                </a:tc>
                <a:tc>
                  <a:txBody>
                    <a:bodyPr/>
                    <a:lstStyle>
                      <a:lvl1pPr marL="0" algn="r" defTabSz="914400" rtl="1" eaLnBrk="1" latinLnBrk="0" hangingPunct="1">
                        <a:defRPr sz="1800" kern="1200">
                          <a:solidFill>
                            <a:schemeClr val="dk1"/>
                          </a:solidFill>
                          <a:latin typeface="Arial"/>
                        </a:defRPr>
                      </a:lvl1pPr>
                      <a:lvl2pPr marL="457200" algn="r" defTabSz="914400" rtl="1" eaLnBrk="1" latinLnBrk="0" hangingPunct="1">
                        <a:defRPr sz="1800" kern="1200">
                          <a:solidFill>
                            <a:schemeClr val="dk1"/>
                          </a:solidFill>
                          <a:latin typeface="Arial"/>
                        </a:defRPr>
                      </a:lvl2pPr>
                      <a:lvl3pPr marL="914400" algn="r" defTabSz="914400" rtl="1" eaLnBrk="1" latinLnBrk="0" hangingPunct="1">
                        <a:defRPr sz="1800" kern="1200">
                          <a:solidFill>
                            <a:schemeClr val="dk1"/>
                          </a:solidFill>
                          <a:latin typeface="Arial"/>
                        </a:defRPr>
                      </a:lvl3pPr>
                      <a:lvl4pPr marL="1371600" algn="r" defTabSz="914400" rtl="1" eaLnBrk="1" latinLnBrk="0" hangingPunct="1">
                        <a:defRPr sz="1800" kern="1200">
                          <a:solidFill>
                            <a:schemeClr val="dk1"/>
                          </a:solidFill>
                          <a:latin typeface="Arial"/>
                        </a:defRPr>
                      </a:lvl4pPr>
                      <a:lvl5pPr marL="1828800" algn="r" defTabSz="914400" rtl="1" eaLnBrk="1" latinLnBrk="0" hangingPunct="1">
                        <a:defRPr sz="1800" kern="1200">
                          <a:solidFill>
                            <a:schemeClr val="dk1"/>
                          </a:solidFill>
                          <a:latin typeface="Arial"/>
                        </a:defRPr>
                      </a:lvl5pPr>
                      <a:lvl6pPr marL="2286000" algn="r" defTabSz="914400" rtl="1" eaLnBrk="1" latinLnBrk="0" hangingPunct="1">
                        <a:defRPr sz="1800" kern="1200">
                          <a:solidFill>
                            <a:schemeClr val="dk1"/>
                          </a:solidFill>
                          <a:latin typeface="Arial"/>
                        </a:defRPr>
                      </a:lvl6pPr>
                      <a:lvl7pPr marL="2743200" algn="r" defTabSz="914400" rtl="1" eaLnBrk="1" latinLnBrk="0" hangingPunct="1">
                        <a:defRPr sz="1800" kern="1200">
                          <a:solidFill>
                            <a:schemeClr val="dk1"/>
                          </a:solidFill>
                          <a:latin typeface="Arial"/>
                        </a:defRPr>
                      </a:lvl7pPr>
                      <a:lvl8pPr marL="3200400" algn="r" defTabSz="914400" rtl="1" eaLnBrk="1" latinLnBrk="0" hangingPunct="1">
                        <a:defRPr sz="1800" kern="1200">
                          <a:solidFill>
                            <a:schemeClr val="dk1"/>
                          </a:solidFill>
                          <a:latin typeface="Arial"/>
                        </a:defRPr>
                      </a:lvl8pPr>
                      <a:lvl9pPr marL="3657600" algn="r" defTabSz="914400" rtl="1" eaLnBrk="1" latinLnBrk="0" hangingPunct="1">
                        <a:defRPr sz="1800" kern="1200">
                          <a:solidFill>
                            <a:schemeClr val="dk1"/>
                          </a:solidFill>
                          <a:latin typeface="Arial"/>
                        </a:defRPr>
                      </a:lvl9pPr>
                    </a:lstStyle>
                    <a:p>
                      <a:pPr algn="ctr" rtl="1"/>
                      <a:endParaRPr lang="ar-SA" sz="1200" b="0" dirty="0">
                        <a:latin typeface="Bahij TheSansArabic Bold" panose="02040503050201020203" pitchFamily="18" charset="-78"/>
                        <a:ea typeface="Ping AR + LT Medium" panose="00000600000000000000" pitchFamily="50" charset="-78"/>
                        <a:cs typeface="Bahij TheSansArabic Bold" panose="02040503050201020203" pitchFamily="18" charset="-78"/>
                      </a:endParaRPr>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104C5A"/>
                    </a:solidFill>
                  </a:tcPr>
                </a:tc>
                <a:tc>
                  <a:txBody>
                    <a:bodyPr/>
                    <a:lstStyle>
                      <a:lvl1pPr marL="0" algn="r" defTabSz="914400" rtl="1" eaLnBrk="1" latinLnBrk="0" hangingPunct="1">
                        <a:defRPr sz="1800" kern="1200">
                          <a:solidFill>
                            <a:schemeClr val="dk1"/>
                          </a:solidFill>
                          <a:latin typeface="Arial"/>
                        </a:defRPr>
                      </a:lvl1pPr>
                      <a:lvl2pPr marL="457200" algn="r" defTabSz="914400" rtl="1" eaLnBrk="1" latinLnBrk="0" hangingPunct="1">
                        <a:defRPr sz="1800" kern="1200">
                          <a:solidFill>
                            <a:schemeClr val="dk1"/>
                          </a:solidFill>
                          <a:latin typeface="Arial"/>
                        </a:defRPr>
                      </a:lvl2pPr>
                      <a:lvl3pPr marL="914400" algn="r" defTabSz="914400" rtl="1" eaLnBrk="1" latinLnBrk="0" hangingPunct="1">
                        <a:defRPr sz="1800" kern="1200">
                          <a:solidFill>
                            <a:schemeClr val="dk1"/>
                          </a:solidFill>
                          <a:latin typeface="Arial"/>
                        </a:defRPr>
                      </a:lvl3pPr>
                      <a:lvl4pPr marL="1371600" algn="r" defTabSz="914400" rtl="1" eaLnBrk="1" latinLnBrk="0" hangingPunct="1">
                        <a:defRPr sz="1800" kern="1200">
                          <a:solidFill>
                            <a:schemeClr val="dk1"/>
                          </a:solidFill>
                          <a:latin typeface="Arial"/>
                        </a:defRPr>
                      </a:lvl4pPr>
                      <a:lvl5pPr marL="1828800" algn="r" defTabSz="914400" rtl="1" eaLnBrk="1" latinLnBrk="0" hangingPunct="1">
                        <a:defRPr sz="1800" kern="1200">
                          <a:solidFill>
                            <a:schemeClr val="dk1"/>
                          </a:solidFill>
                          <a:latin typeface="Arial"/>
                        </a:defRPr>
                      </a:lvl5pPr>
                      <a:lvl6pPr marL="2286000" algn="r" defTabSz="914400" rtl="1" eaLnBrk="1" latinLnBrk="0" hangingPunct="1">
                        <a:defRPr sz="1800" kern="1200">
                          <a:solidFill>
                            <a:schemeClr val="dk1"/>
                          </a:solidFill>
                          <a:latin typeface="Arial"/>
                        </a:defRPr>
                      </a:lvl6pPr>
                      <a:lvl7pPr marL="2743200" algn="r" defTabSz="914400" rtl="1" eaLnBrk="1" latinLnBrk="0" hangingPunct="1">
                        <a:defRPr sz="1800" kern="1200">
                          <a:solidFill>
                            <a:schemeClr val="dk1"/>
                          </a:solidFill>
                          <a:latin typeface="Arial"/>
                        </a:defRPr>
                      </a:lvl7pPr>
                      <a:lvl8pPr marL="3200400" algn="r" defTabSz="914400" rtl="1" eaLnBrk="1" latinLnBrk="0" hangingPunct="1">
                        <a:defRPr sz="1800" kern="1200">
                          <a:solidFill>
                            <a:schemeClr val="dk1"/>
                          </a:solidFill>
                          <a:latin typeface="Arial"/>
                        </a:defRPr>
                      </a:lvl8pPr>
                      <a:lvl9pPr marL="3657600" algn="r" defTabSz="914400" rtl="1" eaLnBrk="1" latinLnBrk="0" hangingPunct="1">
                        <a:defRPr sz="1800" kern="1200">
                          <a:solidFill>
                            <a:schemeClr val="dk1"/>
                          </a:solidFill>
                          <a:latin typeface="Arial"/>
                        </a:defRPr>
                      </a:lvl9pPr>
                    </a:lstStyle>
                    <a:p>
                      <a:pPr algn="ctr" rtl="1"/>
                      <a:r>
                        <a:rPr lang="ar-SA" sz="1200" b="0" dirty="0">
                          <a:latin typeface="Bahij TheSansArabic Bold" panose="02040503050201020203" pitchFamily="18" charset="-78"/>
                          <a:ea typeface="Ping AR + LT Medium" panose="00000600000000000000" pitchFamily="50" charset="-78"/>
                          <a:cs typeface="Bahij TheSansArabic Bold" panose="02040503050201020203" pitchFamily="18" charset="-78"/>
                        </a:rPr>
                        <a:t>المركز الوطني </a:t>
                      </a:r>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104C5A"/>
                    </a:solidFill>
                  </a:tcPr>
                </a:tc>
                <a:tc>
                  <a:txBody>
                    <a:bodyPr/>
                    <a:lstStyle>
                      <a:lvl1pPr marL="0" algn="r" defTabSz="914400" rtl="1" eaLnBrk="1" latinLnBrk="0" hangingPunct="1">
                        <a:defRPr sz="1800" kern="1200">
                          <a:solidFill>
                            <a:schemeClr val="dk1"/>
                          </a:solidFill>
                          <a:latin typeface="Arial"/>
                        </a:defRPr>
                      </a:lvl1pPr>
                      <a:lvl2pPr marL="457200" algn="r" defTabSz="914400" rtl="1" eaLnBrk="1" latinLnBrk="0" hangingPunct="1">
                        <a:defRPr sz="1800" kern="1200">
                          <a:solidFill>
                            <a:schemeClr val="dk1"/>
                          </a:solidFill>
                          <a:latin typeface="Arial"/>
                        </a:defRPr>
                      </a:lvl2pPr>
                      <a:lvl3pPr marL="914400" algn="r" defTabSz="914400" rtl="1" eaLnBrk="1" latinLnBrk="0" hangingPunct="1">
                        <a:defRPr sz="1800" kern="1200">
                          <a:solidFill>
                            <a:schemeClr val="dk1"/>
                          </a:solidFill>
                          <a:latin typeface="Arial"/>
                        </a:defRPr>
                      </a:lvl3pPr>
                      <a:lvl4pPr marL="1371600" algn="r" defTabSz="914400" rtl="1" eaLnBrk="1" latinLnBrk="0" hangingPunct="1">
                        <a:defRPr sz="1800" kern="1200">
                          <a:solidFill>
                            <a:schemeClr val="dk1"/>
                          </a:solidFill>
                          <a:latin typeface="Arial"/>
                        </a:defRPr>
                      </a:lvl4pPr>
                      <a:lvl5pPr marL="1828800" algn="r" defTabSz="914400" rtl="1" eaLnBrk="1" latinLnBrk="0" hangingPunct="1">
                        <a:defRPr sz="1800" kern="1200">
                          <a:solidFill>
                            <a:schemeClr val="dk1"/>
                          </a:solidFill>
                          <a:latin typeface="Arial"/>
                        </a:defRPr>
                      </a:lvl5pPr>
                      <a:lvl6pPr marL="2286000" algn="r" defTabSz="914400" rtl="1" eaLnBrk="1" latinLnBrk="0" hangingPunct="1">
                        <a:defRPr sz="1800" kern="1200">
                          <a:solidFill>
                            <a:schemeClr val="dk1"/>
                          </a:solidFill>
                          <a:latin typeface="Arial"/>
                        </a:defRPr>
                      </a:lvl6pPr>
                      <a:lvl7pPr marL="2743200" algn="r" defTabSz="914400" rtl="1" eaLnBrk="1" latinLnBrk="0" hangingPunct="1">
                        <a:defRPr sz="1800" kern="1200">
                          <a:solidFill>
                            <a:schemeClr val="dk1"/>
                          </a:solidFill>
                          <a:latin typeface="Arial"/>
                        </a:defRPr>
                      </a:lvl7pPr>
                      <a:lvl8pPr marL="3200400" algn="r" defTabSz="914400" rtl="1" eaLnBrk="1" latinLnBrk="0" hangingPunct="1">
                        <a:defRPr sz="1800" kern="1200">
                          <a:solidFill>
                            <a:schemeClr val="dk1"/>
                          </a:solidFill>
                          <a:latin typeface="Arial"/>
                        </a:defRPr>
                      </a:lvl8pPr>
                      <a:lvl9pPr marL="3657600" algn="r" defTabSz="914400" rtl="1" eaLnBrk="1" latinLnBrk="0" hangingPunct="1">
                        <a:defRPr sz="1800" kern="1200">
                          <a:solidFill>
                            <a:schemeClr val="dk1"/>
                          </a:solidFill>
                          <a:latin typeface="Arial"/>
                        </a:defRPr>
                      </a:lvl9pPr>
                    </a:lstStyle>
                    <a:p>
                      <a:pPr algn="ctr" rtl="1"/>
                      <a:r>
                        <a:rPr lang="ar-SA" sz="1200" b="0" dirty="0">
                          <a:latin typeface="Bahij TheSansArabic Bold" panose="02040503050201020203" pitchFamily="18" charset="-78"/>
                          <a:ea typeface="Ping AR + LT Medium" panose="00000600000000000000" pitchFamily="50" charset="-78"/>
                          <a:cs typeface="Bahij TheSansArabic Bold" panose="02040503050201020203" pitchFamily="18" charset="-78"/>
                        </a:rPr>
                        <a:t>الجهات الداعمة </a:t>
                      </a:r>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104C5A"/>
                    </a:solidFill>
                  </a:tcPr>
                </a:tc>
                <a:tc>
                  <a:txBody>
                    <a:bodyPr/>
                    <a:lstStyle>
                      <a:lvl1pPr marL="0" algn="r" defTabSz="914400" rtl="1" eaLnBrk="1" latinLnBrk="0" hangingPunct="1">
                        <a:defRPr sz="1800" kern="1200">
                          <a:solidFill>
                            <a:schemeClr val="dk1"/>
                          </a:solidFill>
                          <a:latin typeface="Arial"/>
                        </a:defRPr>
                      </a:lvl1pPr>
                      <a:lvl2pPr marL="457200" algn="r" defTabSz="914400" rtl="1" eaLnBrk="1" latinLnBrk="0" hangingPunct="1">
                        <a:defRPr sz="1800" kern="1200">
                          <a:solidFill>
                            <a:schemeClr val="dk1"/>
                          </a:solidFill>
                          <a:latin typeface="Arial"/>
                        </a:defRPr>
                      </a:lvl2pPr>
                      <a:lvl3pPr marL="914400" algn="r" defTabSz="914400" rtl="1" eaLnBrk="1" latinLnBrk="0" hangingPunct="1">
                        <a:defRPr sz="1800" kern="1200">
                          <a:solidFill>
                            <a:schemeClr val="dk1"/>
                          </a:solidFill>
                          <a:latin typeface="Arial"/>
                        </a:defRPr>
                      </a:lvl3pPr>
                      <a:lvl4pPr marL="1371600" algn="r" defTabSz="914400" rtl="1" eaLnBrk="1" latinLnBrk="0" hangingPunct="1">
                        <a:defRPr sz="1800" kern="1200">
                          <a:solidFill>
                            <a:schemeClr val="dk1"/>
                          </a:solidFill>
                          <a:latin typeface="Arial"/>
                        </a:defRPr>
                      </a:lvl4pPr>
                      <a:lvl5pPr marL="1828800" algn="r" defTabSz="914400" rtl="1" eaLnBrk="1" latinLnBrk="0" hangingPunct="1">
                        <a:defRPr sz="1800" kern="1200">
                          <a:solidFill>
                            <a:schemeClr val="dk1"/>
                          </a:solidFill>
                          <a:latin typeface="Arial"/>
                        </a:defRPr>
                      </a:lvl5pPr>
                      <a:lvl6pPr marL="2286000" algn="r" defTabSz="914400" rtl="1" eaLnBrk="1" latinLnBrk="0" hangingPunct="1">
                        <a:defRPr sz="1800" kern="1200">
                          <a:solidFill>
                            <a:schemeClr val="dk1"/>
                          </a:solidFill>
                          <a:latin typeface="Arial"/>
                        </a:defRPr>
                      </a:lvl6pPr>
                      <a:lvl7pPr marL="2743200" algn="r" defTabSz="914400" rtl="1" eaLnBrk="1" latinLnBrk="0" hangingPunct="1">
                        <a:defRPr sz="1800" kern="1200">
                          <a:solidFill>
                            <a:schemeClr val="dk1"/>
                          </a:solidFill>
                          <a:latin typeface="Arial"/>
                        </a:defRPr>
                      </a:lvl7pPr>
                      <a:lvl8pPr marL="3200400" algn="r" defTabSz="914400" rtl="1" eaLnBrk="1" latinLnBrk="0" hangingPunct="1">
                        <a:defRPr sz="1800" kern="1200">
                          <a:solidFill>
                            <a:schemeClr val="dk1"/>
                          </a:solidFill>
                          <a:latin typeface="Arial"/>
                        </a:defRPr>
                      </a:lvl8pPr>
                      <a:lvl9pPr marL="3657600" algn="r" defTabSz="914400" rtl="1" eaLnBrk="1" latinLnBrk="0" hangingPunct="1">
                        <a:defRPr sz="1800" kern="1200">
                          <a:solidFill>
                            <a:schemeClr val="dk1"/>
                          </a:solidFill>
                          <a:latin typeface="Arial"/>
                        </a:defRPr>
                      </a:lvl9pPr>
                    </a:lstStyle>
                    <a:p>
                      <a:pPr algn="ctr" rtl="1"/>
                      <a:r>
                        <a:rPr lang="ar-SA" sz="1200" b="0" dirty="0">
                          <a:latin typeface="Bahij TheSansArabic Bold" panose="02040503050201020203" pitchFamily="18" charset="-78"/>
                          <a:ea typeface="Ping AR + LT Medium" panose="00000600000000000000" pitchFamily="50" charset="-78"/>
                          <a:cs typeface="Bahij TheSansArabic Bold" panose="02040503050201020203" pitchFamily="18" charset="-78"/>
                        </a:rPr>
                        <a:t>ادامة </a:t>
                      </a:r>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104C5A"/>
                    </a:solidFill>
                  </a:tcPr>
                </a:tc>
                <a:tc>
                  <a:txBody>
                    <a:bodyPr/>
                    <a:lstStyle>
                      <a:lvl1pPr marL="0" algn="r" defTabSz="914400" rtl="1" eaLnBrk="1" latinLnBrk="0" hangingPunct="1">
                        <a:defRPr sz="1800" kern="1200">
                          <a:solidFill>
                            <a:schemeClr val="dk1"/>
                          </a:solidFill>
                          <a:latin typeface="Arial"/>
                        </a:defRPr>
                      </a:lvl1pPr>
                      <a:lvl2pPr marL="457200" algn="r" defTabSz="914400" rtl="1" eaLnBrk="1" latinLnBrk="0" hangingPunct="1">
                        <a:defRPr sz="1800" kern="1200">
                          <a:solidFill>
                            <a:schemeClr val="dk1"/>
                          </a:solidFill>
                          <a:latin typeface="Arial"/>
                        </a:defRPr>
                      </a:lvl2pPr>
                      <a:lvl3pPr marL="914400" algn="r" defTabSz="914400" rtl="1" eaLnBrk="1" latinLnBrk="0" hangingPunct="1">
                        <a:defRPr sz="1800" kern="1200">
                          <a:solidFill>
                            <a:schemeClr val="dk1"/>
                          </a:solidFill>
                          <a:latin typeface="Arial"/>
                        </a:defRPr>
                      </a:lvl3pPr>
                      <a:lvl4pPr marL="1371600" algn="r" defTabSz="914400" rtl="1" eaLnBrk="1" latinLnBrk="0" hangingPunct="1">
                        <a:defRPr sz="1800" kern="1200">
                          <a:solidFill>
                            <a:schemeClr val="dk1"/>
                          </a:solidFill>
                          <a:latin typeface="Arial"/>
                        </a:defRPr>
                      </a:lvl4pPr>
                      <a:lvl5pPr marL="1828800" algn="r" defTabSz="914400" rtl="1" eaLnBrk="1" latinLnBrk="0" hangingPunct="1">
                        <a:defRPr sz="1800" kern="1200">
                          <a:solidFill>
                            <a:schemeClr val="dk1"/>
                          </a:solidFill>
                          <a:latin typeface="Arial"/>
                        </a:defRPr>
                      </a:lvl5pPr>
                      <a:lvl6pPr marL="2286000" algn="r" defTabSz="914400" rtl="1" eaLnBrk="1" latinLnBrk="0" hangingPunct="1">
                        <a:defRPr sz="1800" kern="1200">
                          <a:solidFill>
                            <a:schemeClr val="dk1"/>
                          </a:solidFill>
                          <a:latin typeface="Arial"/>
                        </a:defRPr>
                      </a:lvl6pPr>
                      <a:lvl7pPr marL="2743200" algn="r" defTabSz="914400" rtl="1" eaLnBrk="1" latinLnBrk="0" hangingPunct="1">
                        <a:defRPr sz="1800" kern="1200">
                          <a:solidFill>
                            <a:schemeClr val="dk1"/>
                          </a:solidFill>
                          <a:latin typeface="Arial"/>
                        </a:defRPr>
                      </a:lvl7pPr>
                      <a:lvl8pPr marL="3200400" algn="r" defTabSz="914400" rtl="1" eaLnBrk="1" latinLnBrk="0" hangingPunct="1">
                        <a:defRPr sz="1800" kern="1200">
                          <a:solidFill>
                            <a:schemeClr val="dk1"/>
                          </a:solidFill>
                          <a:latin typeface="Arial"/>
                        </a:defRPr>
                      </a:lvl8pPr>
                      <a:lvl9pPr marL="3657600" algn="r" defTabSz="914400" rtl="1" eaLnBrk="1" latinLnBrk="0" hangingPunct="1">
                        <a:defRPr sz="1800" kern="1200">
                          <a:solidFill>
                            <a:schemeClr val="dk1"/>
                          </a:solidFill>
                          <a:latin typeface="Arial"/>
                        </a:defRPr>
                      </a:lvl9pPr>
                    </a:lstStyle>
                    <a:p>
                      <a:pPr algn="ctr" rtl="1"/>
                      <a:r>
                        <a:rPr lang="ar-SA" sz="1200" b="0" dirty="0">
                          <a:latin typeface="Bahij TheSansArabic Bold" panose="02040503050201020203" pitchFamily="18" charset="-78"/>
                          <a:ea typeface="Ping AR + LT Medium" panose="00000600000000000000" pitchFamily="50" charset="-78"/>
                          <a:cs typeface="Bahij TheSansArabic Bold" panose="02040503050201020203" pitchFamily="18" charset="-78"/>
                        </a:rPr>
                        <a:t>مناطق التمكين </a:t>
                      </a:r>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104C5A"/>
                    </a:solidFill>
                  </a:tcPr>
                </a:tc>
                <a:tc>
                  <a:txBody>
                    <a:bodyPr/>
                    <a:lstStyle>
                      <a:lvl1pPr marL="0" algn="r" defTabSz="914400" rtl="1" eaLnBrk="1" latinLnBrk="0" hangingPunct="1">
                        <a:defRPr sz="1800" kern="1200">
                          <a:solidFill>
                            <a:schemeClr val="dk1"/>
                          </a:solidFill>
                          <a:latin typeface="Arial"/>
                        </a:defRPr>
                      </a:lvl1pPr>
                      <a:lvl2pPr marL="457200" algn="r" defTabSz="914400" rtl="1" eaLnBrk="1" latinLnBrk="0" hangingPunct="1">
                        <a:defRPr sz="1800" kern="1200">
                          <a:solidFill>
                            <a:schemeClr val="dk1"/>
                          </a:solidFill>
                          <a:latin typeface="Arial"/>
                        </a:defRPr>
                      </a:lvl2pPr>
                      <a:lvl3pPr marL="914400" algn="r" defTabSz="914400" rtl="1" eaLnBrk="1" latinLnBrk="0" hangingPunct="1">
                        <a:defRPr sz="1800" kern="1200">
                          <a:solidFill>
                            <a:schemeClr val="dk1"/>
                          </a:solidFill>
                          <a:latin typeface="Arial"/>
                        </a:defRPr>
                      </a:lvl3pPr>
                      <a:lvl4pPr marL="1371600" algn="r" defTabSz="914400" rtl="1" eaLnBrk="1" latinLnBrk="0" hangingPunct="1">
                        <a:defRPr sz="1800" kern="1200">
                          <a:solidFill>
                            <a:schemeClr val="dk1"/>
                          </a:solidFill>
                          <a:latin typeface="Arial"/>
                        </a:defRPr>
                      </a:lvl4pPr>
                      <a:lvl5pPr marL="1828800" algn="r" defTabSz="914400" rtl="1" eaLnBrk="1" latinLnBrk="0" hangingPunct="1">
                        <a:defRPr sz="1800" kern="1200">
                          <a:solidFill>
                            <a:schemeClr val="dk1"/>
                          </a:solidFill>
                          <a:latin typeface="Arial"/>
                        </a:defRPr>
                      </a:lvl5pPr>
                      <a:lvl6pPr marL="2286000" algn="r" defTabSz="914400" rtl="1" eaLnBrk="1" latinLnBrk="0" hangingPunct="1">
                        <a:defRPr sz="1800" kern="1200">
                          <a:solidFill>
                            <a:schemeClr val="dk1"/>
                          </a:solidFill>
                          <a:latin typeface="Arial"/>
                        </a:defRPr>
                      </a:lvl6pPr>
                      <a:lvl7pPr marL="2743200" algn="r" defTabSz="914400" rtl="1" eaLnBrk="1" latinLnBrk="0" hangingPunct="1">
                        <a:defRPr sz="1800" kern="1200">
                          <a:solidFill>
                            <a:schemeClr val="dk1"/>
                          </a:solidFill>
                          <a:latin typeface="Arial"/>
                        </a:defRPr>
                      </a:lvl7pPr>
                      <a:lvl8pPr marL="3200400" algn="r" defTabSz="914400" rtl="1" eaLnBrk="1" latinLnBrk="0" hangingPunct="1">
                        <a:defRPr sz="1800" kern="1200">
                          <a:solidFill>
                            <a:schemeClr val="dk1"/>
                          </a:solidFill>
                          <a:latin typeface="Arial"/>
                        </a:defRPr>
                      </a:lvl8pPr>
                      <a:lvl9pPr marL="3657600" algn="r" defTabSz="914400" rtl="1" eaLnBrk="1" latinLnBrk="0" hangingPunct="1">
                        <a:defRPr sz="1800" kern="1200">
                          <a:solidFill>
                            <a:schemeClr val="dk1"/>
                          </a:solidFill>
                          <a:latin typeface="Arial"/>
                        </a:defRPr>
                      </a:lvl9pPr>
                    </a:lstStyle>
                    <a:p>
                      <a:pPr algn="ctr" rtl="1"/>
                      <a:r>
                        <a:rPr lang="ar-SA" sz="1200" b="0" dirty="0">
                          <a:latin typeface="Bahij TheSansArabic Bold" panose="02040503050201020203" pitchFamily="18" charset="-78"/>
                          <a:ea typeface="Ping AR + LT Medium" panose="00000600000000000000" pitchFamily="50" charset="-78"/>
                          <a:cs typeface="Bahij TheSansArabic Bold" panose="02040503050201020203" pitchFamily="18" charset="-78"/>
                        </a:rPr>
                        <a:t>إدارة المشاريع </a:t>
                      </a:r>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104C5A"/>
                    </a:solidFill>
                  </a:tcPr>
                </a:tc>
                <a:tc>
                  <a:txBody>
                    <a:bodyPr/>
                    <a:lstStyle>
                      <a:lvl1pPr marL="0" algn="r" defTabSz="914400" rtl="1" eaLnBrk="1" latinLnBrk="0" hangingPunct="1">
                        <a:defRPr sz="1800" kern="1200">
                          <a:solidFill>
                            <a:schemeClr val="dk1"/>
                          </a:solidFill>
                          <a:latin typeface="Arial"/>
                        </a:defRPr>
                      </a:lvl1pPr>
                      <a:lvl2pPr marL="457200" algn="r" defTabSz="914400" rtl="1" eaLnBrk="1" latinLnBrk="0" hangingPunct="1">
                        <a:defRPr sz="1800" kern="1200">
                          <a:solidFill>
                            <a:schemeClr val="dk1"/>
                          </a:solidFill>
                          <a:latin typeface="Arial"/>
                        </a:defRPr>
                      </a:lvl2pPr>
                      <a:lvl3pPr marL="914400" algn="r" defTabSz="914400" rtl="1" eaLnBrk="1" latinLnBrk="0" hangingPunct="1">
                        <a:defRPr sz="1800" kern="1200">
                          <a:solidFill>
                            <a:schemeClr val="dk1"/>
                          </a:solidFill>
                          <a:latin typeface="Arial"/>
                        </a:defRPr>
                      </a:lvl3pPr>
                      <a:lvl4pPr marL="1371600" algn="r" defTabSz="914400" rtl="1" eaLnBrk="1" latinLnBrk="0" hangingPunct="1">
                        <a:defRPr sz="1800" kern="1200">
                          <a:solidFill>
                            <a:schemeClr val="dk1"/>
                          </a:solidFill>
                          <a:latin typeface="Arial"/>
                        </a:defRPr>
                      </a:lvl4pPr>
                      <a:lvl5pPr marL="1828800" algn="r" defTabSz="914400" rtl="1" eaLnBrk="1" latinLnBrk="0" hangingPunct="1">
                        <a:defRPr sz="1800" kern="1200">
                          <a:solidFill>
                            <a:schemeClr val="dk1"/>
                          </a:solidFill>
                          <a:latin typeface="Arial"/>
                        </a:defRPr>
                      </a:lvl5pPr>
                      <a:lvl6pPr marL="2286000" algn="r" defTabSz="914400" rtl="1" eaLnBrk="1" latinLnBrk="0" hangingPunct="1">
                        <a:defRPr sz="1800" kern="1200">
                          <a:solidFill>
                            <a:schemeClr val="dk1"/>
                          </a:solidFill>
                          <a:latin typeface="Arial"/>
                        </a:defRPr>
                      </a:lvl6pPr>
                      <a:lvl7pPr marL="2743200" algn="r" defTabSz="914400" rtl="1" eaLnBrk="1" latinLnBrk="0" hangingPunct="1">
                        <a:defRPr sz="1800" kern="1200">
                          <a:solidFill>
                            <a:schemeClr val="dk1"/>
                          </a:solidFill>
                          <a:latin typeface="Arial"/>
                        </a:defRPr>
                      </a:lvl7pPr>
                      <a:lvl8pPr marL="3200400" algn="r" defTabSz="914400" rtl="1" eaLnBrk="1" latinLnBrk="0" hangingPunct="1">
                        <a:defRPr sz="1800" kern="1200">
                          <a:solidFill>
                            <a:schemeClr val="dk1"/>
                          </a:solidFill>
                          <a:latin typeface="Arial"/>
                        </a:defRPr>
                      </a:lvl8pPr>
                      <a:lvl9pPr marL="3657600" algn="r" defTabSz="914400" rtl="1" eaLnBrk="1" latinLnBrk="0" hangingPunct="1">
                        <a:defRPr sz="1800" kern="1200">
                          <a:solidFill>
                            <a:schemeClr val="dk1"/>
                          </a:solidFill>
                          <a:latin typeface="Arial"/>
                        </a:defRPr>
                      </a:lvl9pPr>
                    </a:lstStyle>
                    <a:p>
                      <a:pPr algn="ctr" rtl="1"/>
                      <a:r>
                        <a:rPr lang="ar-SA" sz="1200" b="0" dirty="0">
                          <a:latin typeface="Bahij TheSansArabic Bold" panose="02040503050201020203" pitchFamily="18" charset="-78"/>
                          <a:ea typeface="Ping AR + LT Medium" panose="00000600000000000000" pitchFamily="50" charset="-78"/>
                          <a:cs typeface="Bahij TheSansArabic Bold" panose="02040503050201020203" pitchFamily="18" charset="-78"/>
                        </a:rPr>
                        <a:t>وحدة التطوع </a:t>
                      </a:r>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104C5A"/>
                    </a:solidFill>
                  </a:tcPr>
                </a:tc>
                <a:tc vMerge="1">
                  <a:txBody>
                    <a:bodyPr/>
                    <a:lstStyle/>
                    <a:p>
                      <a:endParaRPr dirty="0"/>
                    </a:p>
                  </a:txBody>
                  <a:tcPr/>
                </a:tc>
                <a:extLst>
                  <a:ext uri="{0D108BD9-81ED-4DB2-BD59-A6C34878D82A}">
                    <a16:rowId xmlns:a16="http://schemas.microsoft.com/office/drawing/2014/main" val="2831588079"/>
                  </a:ext>
                </a:extLst>
              </a:tr>
              <a:tr h="384225">
                <a:tc>
                  <a:txBody>
                    <a:bodyPr/>
                    <a:lstStyle>
                      <a:lvl1pPr marL="0" algn="r" defTabSz="914400" rtl="1" eaLnBrk="1" latinLnBrk="0" hangingPunct="1">
                        <a:defRPr sz="1800" kern="1200">
                          <a:solidFill>
                            <a:schemeClr val="dk1"/>
                          </a:solidFill>
                          <a:latin typeface="Arial"/>
                        </a:defRPr>
                      </a:lvl1pPr>
                      <a:lvl2pPr marL="457200" algn="r" defTabSz="914400" rtl="1" eaLnBrk="1" latinLnBrk="0" hangingPunct="1">
                        <a:defRPr sz="1800" kern="1200">
                          <a:solidFill>
                            <a:schemeClr val="dk1"/>
                          </a:solidFill>
                          <a:latin typeface="Arial"/>
                        </a:defRPr>
                      </a:lvl2pPr>
                      <a:lvl3pPr marL="914400" algn="r" defTabSz="914400" rtl="1" eaLnBrk="1" latinLnBrk="0" hangingPunct="1">
                        <a:defRPr sz="1800" kern="1200">
                          <a:solidFill>
                            <a:schemeClr val="dk1"/>
                          </a:solidFill>
                          <a:latin typeface="Arial"/>
                        </a:defRPr>
                      </a:lvl3pPr>
                      <a:lvl4pPr marL="1371600" algn="r" defTabSz="914400" rtl="1" eaLnBrk="1" latinLnBrk="0" hangingPunct="1">
                        <a:defRPr sz="1800" kern="1200">
                          <a:solidFill>
                            <a:schemeClr val="dk1"/>
                          </a:solidFill>
                          <a:latin typeface="Arial"/>
                        </a:defRPr>
                      </a:lvl4pPr>
                      <a:lvl5pPr marL="1828800" algn="r" defTabSz="914400" rtl="1" eaLnBrk="1" latinLnBrk="0" hangingPunct="1">
                        <a:defRPr sz="1800" kern="1200">
                          <a:solidFill>
                            <a:schemeClr val="dk1"/>
                          </a:solidFill>
                          <a:latin typeface="Arial"/>
                        </a:defRPr>
                      </a:lvl5pPr>
                      <a:lvl6pPr marL="2286000" algn="r" defTabSz="914400" rtl="1" eaLnBrk="1" latinLnBrk="0" hangingPunct="1">
                        <a:defRPr sz="1800" kern="1200">
                          <a:solidFill>
                            <a:schemeClr val="dk1"/>
                          </a:solidFill>
                          <a:latin typeface="Arial"/>
                        </a:defRPr>
                      </a:lvl6pPr>
                      <a:lvl7pPr marL="2743200" algn="r" defTabSz="914400" rtl="1" eaLnBrk="1" latinLnBrk="0" hangingPunct="1">
                        <a:defRPr sz="1800" kern="1200">
                          <a:solidFill>
                            <a:schemeClr val="dk1"/>
                          </a:solidFill>
                          <a:latin typeface="Arial"/>
                        </a:defRPr>
                      </a:lvl7pPr>
                      <a:lvl8pPr marL="3200400" algn="r" defTabSz="914400" rtl="1" eaLnBrk="1" latinLnBrk="0" hangingPunct="1">
                        <a:defRPr sz="1800" kern="1200">
                          <a:solidFill>
                            <a:schemeClr val="dk1"/>
                          </a:solidFill>
                          <a:latin typeface="Arial"/>
                        </a:defRPr>
                      </a:lvl8pPr>
                      <a:lvl9pPr marL="3657600" algn="r" defTabSz="914400" rtl="1" eaLnBrk="1" latinLnBrk="0" hangingPunct="1">
                        <a:defRPr sz="1800" kern="1200">
                          <a:solidFill>
                            <a:schemeClr val="dk1"/>
                          </a:solidFill>
                          <a:latin typeface="Arial"/>
                        </a:defRPr>
                      </a:lvl9pPr>
                    </a:lstStyle>
                    <a:p>
                      <a:pPr algn="ctr" rtl="1"/>
                      <a:endParaRPr lang="ar-SA" b="0" dirty="0">
                        <a:latin typeface="Bahij TheSansArabic Bold" panose="02040503050201020203" pitchFamily="18" charset="-78"/>
                        <a:ea typeface="Ping AR + LT Medium" panose="00000600000000000000" pitchFamily="50" charset="-78"/>
                        <a:cs typeface="Bahij TheSansArabic Bold" panose="02040503050201020203" pitchFamily="18" charset="-78"/>
                      </a:endParaRPr>
                    </a:p>
                  </a:txBody>
                  <a:tcPr anchor="ctr">
                    <a:lnL w="12700" cmpd="sng">
                      <a:solidFill>
                        <a:srgbClr val="FFFFFF"/>
                      </a:solidFill>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6F6F6"/>
                    </a:solidFill>
                  </a:tcPr>
                </a:tc>
                <a:tc>
                  <a:txBody>
                    <a:bodyPr/>
                    <a:lstStyle>
                      <a:lvl1pPr marL="0" algn="r" defTabSz="914400" rtl="1" eaLnBrk="1" latinLnBrk="0" hangingPunct="1">
                        <a:defRPr sz="1800" kern="1200">
                          <a:solidFill>
                            <a:schemeClr val="dk1"/>
                          </a:solidFill>
                          <a:latin typeface="Arial"/>
                        </a:defRPr>
                      </a:lvl1pPr>
                      <a:lvl2pPr marL="457200" algn="r" defTabSz="914400" rtl="1" eaLnBrk="1" latinLnBrk="0" hangingPunct="1">
                        <a:defRPr sz="1800" kern="1200">
                          <a:solidFill>
                            <a:schemeClr val="dk1"/>
                          </a:solidFill>
                          <a:latin typeface="Arial"/>
                        </a:defRPr>
                      </a:lvl2pPr>
                      <a:lvl3pPr marL="914400" algn="r" defTabSz="914400" rtl="1" eaLnBrk="1" latinLnBrk="0" hangingPunct="1">
                        <a:defRPr sz="1800" kern="1200">
                          <a:solidFill>
                            <a:schemeClr val="dk1"/>
                          </a:solidFill>
                          <a:latin typeface="Arial"/>
                        </a:defRPr>
                      </a:lvl3pPr>
                      <a:lvl4pPr marL="1371600" algn="r" defTabSz="914400" rtl="1" eaLnBrk="1" latinLnBrk="0" hangingPunct="1">
                        <a:defRPr sz="1800" kern="1200">
                          <a:solidFill>
                            <a:schemeClr val="dk1"/>
                          </a:solidFill>
                          <a:latin typeface="Arial"/>
                        </a:defRPr>
                      </a:lvl4pPr>
                      <a:lvl5pPr marL="1828800" algn="r" defTabSz="914400" rtl="1" eaLnBrk="1" latinLnBrk="0" hangingPunct="1">
                        <a:defRPr sz="1800" kern="1200">
                          <a:solidFill>
                            <a:schemeClr val="dk1"/>
                          </a:solidFill>
                          <a:latin typeface="Arial"/>
                        </a:defRPr>
                      </a:lvl5pPr>
                      <a:lvl6pPr marL="2286000" algn="r" defTabSz="914400" rtl="1" eaLnBrk="1" latinLnBrk="0" hangingPunct="1">
                        <a:defRPr sz="1800" kern="1200">
                          <a:solidFill>
                            <a:schemeClr val="dk1"/>
                          </a:solidFill>
                          <a:latin typeface="Arial"/>
                        </a:defRPr>
                      </a:lvl6pPr>
                      <a:lvl7pPr marL="2743200" algn="r" defTabSz="914400" rtl="1" eaLnBrk="1" latinLnBrk="0" hangingPunct="1">
                        <a:defRPr sz="1800" kern="1200">
                          <a:solidFill>
                            <a:schemeClr val="dk1"/>
                          </a:solidFill>
                          <a:latin typeface="Arial"/>
                        </a:defRPr>
                      </a:lvl7pPr>
                      <a:lvl8pPr marL="3200400" algn="r" defTabSz="914400" rtl="1" eaLnBrk="1" latinLnBrk="0" hangingPunct="1">
                        <a:defRPr sz="1800" kern="1200">
                          <a:solidFill>
                            <a:schemeClr val="dk1"/>
                          </a:solidFill>
                          <a:latin typeface="Arial"/>
                        </a:defRPr>
                      </a:lvl8pPr>
                      <a:lvl9pPr marL="3657600" algn="r" defTabSz="914400" rtl="1" eaLnBrk="1" latinLnBrk="0" hangingPunct="1">
                        <a:defRPr sz="1800" kern="1200">
                          <a:solidFill>
                            <a:schemeClr val="dk1"/>
                          </a:solidFill>
                          <a:latin typeface="Arial"/>
                        </a:defRPr>
                      </a:lvl9pPr>
                    </a:lstStyle>
                    <a:p>
                      <a:pPr algn="ctr" rtl="1"/>
                      <a:endParaRPr lang="ar-SA" b="0" dirty="0">
                        <a:latin typeface="Bahij TheSansArabic Bold" panose="02040503050201020203" pitchFamily="18" charset="-78"/>
                        <a:ea typeface="Ping AR + LT Medium" panose="00000600000000000000" pitchFamily="50" charset="-78"/>
                        <a:cs typeface="Bahij TheSansArabic Bold" panose="02040503050201020203" pitchFamily="18" charset="-78"/>
                      </a:endParaRPr>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6F6F6"/>
                    </a:solidFill>
                  </a:tcPr>
                </a:tc>
                <a:tc>
                  <a:txBody>
                    <a:bodyPr/>
                    <a:lstStyle>
                      <a:lvl1pPr marL="0" algn="r" defTabSz="914400" rtl="1" eaLnBrk="1" latinLnBrk="0" hangingPunct="1">
                        <a:defRPr sz="1800" kern="1200">
                          <a:solidFill>
                            <a:schemeClr val="dk1"/>
                          </a:solidFill>
                          <a:latin typeface="Arial"/>
                        </a:defRPr>
                      </a:lvl1pPr>
                      <a:lvl2pPr marL="457200" algn="r" defTabSz="914400" rtl="1" eaLnBrk="1" latinLnBrk="0" hangingPunct="1">
                        <a:defRPr sz="1800" kern="1200">
                          <a:solidFill>
                            <a:schemeClr val="dk1"/>
                          </a:solidFill>
                          <a:latin typeface="Arial"/>
                        </a:defRPr>
                      </a:lvl2pPr>
                      <a:lvl3pPr marL="914400" algn="r" defTabSz="914400" rtl="1" eaLnBrk="1" latinLnBrk="0" hangingPunct="1">
                        <a:defRPr sz="1800" kern="1200">
                          <a:solidFill>
                            <a:schemeClr val="dk1"/>
                          </a:solidFill>
                          <a:latin typeface="Arial"/>
                        </a:defRPr>
                      </a:lvl3pPr>
                      <a:lvl4pPr marL="1371600" algn="r" defTabSz="914400" rtl="1" eaLnBrk="1" latinLnBrk="0" hangingPunct="1">
                        <a:defRPr sz="1800" kern="1200">
                          <a:solidFill>
                            <a:schemeClr val="dk1"/>
                          </a:solidFill>
                          <a:latin typeface="Arial"/>
                        </a:defRPr>
                      </a:lvl4pPr>
                      <a:lvl5pPr marL="1828800" algn="r" defTabSz="914400" rtl="1" eaLnBrk="1" latinLnBrk="0" hangingPunct="1">
                        <a:defRPr sz="1800" kern="1200">
                          <a:solidFill>
                            <a:schemeClr val="dk1"/>
                          </a:solidFill>
                          <a:latin typeface="Arial"/>
                        </a:defRPr>
                      </a:lvl5pPr>
                      <a:lvl6pPr marL="2286000" algn="r" defTabSz="914400" rtl="1" eaLnBrk="1" latinLnBrk="0" hangingPunct="1">
                        <a:defRPr sz="1800" kern="1200">
                          <a:solidFill>
                            <a:schemeClr val="dk1"/>
                          </a:solidFill>
                          <a:latin typeface="Arial"/>
                        </a:defRPr>
                      </a:lvl6pPr>
                      <a:lvl7pPr marL="2743200" algn="r" defTabSz="914400" rtl="1" eaLnBrk="1" latinLnBrk="0" hangingPunct="1">
                        <a:defRPr sz="1800" kern="1200">
                          <a:solidFill>
                            <a:schemeClr val="dk1"/>
                          </a:solidFill>
                          <a:latin typeface="Arial"/>
                        </a:defRPr>
                      </a:lvl7pPr>
                      <a:lvl8pPr marL="3200400" algn="r" defTabSz="914400" rtl="1" eaLnBrk="1" latinLnBrk="0" hangingPunct="1">
                        <a:defRPr sz="1800" kern="1200">
                          <a:solidFill>
                            <a:schemeClr val="dk1"/>
                          </a:solidFill>
                          <a:latin typeface="Arial"/>
                        </a:defRPr>
                      </a:lvl8pPr>
                      <a:lvl9pPr marL="3657600" algn="r" defTabSz="914400" rtl="1" eaLnBrk="1" latinLnBrk="0" hangingPunct="1">
                        <a:defRPr sz="1800" kern="1200">
                          <a:solidFill>
                            <a:schemeClr val="dk1"/>
                          </a:solidFill>
                          <a:latin typeface="Arial"/>
                        </a:defRPr>
                      </a:lvl9pPr>
                    </a:lstStyle>
                    <a:p>
                      <a:pPr algn="ctr" rtl="1"/>
                      <a:r>
                        <a:rPr lang="en-US" b="0" dirty="0">
                          <a:latin typeface="Bahij TheSansArabic Bold" panose="02040503050201020203" pitchFamily="18" charset="-78"/>
                          <a:ea typeface="Ping AR + LT Medium" panose="00000600000000000000" pitchFamily="50" charset="-78"/>
                          <a:cs typeface="Bahij TheSansArabic Bold" panose="02040503050201020203" pitchFamily="18" charset="-78"/>
                        </a:rPr>
                        <a:t>I</a:t>
                      </a:r>
                      <a:endParaRPr lang="ar-SA" b="0" dirty="0">
                        <a:latin typeface="Bahij TheSansArabic Bold" panose="02040503050201020203" pitchFamily="18" charset="-78"/>
                        <a:ea typeface="Ping AR + LT Medium" panose="00000600000000000000" pitchFamily="50" charset="-78"/>
                        <a:cs typeface="Bahij TheSansArabic Bold" panose="02040503050201020203" pitchFamily="18" charset="-78"/>
                      </a:endParaRPr>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6F6F6"/>
                    </a:solidFill>
                  </a:tcPr>
                </a:tc>
                <a:tc>
                  <a:txBody>
                    <a:bodyPr/>
                    <a:lstStyle>
                      <a:lvl1pPr marL="0" algn="r" defTabSz="914400" rtl="1" eaLnBrk="1" latinLnBrk="0" hangingPunct="1">
                        <a:defRPr sz="1800" kern="1200">
                          <a:solidFill>
                            <a:schemeClr val="dk1"/>
                          </a:solidFill>
                          <a:latin typeface="Arial"/>
                        </a:defRPr>
                      </a:lvl1pPr>
                      <a:lvl2pPr marL="457200" algn="r" defTabSz="914400" rtl="1" eaLnBrk="1" latinLnBrk="0" hangingPunct="1">
                        <a:defRPr sz="1800" kern="1200">
                          <a:solidFill>
                            <a:schemeClr val="dk1"/>
                          </a:solidFill>
                          <a:latin typeface="Arial"/>
                        </a:defRPr>
                      </a:lvl2pPr>
                      <a:lvl3pPr marL="914400" algn="r" defTabSz="914400" rtl="1" eaLnBrk="1" latinLnBrk="0" hangingPunct="1">
                        <a:defRPr sz="1800" kern="1200">
                          <a:solidFill>
                            <a:schemeClr val="dk1"/>
                          </a:solidFill>
                          <a:latin typeface="Arial"/>
                        </a:defRPr>
                      </a:lvl3pPr>
                      <a:lvl4pPr marL="1371600" algn="r" defTabSz="914400" rtl="1" eaLnBrk="1" latinLnBrk="0" hangingPunct="1">
                        <a:defRPr sz="1800" kern="1200">
                          <a:solidFill>
                            <a:schemeClr val="dk1"/>
                          </a:solidFill>
                          <a:latin typeface="Arial"/>
                        </a:defRPr>
                      </a:lvl4pPr>
                      <a:lvl5pPr marL="1828800" algn="r" defTabSz="914400" rtl="1" eaLnBrk="1" latinLnBrk="0" hangingPunct="1">
                        <a:defRPr sz="1800" kern="1200">
                          <a:solidFill>
                            <a:schemeClr val="dk1"/>
                          </a:solidFill>
                          <a:latin typeface="Arial"/>
                        </a:defRPr>
                      </a:lvl5pPr>
                      <a:lvl6pPr marL="2286000" algn="r" defTabSz="914400" rtl="1" eaLnBrk="1" latinLnBrk="0" hangingPunct="1">
                        <a:defRPr sz="1800" kern="1200">
                          <a:solidFill>
                            <a:schemeClr val="dk1"/>
                          </a:solidFill>
                          <a:latin typeface="Arial"/>
                        </a:defRPr>
                      </a:lvl6pPr>
                      <a:lvl7pPr marL="2743200" algn="r" defTabSz="914400" rtl="1" eaLnBrk="1" latinLnBrk="0" hangingPunct="1">
                        <a:defRPr sz="1800" kern="1200">
                          <a:solidFill>
                            <a:schemeClr val="dk1"/>
                          </a:solidFill>
                          <a:latin typeface="Arial"/>
                        </a:defRPr>
                      </a:lvl7pPr>
                      <a:lvl8pPr marL="3200400" algn="r" defTabSz="914400" rtl="1" eaLnBrk="1" latinLnBrk="0" hangingPunct="1">
                        <a:defRPr sz="1800" kern="1200">
                          <a:solidFill>
                            <a:schemeClr val="dk1"/>
                          </a:solidFill>
                          <a:latin typeface="Arial"/>
                        </a:defRPr>
                      </a:lvl8pPr>
                      <a:lvl9pPr marL="3657600" algn="r" defTabSz="914400" rtl="1" eaLnBrk="1" latinLnBrk="0" hangingPunct="1">
                        <a:defRPr sz="1800" kern="1200">
                          <a:solidFill>
                            <a:schemeClr val="dk1"/>
                          </a:solidFill>
                          <a:latin typeface="Arial"/>
                        </a:defRPr>
                      </a:lvl9pPr>
                    </a:lstStyle>
                    <a:p>
                      <a:pPr algn="ctr" rtl="1"/>
                      <a:r>
                        <a:rPr lang="en-US" b="0" dirty="0">
                          <a:latin typeface="Bahij TheSansArabic Bold" panose="02040503050201020203" pitchFamily="18" charset="-78"/>
                          <a:ea typeface="Ping AR + LT Medium" panose="00000600000000000000" pitchFamily="50" charset="-78"/>
                          <a:cs typeface="Bahij TheSansArabic Bold" panose="02040503050201020203" pitchFamily="18" charset="-78"/>
                        </a:rPr>
                        <a:t>I</a:t>
                      </a:r>
                      <a:endParaRPr lang="ar-SA" b="0" dirty="0">
                        <a:latin typeface="Bahij TheSansArabic Bold" panose="02040503050201020203" pitchFamily="18" charset="-78"/>
                        <a:ea typeface="Ping AR + LT Medium" panose="00000600000000000000" pitchFamily="50" charset="-78"/>
                        <a:cs typeface="Bahij TheSansArabic Bold" panose="02040503050201020203" pitchFamily="18" charset="-78"/>
                      </a:endParaRPr>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6F6F6"/>
                    </a:solidFill>
                  </a:tcPr>
                </a:tc>
                <a:tc>
                  <a:txBody>
                    <a:bodyPr/>
                    <a:lstStyle>
                      <a:lvl1pPr marL="0" algn="r" defTabSz="914400" rtl="1" eaLnBrk="1" latinLnBrk="0" hangingPunct="1">
                        <a:defRPr sz="1800" kern="1200">
                          <a:solidFill>
                            <a:schemeClr val="dk1"/>
                          </a:solidFill>
                          <a:latin typeface="Arial"/>
                        </a:defRPr>
                      </a:lvl1pPr>
                      <a:lvl2pPr marL="457200" algn="r" defTabSz="914400" rtl="1" eaLnBrk="1" latinLnBrk="0" hangingPunct="1">
                        <a:defRPr sz="1800" kern="1200">
                          <a:solidFill>
                            <a:schemeClr val="dk1"/>
                          </a:solidFill>
                          <a:latin typeface="Arial"/>
                        </a:defRPr>
                      </a:lvl2pPr>
                      <a:lvl3pPr marL="914400" algn="r" defTabSz="914400" rtl="1" eaLnBrk="1" latinLnBrk="0" hangingPunct="1">
                        <a:defRPr sz="1800" kern="1200">
                          <a:solidFill>
                            <a:schemeClr val="dk1"/>
                          </a:solidFill>
                          <a:latin typeface="Arial"/>
                        </a:defRPr>
                      </a:lvl3pPr>
                      <a:lvl4pPr marL="1371600" algn="r" defTabSz="914400" rtl="1" eaLnBrk="1" latinLnBrk="0" hangingPunct="1">
                        <a:defRPr sz="1800" kern="1200">
                          <a:solidFill>
                            <a:schemeClr val="dk1"/>
                          </a:solidFill>
                          <a:latin typeface="Arial"/>
                        </a:defRPr>
                      </a:lvl4pPr>
                      <a:lvl5pPr marL="1828800" algn="r" defTabSz="914400" rtl="1" eaLnBrk="1" latinLnBrk="0" hangingPunct="1">
                        <a:defRPr sz="1800" kern="1200">
                          <a:solidFill>
                            <a:schemeClr val="dk1"/>
                          </a:solidFill>
                          <a:latin typeface="Arial"/>
                        </a:defRPr>
                      </a:lvl5pPr>
                      <a:lvl6pPr marL="2286000" algn="r" defTabSz="914400" rtl="1" eaLnBrk="1" latinLnBrk="0" hangingPunct="1">
                        <a:defRPr sz="1800" kern="1200">
                          <a:solidFill>
                            <a:schemeClr val="dk1"/>
                          </a:solidFill>
                          <a:latin typeface="Arial"/>
                        </a:defRPr>
                      </a:lvl6pPr>
                      <a:lvl7pPr marL="2743200" algn="r" defTabSz="914400" rtl="1" eaLnBrk="1" latinLnBrk="0" hangingPunct="1">
                        <a:defRPr sz="1800" kern="1200">
                          <a:solidFill>
                            <a:schemeClr val="dk1"/>
                          </a:solidFill>
                          <a:latin typeface="Arial"/>
                        </a:defRPr>
                      </a:lvl7pPr>
                      <a:lvl8pPr marL="3200400" algn="r" defTabSz="914400" rtl="1" eaLnBrk="1" latinLnBrk="0" hangingPunct="1">
                        <a:defRPr sz="1800" kern="1200">
                          <a:solidFill>
                            <a:schemeClr val="dk1"/>
                          </a:solidFill>
                          <a:latin typeface="Arial"/>
                        </a:defRPr>
                      </a:lvl8pPr>
                      <a:lvl9pPr marL="3657600" algn="r" defTabSz="914400" rtl="1" eaLnBrk="1" latinLnBrk="0" hangingPunct="1">
                        <a:defRPr sz="1800" kern="1200">
                          <a:solidFill>
                            <a:schemeClr val="dk1"/>
                          </a:solidFill>
                          <a:latin typeface="Arial"/>
                        </a:defRPr>
                      </a:lvl9pPr>
                    </a:lstStyle>
                    <a:p>
                      <a:pPr marL="0" marR="0" lvl="0" indent="0" algn="ctr" defTabSz="914400" rtl="1" eaLnBrk="1" fontAlgn="auto" latinLnBrk="0" hangingPunct="1">
                        <a:lnSpc>
                          <a:spcPct val="100000"/>
                        </a:lnSpc>
                        <a:spcBef>
                          <a:spcPts val="0"/>
                        </a:spcBef>
                        <a:spcAft>
                          <a:spcPts val="0"/>
                        </a:spcAft>
                        <a:buClr>
                          <a:srgbClr val="000000"/>
                        </a:buClr>
                        <a:buSzTx/>
                        <a:buFont typeface="Arial"/>
                        <a:buNone/>
                        <a:tabLst/>
                        <a:defRPr/>
                      </a:pPr>
                      <a:r>
                        <a:rPr kumimoji="0" lang="en-US" sz="1400" b="0" i="0" u="none" strike="noStrike" kern="0" cap="none" spc="0" normalizeH="0" baseline="0" noProof="0" dirty="0">
                          <a:ln>
                            <a:noFill/>
                          </a:ln>
                          <a:solidFill>
                            <a:srgbClr val="000000"/>
                          </a:solidFill>
                          <a:effectLst/>
                          <a:uLnTx/>
                          <a:uFillTx/>
                          <a:latin typeface="Bahij TheSansArabic Bold" panose="02040503050201020203" pitchFamily="18" charset="-78"/>
                          <a:ea typeface="Ping AR + LT Medium" panose="00000600000000000000" pitchFamily="50" charset="-78"/>
                          <a:cs typeface="Bahij TheSansArabic Bold" panose="02040503050201020203" pitchFamily="18" charset="-78"/>
                          <a:sym typeface="Arial"/>
                        </a:rPr>
                        <a:t>C</a:t>
                      </a:r>
                      <a:endParaRPr kumimoji="0" lang="ar-SA" sz="1400" b="0" i="0" u="none" strike="noStrike" kern="0" cap="none" spc="0" normalizeH="0" baseline="0" noProof="0" dirty="0">
                        <a:ln>
                          <a:noFill/>
                        </a:ln>
                        <a:solidFill>
                          <a:srgbClr val="000000"/>
                        </a:solidFill>
                        <a:effectLst/>
                        <a:uLnTx/>
                        <a:uFillTx/>
                        <a:latin typeface="Bahij TheSansArabic Bold" panose="02040503050201020203" pitchFamily="18" charset="-78"/>
                        <a:ea typeface="Ping AR + LT Medium" panose="00000600000000000000" pitchFamily="50" charset="-78"/>
                        <a:cs typeface="Bahij TheSansArabic Bold" panose="02040503050201020203" pitchFamily="18" charset="-78"/>
                        <a:sym typeface="Arial"/>
                      </a:endParaRPr>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6F6F6"/>
                    </a:solidFill>
                  </a:tcPr>
                </a:tc>
                <a:tc>
                  <a:txBody>
                    <a:bodyPr/>
                    <a:lstStyle>
                      <a:lvl1pPr marL="0" algn="r" defTabSz="914400" rtl="1" eaLnBrk="1" latinLnBrk="0" hangingPunct="1">
                        <a:defRPr sz="1800" kern="1200">
                          <a:solidFill>
                            <a:schemeClr val="dk1"/>
                          </a:solidFill>
                          <a:latin typeface="Arial"/>
                        </a:defRPr>
                      </a:lvl1pPr>
                      <a:lvl2pPr marL="457200" algn="r" defTabSz="914400" rtl="1" eaLnBrk="1" latinLnBrk="0" hangingPunct="1">
                        <a:defRPr sz="1800" kern="1200">
                          <a:solidFill>
                            <a:schemeClr val="dk1"/>
                          </a:solidFill>
                          <a:latin typeface="Arial"/>
                        </a:defRPr>
                      </a:lvl2pPr>
                      <a:lvl3pPr marL="914400" algn="r" defTabSz="914400" rtl="1" eaLnBrk="1" latinLnBrk="0" hangingPunct="1">
                        <a:defRPr sz="1800" kern="1200">
                          <a:solidFill>
                            <a:schemeClr val="dk1"/>
                          </a:solidFill>
                          <a:latin typeface="Arial"/>
                        </a:defRPr>
                      </a:lvl3pPr>
                      <a:lvl4pPr marL="1371600" algn="r" defTabSz="914400" rtl="1" eaLnBrk="1" latinLnBrk="0" hangingPunct="1">
                        <a:defRPr sz="1800" kern="1200">
                          <a:solidFill>
                            <a:schemeClr val="dk1"/>
                          </a:solidFill>
                          <a:latin typeface="Arial"/>
                        </a:defRPr>
                      </a:lvl4pPr>
                      <a:lvl5pPr marL="1828800" algn="r" defTabSz="914400" rtl="1" eaLnBrk="1" latinLnBrk="0" hangingPunct="1">
                        <a:defRPr sz="1800" kern="1200">
                          <a:solidFill>
                            <a:schemeClr val="dk1"/>
                          </a:solidFill>
                          <a:latin typeface="Arial"/>
                        </a:defRPr>
                      </a:lvl5pPr>
                      <a:lvl6pPr marL="2286000" algn="r" defTabSz="914400" rtl="1" eaLnBrk="1" latinLnBrk="0" hangingPunct="1">
                        <a:defRPr sz="1800" kern="1200">
                          <a:solidFill>
                            <a:schemeClr val="dk1"/>
                          </a:solidFill>
                          <a:latin typeface="Arial"/>
                        </a:defRPr>
                      </a:lvl6pPr>
                      <a:lvl7pPr marL="2743200" algn="r" defTabSz="914400" rtl="1" eaLnBrk="1" latinLnBrk="0" hangingPunct="1">
                        <a:defRPr sz="1800" kern="1200">
                          <a:solidFill>
                            <a:schemeClr val="dk1"/>
                          </a:solidFill>
                          <a:latin typeface="Arial"/>
                        </a:defRPr>
                      </a:lvl7pPr>
                      <a:lvl8pPr marL="3200400" algn="r" defTabSz="914400" rtl="1" eaLnBrk="1" latinLnBrk="0" hangingPunct="1">
                        <a:defRPr sz="1800" kern="1200">
                          <a:solidFill>
                            <a:schemeClr val="dk1"/>
                          </a:solidFill>
                          <a:latin typeface="Arial"/>
                        </a:defRPr>
                      </a:lvl8pPr>
                      <a:lvl9pPr marL="3657600" algn="r" defTabSz="914400" rtl="1" eaLnBrk="1" latinLnBrk="0" hangingPunct="1">
                        <a:defRPr sz="1800" kern="1200">
                          <a:solidFill>
                            <a:schemeClr val="dk1"/>
                          </a:solidFill>
                          <a:latin typeface="Arial"/>
                        </a:defRPr>
                      </a:lvl9pPr>
                    </a:lstStyle>
                    <a:p>
                      <a:pPr marL="0" marR="0" lvl="0" indent="0" algn="ctr" defTabSz="914400" rtl="1" eaLnBrk="1" fontAlgn="auto" latinLnBrk="0" hangingPunct="1">
                        <a:lnSpc>
                          <a:spcPct val="100000"/>
                        </a:lnSpc>
                        <a:spcBef>
                          <a:spcPts val="0"/>
                        </a:spcBef>
                        <a:spcAft>
                          <a:spcPts val="0"/>
                        </a:spcAft>
                        <a:buClr>
                          <a:srgbClr val="000000"/>
                        </a:buClr>
                        <a:buSzTx/>
                        <a:buFont typeface="Arial"/>
                        <a:buNone/>
                        <a:tabLst/>
                        <a:defRPr/>
                      </a:pPr>
                      <a:r>
                        <a:rPr kumimoji="0" lang="en-US" sz="1400" b="0" i="0" u="none" strike="noStrike" kern="0" cap="none" spc="0" normalizeH="0" baseline="0" noProof="0" dirty="0">
                          <a:ln>
                            <a:noFill/>
                          </a:ln>
                          <a:solidFill>
                            <a:srgbClr val="000000"/>
                          </a:solidFill>
                          <a:effectLst/>
                          <a:uLnTx/>
                          <a:uFillTx/>
                          <a:latin typeface="Bahij TheSansArabic Bold" panose="02040503050201020203" pitchFamily="18" charset="-78"/>
                          <a:ea typeface="Ping AR + LT Medium" panose="00000600000000000000" pitchFamily="50" charset="-78"/>
                          <a:cs typeface="Bahij TheSansArabic Bold" panose="02040503050201020203" pitchFamily="18" charset="-78"/>
                          <a:sym typeface="Arial"/>
                        </a:rPr>
                        <a:t>C</a:t>
                      </a:r>
                      <a:endParaRPr kumimoji="0" lang="ar-SA" sz="1400" b="0" i="0" u="none" strike="noStrike" kern="0" cap="none" spc="0" normalizeH="0" baseline="0" noProof="0" dirty="0">
                        <a:ln>
                          <a:noFill/>
                        </a:ln>
                        <a:solidFill>
                          <a:srgbClr val="000000"/>
                        </a:solidFill>
                        <a:effectLst/>
                        <a:uLnTx/>
                        <a:uFillTx/>
                        <a:latin typeface="Bahij TheSansArabic Bold" panose="02040503050201020203" pitchFamily="18" charset="-78"/>
                        <a:ea typeface="Ping AR + LT Medium" panose="00000600000000000000" pitchFamily="50" charset="-78"/>
                        <a:cs typeface="Bahij TheSansArabic Bold" panose="02040503050201020203" pitchFamily="18" charset="-78"/>
                        <a:sym typeface="Arial"/>
                      </a:endParaRPr>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6F6F6"/>
                    </a:solidFill>
                  </a:tcPr>
                </a:tc>
                <a:tc>
                  <a:txBody>
                    <a:bodyPr/>
                    <a:lstStyle>
                      <a:lvl1pPr marL="0" algn="r" defTabSz="914400" rtl="1" eaLnBrk="1" latinLnBrk="0" hangingPunct="1">
                        <a:defRPr sz="1800" kern="1200">
                          <a:solidFill>
                            <a:schemeClr val="dk1"/>
                          </a:solidFill>
                          <a:latin typeface="Arial"/>
                        </a:defRPr>
                      </a:lvl1pPr>
                      <a:lvl2pPr marL="457200" algn="r" defTabSz="914400" rtl="1" eaLnBrk="1" latinLnBrk="0" hangingPunct="1">
                        <a:defRPr sz="1800" kern="1200">
                          <a:solidFill>
                            <a:schemeClr val="dk1"/>
                          </a:solidFill>
                          <a:latin typeface="Arial"/>
                        </a:defRPr>
                      </a:lvl2pPr>
                      <a:lvl3pPr marL="914400" algn="r" defTabSz="914400" rtl="1" eaLnBrk="1" latinLnBrk="0" hangingPunct="1">
                        <a:defRPr sz="1800" kern="1200">
                          <a:solidFill>
                            <a:schemeClr val="dk1"/>
                          </a:solidFill>
                          <a:latin typeface="Arial"/>
                        </a:defRPr>
                      </a:lvl3pPr>
                      <a:lvl4pPr marL="1371600" algn="r" defTabSz="914400" rtl="1" eaLnBrk="1" latinLnBrk="0" hangingPunct="1">
                        <a:defRPr sz="1800" kern="1200">
                          <a:solidFill>
                            <a:schemeClr val="dk1"/>
                          </a:solidFill>
                          <a:latin typeface="Arial"/>
                        </a:defRPr>
                      </a:lvl4pPr>
                      <a:lvl5pPr marL="1828800" algn="r" defTabSz="914400" rtl="1" eaLnBrk="1" latinLnBrk="0" hangingPunct="1">
                        <a:defRPr sz="1800" kern="1200">
                          <a:solidFill>
                            <a:schemeClr val="dk1"/>
                          </a:solidFill>
                          <a:latin typeface="Arial"/>
                        </a:defRPr>
                      </a:lvl5pPr>
                      <a:lvl6pPr marL="2286000" algn="r" defTabSz="914400" rtl="1" eaLnBrk="1" latinLnBrk="0" hangingPunct="1">
                        <a:defRPr sz="1800" kern="1200">
                          <a:solidFill>
                            <a:schemeClr val="dk1"/>
                          </a:solidFill>
                          <a:latin typeface="Arial"/>
                        </a:defRPr>
                      </a:lvl6pPr>
                      <a:lvl7pPr marL="2743200" algn="r" defTabSz="914400" rtl="1" eaLnBrk="1" latinLnBrk="0" hangingPunct="1">
                        <a:defRPr sz="1800" kern="1200">
                          <a:solidFill>
                            <a:schemeClr val="dk1"/>
                          </a:solidFill>
                          <a:latin typeface="Arial"/>
                        </a:defRPr>
                      </a:lvl7pPr>
                      <a:lvl8pPr marL="3200400" algn="r" defTabSz="914400" rtl="1" eaLnBrk="1" latinLnBrk="0" hangingPunct="1">
                        <a:defRPr sz="1800" kern="1200">
                          <a:solidFill>
                            <a:schemeClr val="dk1"/>
                          </a:solidFill>
                          <a:latin typeface="Arial"/>
                        </a:defRPr>
                      </a:lvl8pPr>
                      <a:lvl9pPr marL="3657600" algn="r" defTabSz="914400" rtl="1" eaLnBrk="1" latinLnBrk="0" hangingPunct="1">
                        <a:defRPr sz="1800" kern="1200">
                          <a:solidFill>
                            <a:schemeClr val="dk1"/>
                          </a:solidFill>
                          <a:latin typeface="Arial"/>
                        </a:defRPr>
                      </a:lvl9pPr>
                    </a:lstStyle>
                    <a:p>
                      <a:pPr algn="ctr" rtl="1"/>
                      <a:r>
                        <a:rPr lang="en-US" b="0" dirty="0">
                          <a:latin typeface="Bahij TheSansArabic Bold" panose="02040503050201020203" pitchFamily="18" charset="-78"/>
                          <a:ea typeface="Ping AR + LT Medium" panose="00000600000000000000" pitchFamily="50" charset="-78"/>
                          <a:cs typeface="Bahij TheSansArabic Bold" panose="02040503050201020203" pitchFamily="18" charset="-78"/>
                        </a:rPr>
                        <a:t>A</a:t>
                      </a:r>
                      <a:endParaRPr lang="ar-SA" b="0" dirty="0">
                        <a:latin typeface="Bahij TheSansArabic Bold" panose="02040503050201020203" pitchFamily="18" charset="-78"/>
                        <a:ea typeface="Ping AR + LT Medium" panose="00000600000000000000" pitchFamily="50" charset="-78"/>
                        <a:cs typeface="Bahij TheSansArabic Bold" panose="02040503050201020203" pitchFamily="18" charset="-78"/>
                      </a:endParaRPr>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6F6F6"/>
                    </a:solidFill>
                  </a:tcPr>
                </a:tc>
                <a:tc>
                  <a:txBody>
                    <a:bodyPr/>
                    <a:lstStyle>
                      <a:lvl1pPr marL="0" algn="r" defTabSz="914400" rtl="1" eaLnBrk="1" latinLnBrk="0" hangingPunct="1">
                        <a:defRPr sz="1800" kern="1200">
                          <a:solidFill>
                            <a:schemeClr val="dk1"/>
                          </a:solidFill>
                          <a:latin typeface="Arial"/>
                        </a:defRPr>
                      </a:lvl1pPr>
                      <a:lvl2pPr marL="457200" algn="r" defTabSz="914400" rtl="1" eaLnBrk="1" latinLnBrk="0" hangingPunct="1">
                        <a:defRPr sz="1800" kern="1200">
                          <a:solidFill>
                            <a:schemeClr val="dk1"/>
                          </a:solidFill>
                          <a:latin typeface="Arial"/>
                        </a:defRPr>
                      </a:lvl2pPr>
                      <a:lvl3pPr marL="914400" algn="r" defTabSz="914400" rtl="1" eaLnBrk="1" latinLnBrk="0" hangingPunct="1">
                        <a:defRPr sz="1800" kern="1200">
                          <a:solidFill>
                            <a:schemeClr val="dk1"/>
                          </a:solidFill>
                          <a:latin typeface="Arial"/>
                        </a:defRPr>
                      </a:lvl3pPr>
                      <a:lvl4pPr marL="1371600" algn="r" defTabSz="914400" rtl="1" eaLnBrk="1" latinLnBrk="0" hangingPunct="1">
                        <a:defRPr sz="1800" kern="1200">
                          <a:solidFill>
                            <a:schemeClr val="dk1"/>
                          </a:solidFill>
                          <a:latin typeface="Arial"/>
                        </a:defRPr>
                      </a:lvl4pPr>
                      <a:lvl5pPr marL="1828800" algn="r" defTabSz="914400" rtl="1" eaLnBrk="1" latinLnBrk="0" hangingPunct="1">
                        <a:defRPr sz="1800" kern="1200">
                          <a:solidFill>
                            <a:schemeClr val="dk1"/>
                          </a:solidFill>
                          <a:latin typeface="Arial"/>
                        </a:defRPr>
                      </a:lvl5pPr>
                      <a:lvl6pPr marL="2286000" algn="r" defTabSz="914400" rtl="1" eaLnBrk="1" latinLnBrk="0" hangingPunct="1">
                        <a:defRPr sz="1800" kern="1200">
                          <a:solidFill>
                            <a:schemeClr val="dk1"/>
                          </a:solidFill>
                          <a:latin typeface="Arial"/>
                        </a:defRPr>
                      </a:lvl6pPr>
                      <a:lvl7pPr marL="2743200" algn="r" defTabSz="914400" rtl="1" eaLnBrk="1" latinLnBrk="0" hangingPunct="1">
                        <a:defRPr sz="1800" kern="1200">
                          <a:solidFill>
                            <a:schemeClr val="dk1"/>
                          </a:solidFill>
                          <a:latin typeface="Arial"/>
                        </a:defRPr>
                      </a:lvl7pPr>
                      <a:lvl8pPr marL="3200400" algn="r" defTabSz="914400" rtl="1" eaLnBrk="1" latinLnBrk="0" hangingPunct="1">
                        <a:defRPr sz="1800" kern="1200">
                          <a:solidFill>
                            <a:schemeClr val="dk1"/>
                          </a:solidFill>
                          <a:latin typeface="Arial"/>
                        </a:defRPr>
                      </a:lvl8pPr>
                      <a:lvl9pPr marL="3657600" algn="r" defTabSz="914400" rtl="1" eaLnBrk="1" latinLnBrk="0" hangingPunct="1">
                        <a:defRPr sz="1800" kern="1200">
                          <a:solidFill>
                            <a:schemeClr val="dk1"/>
                          </a:solidFill>
                          <a:latin typeface="Arial"/>
                        </a:defRPr>
                      </a:lvl9pPr>
                    </a:lstStyle>
                    <a:p>
                      <a:pPr algn="ctr" rtl="1"/>
                      <a:r>
                        <a:rPr lang="en-US" b="0" dirty="0">
                          <a:latin typeface="Bahij TheSansArabic Bold" panose="02040503050201020203" pitchFamily="18" charset="-78"/>
                          <a:ea typeface="Ping AR + LT Medium" panose="00000600000000000000" pitchFamily="50" charset="-78"/>
                          <a:cs typeface="Bahij TheSansArabic Bold" panose="02040503050201020203" pitchFamily="18" charset="-78"/>
                        </a:rPr>
                        <a:t>R</a:t>
                      </a:r>
                      <a:endParaRPr lang="ar-SA" b="0" dirty="0">
                        <a:latin typeface="Bahij TheSansArabic Bold" panose="02040503050201020203" pitchFamily="18" charset="-78"/>
                        <a:ea typeface="Ping AR + LT Medium" panose="00000600000000000000" pitchFamily="50" charset="-78"/>
                        <a:cs typeface="Bahij TheSansArabic Bold" panose="02040503050201020203" pitchFamily="18" charset="-78"/>
                      </a:endParaRPr>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6F6F6"/>
                    </a:solidFill>
                  </a:tcPr>
                </a:tc>
                <a:tc>
                  <a:txBody>
                    <a:bodyPr/>
                    <a:lstStyle>
                      <a:lvl1pPr marL="0" algn="r" defTabSz="914400" rtl="1" eaLnBrk="1" latinLnBrk="0" hangingPunct="1">
                        <a:defRPr sz="1800" kern="1200">
                          <a:solidFill>
                            <a:schemeClr val="dk1"/>
                          </a:solidFill>
                          <a:latin typeface="Arial"/>
                        </a:defRPr>
                      </a:lvl1pPr>
                      <a:lvl2pPr marL="457200" algn="r" defTabSz="914400" rtl="1" eaLnBrk="1" latinLnBrk="0" hangingPunct="1">
                        <a:defRPr sz="1800" kern="1200">
                          <a:solidFill>
                            <a:schemeClr val="dk1"/>
                          </a:solidFill>
                          <a:latin typeface="Arial"/>
                        </a:defRPr>
                      </a:lvl2pPr>
                      <a:lvl3pPr marL="914400" algn="r" defTabSz="914400" rtl="1" eaLnBrk="1" latinLnBrk="0" hangingPunct="1">
                        <a:defRPr sz="1800" kern="1200">
                          <a:solidFill>
                            <a:schemeClr val="dk1"/>
                          </a:solidFill>
                          <a:latin typeface="Arial"/>
                        </a:defRPr>
                      </a:lvl3pPr>
                      <a:lvl4pPr marL="1371600" algn="r" defTabSz="914400" rtl="1" eaLnBrk="1" latinLnBrk="0" hangingPunct="1">
                        <a:defRPr sz="1800" kern="1200">
                          <a:solidFill>
                            <a:schemeClr val="dk1"/>
                          </a:solidFill>
                          <a:latin typeface="Arial"/>
                        </a:defRPr>
                      </a:lvl4pPr>
                      <a:lvl5pPr marL="1828800" algn="r" defTabSz="914400" rtl="1" eaLnBrk="1" latinLnBrk="0" hangingPunct="1">
                        <a:defRPr sz="1800" kern="1200">
                          <a:solidFill>
                            <a:schemeClr val="dk1"/>
                          </a:solidFill>
                          <a:latin typeface="Arial"/>
                        </a:defRPr>
                      </a:lvl5pPr>
                      <a:lvl6pPr marL="2286000" algn="r" defTabSz="914400" rtl="1" eaLnBrk="1" latinLnBrk="0" hangingPunct="1">
                        <a:defRPr sz="1800" kern="1200">
                          <a:solidFill>
                            <a:schemeClr val="dk1"/>
                          </a:solidFill>
                          <a:latin typeface="Arial"/>
                        </a:defRPr>
                      </a:lvl6pPr>
                      <a:lvl7pPr marL="2743200" algn="r" defTabSz="914400" rtl="1" eaLnBrk="1" latinLnBrk="0" hangingPunct="1">
                        <a:defRPr sz="1800" kern="1200">
                          <a:solidFill>
                            <a:schemeClr val="dk1"/>
                          </a:solidFill>
                          <a:latin typeface="Arial"/>
                        </a:defRPr>
                      </a:lvl7pPr>
                      <a:lvl8pPr marL="3200400" algn="r" defTabSz="914400" rtl="1" eaLnBrk="1" latinLnBrk="0" hangingPunct="1">
                        <a:defRPr sz="1800" kern="1200">
                          <a:solidFill>
                            <a:schemeClr val="dk1"/>
                          </a:solidFill>
                          <a:latin typeface="Arial"/>
                        </a:defRPr>
                      </a:lvl8pPr>
                      <a:lvl9pPr marL="3657600" algn="r" defTabSz="914400" rtl="1" eaLnBrk="1" latinLnBrk="0" hangingPunct="1">
                        <a:defRPr sz="1800" kern="1200">
                          <a:solidFill>
                            <a:schemeClr val="dk1"/>
                          </a:solidFill>
                          <a:latin typeface="Arial"/>
                        </a:defRPr>
                      </a:lvl9pPr>
                    </a:lstStyle>
                    <a:p>
                      <a:pPr algn="justLow" rtl="1"/>
                      <a:r>
                        <a:rPr lang="ar-SA" b="0" dirty="0">
                          <a:latin typeface="Bahij TheSansArabic Bold" panose="02040503050201020203" pitchFamily="18" charset="-78"/>
                          <a:ea typeface="Ping AR + LT Medium" panose="00000600000000000000" pitchFamily="50" charset="-78"/>
                          <a:cs typeface="Bahij TheSansArabic Bold" panose="02040503050201020203" pitchFamily="18" charset="-78"/>
                        </a:rPr>
                        <a:t>1. التخطيط والتعزيز </a:t>
                      </a:r>
                      <a:endParaRPr lang="en-US" b="0" dirty="0">
                        <a:latin typeface="Bahij TheSansArabic Bold" panose="02040503050201020203" pitchFamily="18" charset="-78"/>
                        <a:ea typeface="Ping AR + LT Medium" panose="00000600000000000000" pitchFamily="50" charset="-78"/>
                        <a:cs typeface="Bahij TheSansArabic Bold" panose="02040503050201020203" pitchFamily="18" charset="-78"/>
                      </a:endParaRPr>
                    </a:p>
                  </a:txBody>
                  <a:tcPr>
                    <a:lnL w="12700" cap="flat" cmpd="sng" algn="ctr">
                      <a:solidFill>
                        <a:srgbClr val="FFFFFF"/>
                      </a:solidFill>
                      <a:prstDash val="solid"/>
                      <a:round/>
                      <a:headEnd type="none" w="med" len="med"/>
                      <a:tailEnd type="none" w="med" len="med"/>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F6F6F6"/>
                    </a:solidFill>
                  </a:tcPr>
                </a:tc>
                <a:extLst>
                  <a:ext uri="{0D108BD9-81ED-4DB2-BD59-A6C34878D82A}">
                    <a16:rowId xmlns:a16="http://schemas.microsoft.com/office/drawing/2014/main" val="1859423747"/>
                  </a:ext>
                </a:extLst>
              </a:tr>
              <a:tr h="672393">
                <a:tc>
                  <a:txBody>
                    <a:bodyPr/>
                    <a:lstStyle>
                      <a:lvl1pPr marL="0" algn="r" defTabSz="914400" rtl="1" eaLnBrk="1" latinLnBrk="0" hangingPunct="1">
                        <a:defRPr sz="1800" kern="1200">
                          <a:solidFill>
                            <a:schemeClr val="dk1"/>
                          </a:solidFill>
                          <a:latin typeface="Arial"/>
                        </a:defRPr>
                      </a:lvl1pPr>
                      <a:lvl2pPr marL="457200" algn="r" defTabSz="914400" rtl="1" eaLnBrk="1" latinLnBrk="0" hangingPunct="1">
                        <a:defRPr sz="1800" kern="1200">
                          <a:solidFill>
                            <a:schemeClr val="dk1"/>
                          </a:solidFill>
                          <a:latin typeface="Arial"/>
                        </a:defRPr>
                      </a:lvl2pPr>
                      <a:lvl3pPr marL="914400" algn="r" defTabSz="914400" rtl="1" eaLnBrk="1" latinLnBrk="0" hangingPunct="1">
                        <a:defRPr sz="1800" kern="1200">
                          <a:solidFill>
                            <a:schemeClr val="dk1"/>
                          </a:solidFill>
                          <a:latin typeface="Arial"/>
                        </a:defRPr>
                      </a:lvl3pPr>
                      <a:lvl4pPr marL="1371600" algn="r" defTabSz="914400" rtl="1" eaLnBrk="1" latinLnBrk="0" hangingPunct="1">
                        <a:defRPr sz="1800" kern="1200">
                          <a:solidFill>
                            <a:schemeClr val="dk1"/>
                          </a:solidFill>
                          <a:latin typeface="Arial"/>
                        </a:defRPr>
                      </a:lvl4pPr>
                      <a:lvl5pPr marL="1828800" algn="r" defTabSz="914400" rtl="1" eaLnBrk="1" latinLnBrk="0" hangingPunct="1">
                        <a:defRPr sz="1800" kern="1200">
                          <a:solidFill>
                            <a:schemeClr val="dk1"/>
                          </a:solidFill>
                          <a:latin typeface="Arial"/>
                        </a:defRPr>
                      </a:lvl5pPr>
                      <a:lvl6pPr marL="2286000" algn="r" defTabSz="914400" rtl="1" eaLnBrk="1" latinLnBrk="0" hangingPunct="1">
                        <a:defRPr sz="1800" kern="1200">
                          <a:solidFill>
                            <a:schemeClr val="dk1"/>
                          </a:solidFill>
                          <a:latin typeface="Arial"/>
                        </a:defRPr>
                      </a:lvl6pPr>
                      <a:lvl7pPr marL="2743200" algn="r" defTabSz="914400" rtl="1" eaLnBrk="1" latinLnBrk="0" hangingPunct="1">
                        <a:defRPr sz="1800" kern="1200">
                          <a:solidFill>
                            <a:schemeClr val="dk1"/>
                          </a:solidFill>
                          <a:latin typeface="Arial"/>
                        </a:defRPr>
                      </a:lvl7pPr>
                      <a:lvl8pPr marL="3200400" algn="r" defTabSz="914400" rtl="1" eaLnBrk="1" latinLnBrk="0" hangingPunct="1">
                        <a:defRPr sz="1800" kern="1200">
                          <a:solidFill>
                            <a:schemeClr val="dk1"/>
                          </a:solidFill>
                          <a:latin typeface="Arial"/>
                        </a:defRPr>
                      </a:lvl8pPr>
                      <a:lvl9pPr marL="3657600" algn="r" defTabSz="914400" rtl="1" eaLnBrk="1" latinLnBrk="0" hangingPunct="1">
                        <a:defRPr sz="1800" kern="1200">
                          <a:solidFill>
                            <a:schemeClr val="dk1"/>
                          </a:solidFill>
                          <a:latin typeface="Arial"/>
                        </a:defRPr>
                      </a:lvl9pPr>
                    </a:lstStyle>
                    <a:p>
                      <a:pPr marL="0" marR="0" lvl="0" indent="0" algn="ctr" defTabSz="914400" rtl="1" eaLnBrk="1" fontAlgn="auto" latinLnBrk="0" hangingPunct="1">
                        <a:lnSpc>
                          <a:spcPct val="100000"/>
                        </a:lnSpc>
                        <a:spcBef>
                          <a:spcPts val="0"/>
                        </a:spcBef>
                        <a:spcAft>
                          <a:spcPts val="0"/>
                        </a:spcAft>
                        <a:buClr>
                          <a:srgbClr val="000000"/>
                        </a:buClr>
                        <a:buSzTx/>
                        <a:buFont typeface="Arial"/>
                        <a:buNone/>
                        <a:tabLst/>
                        <a:defRPr/>
                      </a:pPr>
                      <a:endParaRPr kumimoji="0" lang="ar-SA" sz="1400" b="0" i="0" u="none" strike="noStrike" kern="0" cap="none" spc="0" normalizeH="0" baseline="0" noProof="0" dirty="0">
                        <a:ln>
                          <a:noFill/>
                        </a:ln>
                        <a:solidFill>
                          <a:srgbClr val="000000"/>
                        </a:solidFill>
                        <a:effectLst/>
                        <a:uLnTx/>
                        <a:uFillTx/>
                        <a:latin typeface="Bahij TheSansArabic Bold" panose="02040503050201020203" pitchFamily="18" charset="-78"/>
                        <a:ea typeface="Ping AR + LT Medium" panose="00000600000000000000" pitchFamily="50" charset="-78"/>
                        <a:cs typeface="Bahij TheSansArabic Bold" panose="02040503050201020203" pitchFamily="18" charset="-78"/>
                        <a:sym typeface="Arial"/>
                      </a:endParaRPr>
                    </a:p>
                  </a:txBody>
                  <a:tcPr anchor="ctr">
                    <a:lnL w="12700" cmpd="sng">
                      <a:solidFill>
                        <a:srgbClr val="FFFFFF"/>
                      </a:solidFill>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6F6F6"/>
                    </a:solidFill>
                  </a:tcPr>
                </a:tc>
                <a:tc>
                  <a:txBody>
                    <a:bodyPr/>
                    <a:lstStyle>
                      <a:lvl1pPr marL="0" algn="r" defTabSz="914400" rtl="1" eaLnBrk="1" latinLnBrk="0" hangingPunct="1">
                        <a:defRPr sz="1800" kern="1200">
                          <a:solidFill>
                            <a:schemeClr val="dk1"/>
                          </a:solidFill>
                          <a:latin typeface="Arial"/>
                        </a:defRPr>
                      </a:lvl1pPr>
                      <a:lvl2pPr marL="457200" algn="r" defTabSz="914400" rtl="1" eaLnBrk="1" latinLnBrk="0" hangingPunct="1">
                        <a:defRPr sz="1800" kern="1200">
                          <a:solidFill>
                            <a:schemeClr val="dk1"/>
                          </a:solidFill>
                          <a:latin typeface="Arial"/>
                        </a:defRPr>
                      </a:lvl2pPr>
                      <a:lvl3pPr marL="914400" algn="r" defTabSz="914400" rtl="1" eaLnBrk="1" latinLnBrk="0" hangingPunct="1">
                        <a:defRPr sz="1800" kern="1200">
                          <a:solidFill>
                            <a:schemeClr val="dk1"/>
                          </a:solidFill>
                          <a:latin typeface="Arial"/>
                        </a:defRPr>
                      </a:lvl3pPr>
                      <a:lvl4pPr marL="1371600" algn="r" defTabSz="914400" rtl="1" eaLnBrk="1" latinLnBrk="0" hangingPunct="1">
                        <a:defRPr sz="1800" kern="1200">
                          <a:solidFill>
                            <a:schemeClr val="dk1"/>
                          </a:solidFill>
                          <a:latin typeface="Arial"/>
                        </a:defRPr>
                      </a:lvl4pPr>
                      <a:lvl5pPr marL="1828800" algn="r" defTabSz="914400" rtl="1" eaLnBrk="1" latinLnBrk="0" hangingPunct="1">
                        <a:defRPr sz="1800" kern="1200">
                          <a:solidFill>
                            <a:schemeClr val="dk1"/>
                          </a:solidFill>
                          <a:latin typeface="Arial"/>
                        </a:defRPr>
                      </a:lvl5pPr>
                      <a:lvl6pPr marL="2286000" algn="r" defTabSz="914400" rtl="1" eaLnBrk="1" latinLnBrk="0" hangingPunct="1">
                        <a:defRPr sz="1800" kern="1200">
                          <a:solidFill>
                            <a:schemeClr val="dk1"/>
                          </a:solidFill>
                          <a:latin typeface="Arial"/>
                        </a:defRPr>
                      </a:lvl6pPr>
                      <a:lvl7pPr marL="2743200" algn="r" defTabSz="914400" rtl="1" eaLnBrk="1" latinLnBrk="0" hangingPunct="1">
                        <a:defRPr sz="1800" kern="1200">
                          <a:solidFill>
                            <a:schemeClr val="dk1"/>
                          </a:solidFill>
                          <a:latin typeface="Arial"/>
                        </a:defRPr>
                      </a:lvl7pPr>
                      <a:lvl8pPr marL="3200400" algn="r" defTabSz="914400" rtl="1" eaLnBrk="1" latinLnBrk="0" hangingPunct="1">
                        <a:defRPr sz="1800" kern="1200">
                          <a:solidFill>
                            <a:schemeClr val="dk1"/>
                          </a:solidFill>
                          <a:latin typeface="Arial"/>
                        </a:defRPr>
                      </a:lvl8pPr>
                      <a:lvl9pPr marL="3657600" algn="r" defTabSz="914400" rtl="1" eaLnBrk="1" latinLnBrk="0" hangingPunct="1">
                        <a:defRPr sz="1800" kern="1200">
                          <a:solidFill>
                            <a:schemeClr val="dk1"/>
                          </a:solidFill>
                          <a:latin typeface="Arial"/>
                        </a:defRPr>
                      </a:lvl9pPr>
                    </a:lstStyle>
                    <a:p>
                      <a:pPr marL="0" marR="0" lvl="0" indent="0" algn="ctr" defTabSz="914400" rtl="1" eaLnBrk="1" fontAlgn="auto" latinLnBrk="0" hangingPunct="1">
                        <a:lnSpc>
                          <a:spcPct val="100000"/>
                        </a:lnSpc>
                        <a:spcBef>
                          <a:spcPts val="0"/>
                        </a:spcBef>
                        <a:spcAft>
                          <a:spcPts val="0"/>
                        </a:spcAft>
                        <a:buClr>
                          <a:srgbClr val="000000"/>
                        </a:buClr>
                        <a:buSzTx/>
                        <a:buFont typeface="Arial"/>
                        <a:buNone/>
                        <a:tabLst/>
                        <a:defRPr/>
                      </a:pPr>
                      <a:endParaRPr kumimoji="0" lang="ar-SA" sz="1400" b="0" i="0" u="none" strike="noStrike" kern="0" cap="none" spc="0" normalizeH="0" baseline="0" noProof="0" dirty="0">
                        <a:ln>
                          <a:noFill/>
                        </a:ln>
                        <a:solidFill>
                          <a:srgbClr val="000000"/>
                        </a:solidFill>
                        <a:effectLst/>
                        <a:uLnTx/>
                        <a:uFillTx/>
                        <a:latin typeface="Bahij TheSansArabic Bold" panose="02040503050201020203" pitchFamily="18" charset="-78"/>
                        <a:ea typeface="Ping AR + LT Medium" panose="00000600000000000000" pitchFamily="50" charset="-78"/>
                        <a:cs typeface="Bahij TheSansArabic Bold" panose="02040503050201020203" pitchFamily="18" charset="-78"/>
                        <a:sym typeface="Arial"/>
                      </a:endParaRPr>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6F6F6"/>
                    </a:solidFill>
                  </a:tcPr>
                </a:tc>
                <a:tc>
                  <a:txBody>
                    <a:bodyPr/>
                    <a:lstStyle>
                      <a:lvl1pPr marL="0" algn="r" defTabSz="914400" rtl="1" eaLnBrk="1" latinLnBrk="0" hangingPunct="1">
                        <a:defRPr sz="1800" kern="1200">
                          <a:solidFill>
                            <a:schemeClr val="dk1"/>
                          </a:solidFill>
                          <a:latin typeface="Arial"/>
                        </a:defRPr>
                      </a:lvl1pPr>
                      <a:lvl2pPr marL="457200" algn="r" defTabSz="914400" rtl="1" eaLnBrk="1" latinLnBrk="0" hangingPunct="1">
                        <a:defRPr sz="1800" kern="1200">
                          <a:solidFill>
                            <a:schemeClr val="dk1"/>
                          </a:solidFill>
                          <a:latin typeface="Arial"/>
                        </a:defRPr>
                      </a:lvl2pPr>
                      <a:lvl3pPr marL="914400" algn="r" defTabSz="914400" rtl="1" eaLnBrk="1" latinLnBrk="0" hangingPunct="1">
                        <a:defRPr sz="1800" kern="1200">
                          <a:solidFill>
                            <a:schemeClr val="dk1"/>
                          </a:solidFill>
                          <a:latin typeface="Arial"/>
                        </a:defRPr>
                      </a:lvl3pPr>
                      <a:lvl4pPr marL="1371600" algn="r" defTabSz="914400" rtl="1" eaLnBrk="1" latinLnBrk="0" hangingPunct="1">
                        <a:defRPr sz="1800" kern="1200">
                          <a:solidFill>
                            <a:schemeClr val="dk1"/>
                          </a:solidFill>
                          <a:latin typeface="Arial"/>
                        </a:defRPr>
                      </a:lvl4pPr>
                      <a:lvl5pPr marL="1828800" algn="r" defTabSz="914400" rtl="1" eaLnBrk="1" latinLnBrk="0" hangingPunct="1">
                        <a:defRPr sz="1800" kern="1200">
                          <a:solidFill>
                            <a:schemeClr val="dk1"/>
                          </a:solidFill>
                          <a:latin typeface="Arial"/>
                        </a:defRPr>
                      </a:lvl5pPr>
                      <a:lvl6pPr marL="2286000" algn="r" defTabSz="914400" rtl="1" eaLnBrk="1" latinLnBrk="0" hangingPunct="1">
                        <a:defRPr sz="1800" kern="1200">
                          <a:solidFill>
                            <a:schemeClr val="dk1"/>
                          </a:solidFill>
                          <a:latin typeface="Arial"/>
                        </a:defRPr>
                      </a:lvl6pPr>
                      <a:lvl7pPr marL="2743200" algn="r" defTabSz="914400" rtl="1" eaLnBrk="1" latinLnBrk="0" hangingPunct="1">
                        <a:defRPr sz="1800" kern="1200">
                          <a:solidFill>
                            <a:schemeClr val="dk1"/>
                          </a:solidFill>
                          <a:latin typeface="Arial"/>
                        </a:defRPr>
                      </a:lvl7pPr>
                      <a:lvl8pPr marL="3200400" algn="r" defTabSz="914400" rtl="1" eaLnBrk="1" latinLnBrk="0" hangingPunct="1">
                        <a:defRPr sz="1800" kern="1200">
                          <a:solidFill>
                            <a:schemeClr val="dk1"/>
                          </a:solidFill>
                          <a:latin typeface="Arial"/>
                        </a:defRPr>
                      </a:lvl8pPr>
                      <a:lvl9pPr marL="3657600" algn="r" defTabSz="914400" rtl="1" eaLnBrk="1" latinLnBrk="0" hangingPunct="1">
                        <a:defRPr sz="1800" kern="1200">
                          <a:solidFill>
                            <a:schemeClr val="dk1"/>
                          </a:solidFill>
                          <a:latin typeface="Arial"/>
                        </a:defRPr>
                      </a:lvl9pPr>
                    </a:lstStyle>
                    <a:p>
                      <a:pPr marL="0" marR="0" lvl="0" indent="0" algn="ctr" defTabSz="914400" rtl="1" eaLnBrk="1" fontAlgn="auto" latinLnBrk="0" hangingPunct="1">
                        <a:lnSpc>
                          <a:spcPct val="100000"/>
                        </a:lnSpc>
                        <a:spcBef>
                          <a:spcPts val="0"/>
                        </a:spcBef>
                        <a:spcAft>
                          <a:spcPts val="0"/>
                        </a:spcAft>
                        <a:buClr>
                          <a:srgbClr val="000000"/>
                        </a:buClr>
                        <a:buSzTx/>
                        <a:buFont typeface="Arial"/>
                        <a:buNone/>
                        <a:tabLst/>
                        <a:defRPr/>
                      </a:pPr>
                      <a:r>
                        <a:rPr kumimoji="0" lang="en-US" sz="1400" b="0" i="0" u="none" strike="noStrike" kern="0" cap="none" spc="0" normalizeH="0" baseline="0" noProof="0" dirty="0">
                          <a:ln>
                            <a:noFill/>
                          </a:ln>
                          <a:solidFill>
                            <a:srgbClr val="000000"/>
                          </a:solidFill>
                          <a:effectLst/>
                          <a:uLnTx/>
                          <a:uFillTx/>
                          <a:latin typeface="Bahij TheSansArabic Bold" panose="02040503050201020203" pitchFamily="18" charset="-78"/>
                          <a:ea typeface="Ping AR + LT Medium" panose="00000600000000000000" pitchFamily="50" charset="-78"/>
                          <a:cs typeface="Bahij TheSansArabic Bold" panose="02040503050201020203" pitchFamily="18" charset="-78"/>
                          <a:sym typeface="Arial"/>
                        </a:rPr>
                        <a:t>I</a:t>
                      </a:r>
                      <a:endParaRPr kumimoji="0" lang="ar-SA" sz="1400" b="0" i="0" u="none" strike="noStrike" kern="0" cap="none" spc="0" normalizeH="0" baseline="0" noProof="0" dirty="0">
                        <a:ln>
                          <a:noFill/>
                        </a:ln>
                        <a:solidFill>
                          <a:srgbClr val="000000"/>
                        </a:solidFill>
                        <a:effectLst/>
                        <a:uLnTx/>
                        <a:uFillTx/>
                        <a:latin typeface="Bahij TheSansArabic Bold" panose="02040503050201020203" pitchFamily="18" charset="-78"/>
                        <a:ea typeface="Ping AR + LT Medium" panose="00000600000000000000" pitchFamily="50" charset="-78"/>
                        <a:cs typeface="Bahij TheSansArabic Bold" panose="02040503050201020203" pitchFamily="18" charset="-78"/>
                        <a:sym typeface="Arial"/>
                      </a:endParaRPr>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6F6F6"/>
                    </a:solidFill>
                  </a:tcPr>
                </a:tc>
                <a:tc>
                  <a:txBody>
                    <a:bodyPr/>
                    <a:lstStyle>
                      <a:lvl1pPr marL="0" algn="r" defTabSz="914400" rtl="1" eaLnBrk="1" latinLnBrk="0" hangingPunct="1">
                        <a:defRPr sz="1800" kern="1200">
                          <a:solidFill>
                            <a:schemeClr val="dk1"/>
                          </a:solidFill>
                          <a:latin typeface="Arial"/>
                        </a:defRPr>
                      </a:lvl1pPr>
                      <a:lvl2pPr marL="457200" algn="r" defTabSz="914400" rtl="1" eaLnBrk="1" latinLnBrk="0" hangingPunct="1">
                        <a:defRPr sz="1800" kern="1200">
                          <a:solidFill>
                            <a:schemeClr val="dk1"/>
                          </a:solidFill>
                          <a:latin typeface="Arial"/>
                        </a:defRPr>
                      </a:lvl2pPr>
                      <a:lvl3pPr marL="914400" algn="r" defTabSz="914400" rtl="1" eaLnBrk="1" latinLnBrk="0" hangingPunct="1">
                        <a:defRPr sz="1800" kern="1200">
                          <a:solidFill>
                            <a:schemeClr val="dk1"/>
                          </a:solidFill>
                          <a:latin typeface="Arial"/>
                        </a:defRPr>
                      </a:lvl3pPr>
                      <a:lvl4pPr marL="1371600" algn="r" defTabSz="914400" rtl="1" eaLnBrk="1" latinLnBrk="0" hangingPunct="1">
                        <a:defRPr sz="1800" kern="1200">
                          <a:solidFill>
                            <a:schemeClr val="dk1"/>
                          </a:solidFill>
                          <a:latin typeface="Arial"/>
                        </a:defRPr>
                      </a:lvl4pPr>
                      <a:lvl5pPr marL="1828800" algn="r" defTabSz="914400" rtl="1" eaLnBrk="1" latinLnBrk="0" hangingPunct="1">
                        <a:defRPr sz="1800" kern="1200">
                          <a:solidFill>
                            <a:schemeClr val="dk1"/>
                          </a:solidFill>
                          <a:latin typeface="Arial"/>
                        </a:defRPr>
                      </a:lvl5pPr>
                      <a:lvl6pPr marL="2286000" algn="r" defTabSz="914400" rtl="1" eaLnBrk="1" latinLnBrk="0" hangingPunct="1">
                        <a:defRPr sz="1800" kern="1200">
                          <a:solidFill>
                            <a:schemeClr val="dk1"/>
                          </a:solidFill>
                          <a:latin typeface="Arial"/>
                        </a:defRPr>
                      </a:lvl6pPr>
                      <a:lvl7pPr marL="2743200" algn="r" defTabSz="914400" rtl="1" eaLnBrk="1" latinLnBrk="0" hangingPunct="1">
                        <a:defRPr sz="1800" kern="1200">
                          <a:solidFill>
                            <a:schemeClr val="dk1"/>
                          </a:solidFill>
                          <a:latin typeface="Arial"/>
                        </a:defRPr>
                      </a:lvl7pPr>
                      <a:lvl8pPr marL="3200400" algn="r" defTabSz="914400" rtl="1" eaLnBrk="1" latinLnBrk="0" hangingPunct="1">
                        <a:defRPr sz="1800" kern="1200">
                          <a:solidFill>
                            <a:schemeClr val="dk1"/>
                          </a:solidFill>
                          <a:latin typeface="Arial"/>
                        </a:defRPr>
                      </a:lvl8pPr>
                      <a:lvl9pPr marL="3657600" algn="r" defTabSz="914400" rtl="1" eaLnBrk="1" latinLnBrk="0" hangingPunct="1">
                        <a:defRPr sz="1800" kern="1200">
                          <a:solidFill>
                            <a:schemeClr val="dk1"/>
                          </a:solidFill>
                          <a:latin typeface="Arial"/>
                        </a:defRPr>
                      </a:lvl9pPr>
                    </a:lstStyle>
                    <a:p>
                      <a:pPr marL="0" marR="0" lvl="0" indent="0" algn="ctr" defTabSz="914400" rtl="1" eaLnBrk="1" fontAlgn="auto" latinLnBrk="0" hangingPunct="1">
                        <a:lnSpc>
                          <a:spcPct val="100000"/>
                        </a:lnSpc>
                        <a:spcBef>
                          <a:spcPts val="0"/>
                        </a:spcBef>
                        <a:spcAft>
                          <a:spcPts val="0"/>
                        </a:spcAft>
                        <a:buClr>
                          <a:srgbClr val="000000"/>
                        </a:buClr>
                        <a:buSzTx/>
                        <a:buFont typeface="Arial"/>
                        <a:buNone/>
                        <a:tabLst/>
                        <a:defRPr/>
                      </a:pPr>
                      <a:r>
                        <a:rPr kumimoji="0" lang="en-US" sz="1400" b="0" i="0" u="none" strike="noStrike" kern="0" cap="none" spc="0" normalizeH="0" baseline="0" noProof="0" dirty="0">
                          <a:ln>
                            <a:noFill/>
                          </a:ln>
                          <a:solidFill>
                            <a:srgbClr val="000000"/>
                          </a:solidFill>
                          <a:effectLst/>
                          <a:uLnTx/>
                          <a:uFillTx/>
                          <a:latin typeface="Bahij TheSansArabic Bold" panose="02040503050201020203" pitchFamily="18" charset="-78"/>
                          <a:ea typeface="Ping AR + LT Medium" panose="00000600000000000000" pitchFamily="50" charset="-78"/>
                          <a:cs typeface="Bahij TheSansArabic Bold" panose="02040503050201020203" pitchFamily="18" charset="-78"/>
                          <a:sym typeface="Arial"/>
                        </a:rPr>
                        <a:t>C</a:t>
                      </a:r>
                      <a:endParaRPr kumimoji="0" lang="ar-SA" sz="1400" b="0" i="0" u="none" strike="noStrike" kern="0" cap="none" spc="0" normalizeH="0" baseline="0" noProof="0" dirty="0">
                        <a:ln>
                          <a:noFill/>
                        </a:ln>
                        <a:solidFill>
                          <a:srgbClr val="000000"/>
                        </a:solidFill>
                        <a:effectLst/>
                        <a:uLnTx/>
                        <a:uFillTx/>
                        <a:latin typeface="Bahij TheSansArabic Bold" panose="02040503050201020203" pitchFamily="18" charset="-78"/>
                        <a:ea typeface="Ping AR + LT Medium" panose="00000600000000000000" pitchFamily="50" charset="-78"/>
                        <a:cs typeface="Bahij TheSansArabic Bold" panose="02040503050201020203" pitchFamily="18" charset="-78"/>
                        <a:sym typeface="Arial"/>
                      </a:endParaRPr>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6F6F6"/>
                    </a:solidFill>
                  </a:tcPr>
                </a:tc>
                <a:tc>
                  <a:txBody>
                    <a:bodyPr/>
                    <a:lstStyle>
                      <a:lvl1pPr marL="0" algn="r" defTabSz="914400" rtl="1" eaLnBrk="1" latinLnBrk="0" hangingPunct="1">
                        <a:defRPr sz="1800" kern="1200">
                          <a:solidFill>
                            <a:schemeClr val="dk1"/>
                          </a:solidFill>
                          <a:latin typeface="Arial"/>
                        </a:defRPr>
                      </a:lvl1pPr>
                      <a:lvl2pPr marL="457200" algn="r" defTabSz="914400" rtl="1" eaLnBrk="1" latinLnBrk="0" hangingPunct="1">
                        <a:defRPr sz="1800" kern="1200">
                          <a:solidFill>
                            <a:schemeClr val="dk1"/>
                          </a:solidFill>
                          <a:latin typeface="Arial"/>
                        </a:defRPr>
                      </a:lvl2pPr>
                      <a:lvl3pPr marL="914400" algn="r" defTabSz="914400" rtl="1" eaLnBrk="1" latinLnBrk="0" hangingPunct="1">
                        <a:defRPr sz="1800" kern="1200">
                          <a:solidFill>
                            <a:schemeClr val="dk1"/>
                          </a:solidFill>
                          <a:latin typeface="Arial"/>
                        </a:defRPr>
                      </a:lvl3pPr>
                      <a:lvl4pPr marL="1371600" algn="r" defTabSz="914400" rtl="1" eaLnBrk="1" latinLnBrk="0" hangingPunct="1">
                        <a:defRPr sz="1800" kern="1200">
                          <a:solidFill>
                            <a:schemeClr val="dk1"/>
                          </a:solidFill>
                          <a:latin typeface="Arial"/>
                        </a:defRPr>
                      </a:lvl4pPr>
                      <a:lvl5pPr marL="1828800" algn="r" defTabSz="914400" rtl="1" eaLnBrk="1" latinLnBrk="0" hangingPunct="1">
                        <a:defRPr sz="1800" kern="1200">
                          <a:solidFill>
                            <a:schemeClr val="dk1"/>
                          </a:solidFill>
                          <a:latin typeface="Arial"/>
                        </a:defRPr>
                      </a:lvl5pPr>
                      <a:lvl6pPr marL="2286000" algn="r" defTabSz="914400" rtl="1" eaLnBrk="1" latinLnBrk="0" hangingPunct="1">
                        <a:defRPr sz="1800" kern="1200">
                          <a:solidFill>
                            <a:schemeClr val="dk1"/>
                          </a:solidFill>
                          <a:latin typeface="Arial"/>
                        </a:defRPr>
                      </a:lvl6pPr>
                      <a:lvl7pPr marL="2743200" algn="r" defTabSz="914400" rtl="1" eaLnBrk="1" latinLnBrk="0" hangingPunct="1">
                        <a:defRPr sz="1800" kern="1200">
                          <a:solidFill>
                            <a:schemeClr val="dk1"/>
                          </a:solidFill>
                          <a:latin typeface="Arial"/>
                        </a:defRPr>
                      </a:lvl7pPr>
                      <a:lvl8pPr marL="3200400" algn="r" defTabSz="914400" rtl="1" eaLnBrk="1" latinLnBrk="0" hangingPunct="1">
                        <a:defRPr sz="1800" kern="1200">
                          <a:solidFill>
                            <a:schemeClr val="dk1"/>
                          </a:solidFill>
                          <a:latin typeface="Arial"/>
                        </a:defRPr>
                      </a:lvl8pPr>
                      <a:lvl9pPr marL="3657600" algn="r" defTabSz="914400" rtl="1" eaLnBrk="1" latinLnBrk="0" hangingPunct="1">
                        <a:defRPr sz="1800" kern="1200">
                          <a:solidFill>
                            <a:schemeClr val="dk1"/>
                          </a:solidFill>
                          <a:latin typeface="Arial"/>
                        </a:defRPr>
                      </a:lvl9pPr>
                    </a:lstStyle>
                    <a:p>
                      <a:pPr algn="ctr" rtl="1"/>
                      <a:r>
                        <a:rPr lang="en-US" b="0" dirty="0">
                          <a:latin typeface="Bahij TheSansArabic Bold" panose="02040503050201020203" pitchFamily="18" charset="-78"/>
                          <a:ea typeface="Ping AR + LT Medium" panose="00000600000000000000" pitchFamily="50" charset="-78"/>
                          <a:cs typeface="Bahij TheSansArabic Bold" panose="02040503050201020203" pitchFamily="18" charset="-78"/>
                        </a:rPr>
                        <a:t>A</a:t>
                      </a:r>
                      <a:endParaRPr lang="ar-SA" b="0" dirty="0">
                        <a:latin typeface="Bahij TheSansArabic Bold" panose="02040503050201020203" pitchFamily="18" charset="-78"/>
                        <a:ea typeface="Ping AR + LT Medium" panose="00000600000000000000" pitchFamily="50" charset="-78"/>
                        <a:cs typeface="Bahij TheSansArabic Bold" panose="02040503050201020203" pitchFamily="18" charset="-78"/>
                      </a:endParaRPr>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6F6F6"/>
                    </a:solidFill>
                  </a:tcPr>
                </a:tc>
                <a:tc>
                  <a:txBody>
                    <a:bodyPr/>
                    <a:lstStyle>
                      <a:lvl1pPr marL="0" algn="r" defTabSz="914400" rtl="1" eaLnBrk="1" latinLnBrk="0" hangingPunct="1">
                        <a:defRPr sz="1800" kern="1200">
                          <a:solidFill>
                            <a:schemeClr val="dk1"/>
                          </a:solidFill>
                          <a:latin typeface="Arial"/>
                        </a:defRPr>
                      </a:lvl1pPr>
                      <a:lvl2pPr marL="457200" algn="r" defTabSz="914400" rtl="1" eaLnBrk="1" latinLnBrk="0" hangingPunct="1">
                        <a:defRPr sz="1800" kern="1200">
                          <a:solidFill>
                            <a:schemeClr val="dk1"/>
                          </a:solidFill>
                          <a:latin typeface="Arial"/>
                        </a:defRPr>
                      </a:lvl2pPr>
                      <a:lvl3pPr marL="914400" algn="r" defTabSz="914400" rtl="1" eaLnBrk="1" latinLnBrk="0" hangingPunct="1">
                        <a:defRPr sz="1800" kern="1200">
                          <a:solidFill>
                            <a:schemeClr val="dk1"/>
                          </a:solidFill>
                          <a:latin typeface="Arial"/>
                        </a:defRPr>
                      </a:lvl3pPr>
                      <a:lvl4pPr marL="1371600" algn="r" defTabSz="914400" rtl="1" eaLnBrk="1" latinLnBrk="0" hangingPunct="1">
                        <a:defRPr sz="1800" kern="1200">
                          <a:solidFill>
                            <a:schemeClr val="dk1"/>
                          </a:solidFill>
                          <a:latin typeface="Arial"/>
                        </a:defRPr>
                      </a:lvl4pPr>
                      <a:lvl5pPr marL="1828800" algn="r" defTabSz="914400" rtl="1" eaLnBrk="1" latinLnBrk="0" hangingPunct="1">
                        <a:defRPr sz="1800" kern="1200">
                          <a:solidFill>
                            <a:schemeClr val="dk1"/>
                          </a:solidFill>
                          <a:latin typeface="Arial"/>
                        </a:defRPr>
                      </a:lvl5pPr>
                      <a:lvl6pPr marL="2286000" algn="r" defTabSz="914400" rtl="1" eaLnBrk="1" latinLnBrk="0" hangingPunct="1">
                        <a:defRPr sz="1800" kern="1200">
                          <a:solidFill>
                            <a:schemeClr val="dk1"/>
                          </a:solidFill>
                          <a:latin typeface="Arial"/>
                        </a:defRPr>
                      </a:lvl6pPr>
                      <a:lvl7pPr marL="2743200" algn="r" defTabSz="914400" rtl="1" eaLnBrk="1" latinLnBrk="0" hangingPunct="1">
                        <a:defRPr sz="1800" kern="1200">
                          <a:solidFill>
                            <a:schemeClr val="dk1"/>
                          </a:solidFill>
                          <a:latin typeface="Arial"/>
                        </a:defRPr>
                      </a:lvl7pPr>
                      <a:lvl8pPr marL="3200400" algn="r" defTabSz="914400" rtl="1" eaLnBrk="1" latinLnBrk="0" hangingPunct="1">
                        <a:defRPr sz="1800" kern="1200">
                          <a:solidFill>
                            <a:schemeClr val="dk1"/>
                          </a:solidFill>
                          <a:latin typeface="Arial"/>
                        </a:defRPr>
                      </a:lvl8pPr>
                      <a:lvl9pPr marL="3657600" algn="r" defTabSz="914400" rtl="1" eaLnBrk="1" latinLnBrk="0" hangingPunct="1">
                        <a:defRPr sz="1800" kern="1200">
                          <a:solidFill>
                            <a:schemeClr val="dk1"/>
                          </a:solidFill>
                          <a:latin typeface="Arial"/>
                        </a:defRPr>
                      </a:lvl9pPr>
                    </a:lstStyle>
                    <a:p>
                      <a:pPr marL="0" marR="0" lvl="0" indent="0" algn="ctr" defTabSz="914400" rtl="1" eaLnBrk="1" fontAlgn="auto" latinLnBrk="0" hangingPunct="1">
                        <a:lnSpc>
                          <a:spcPct val="100000"/>
                        </a:lnSpc>
                        <a:spcBef>
                          <a:spcPts val="0"/>
                        </a:spcBef>
                        <a:spcAft>
                          <a:spcPts val="0"/>
                        </a:spcAft>
                        <a:buClr>
                          <a:srgbClr val="000000"/>
                        </a:buClr>
                        <a:buSzTx/>
                        <a:buFont typeface="Arial"/>
                        <a:buNone/>
                        <a:tabLst/>
                        <a:defRPr/>
                      </a:pPr>
                      <a:r>
                        <a:rPr kumimoji="0" lang="en-US" sz="1400" b="0" i="0" u="none" strike="noStrike" kern="0" cap="none" spc="0" normalizeH="0" baseline="0" noProof="0" dirty="0">
                          <a:ln>
                            <a:noFill/>
                          </a:ln>
                          <a:solidFill>
                            <a:srgbClr val="000000"/>
                          </a:solidFill>
                          <a:effectLst/>
                          <a:uLnTx/>
                          <a:uFillTx/>
                          <a:latin typeface="Bahij TheSansArabic Bold" panose="02040503050201020203" pitchFamily="18" charset="-78"/>
                          <a:ea typeface="Ping AR + LT Medium" panose="00000600000000000000" pitchFamily="50" charset="-78"/>
                          <a:cs typeface="Bahij TheSansArabic Bold" panose="02040503050201020203" pitchFamily="18" charset="-78"/>
                          <a:sym typeface="Arial"/>
                        </a:rPr>
                        <a:t>R</a:t>
                      </a:r>
                      <a:endParaRPr kumimoji="0" lang="ar-SA" sz="1400" b="0" i="0" u="none" strike="noStrike" kern="0" cap="none" spc="0" normalizeH="0" baseline="0" noProof="0" dirty="0">
                        <a:ln>
                          <a:noFill/>
                        </a:ln>
                        <a:solidFill>
                          <a:srgbClr val="000000"/>
                        </a:solidFill>
                        <a:effectLst/>
                        <a:uLnTx/>
                        <a:uFillTx/>
                        <a:latin typeface="Bahij TheSansArabic Bold" panose="02040503050201020203" pitchFamily="18" charset="-78"/>
                        <a:ea typeface="Ping AR + LT Medium" panose="00000600000000000000" pitchFamily="50" charset="-78"/>
                        <a:cs typeface="Bahij TheSansArabic Bold" panose="02040503050201020203" pitchFamily="18" charset="-78"/>
                        <a:sym typeface="Arial"/>
                      </a:endParaRPr>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6F6F6"/>
                    </a:solidFill>
                  </a:tcPr>
                </a:tc>
                <a:tc>
                  <a:txBody>
                    <a:bodyPr/>
                    <a:lstStyle>
                      <a:lvl1pPr marL="0" algn="r" defTabSz="914400" rtl="1" eaLnBrk="1" latinLnBrk="0" hangingPunct="1">
                        <a:defRPr sz="1800" kern="1200">
                          <a:solidFill>
                            <a:schemeClr val="dk1"/>
                          </a:solidFill>
                          <a:latin typeface="Arial"/>
                        </a:defRPr>
                      </a:lvl1pPr>
                      <a:lvl2pPr marL="457200" algn="r" defTabSz="914400" rtl="1" eaLnBrk="1" latinLnBrk="0" hangingPunct="1">
                        <a:defRPr sz="1800" kern="1200">
                          <a:solidFill>
                            <a:schemeClr val="dk1"/>
                          </a:solidFill>
                          <a:latin typeface="Arial"/>
                        </a:defRPr>
                      </a:lvl2pPr>
                      <a:lvl3pPr marL="914400" algn="r" defTabSz="914400" rtl="1" eaLnBrk="1" latinLnBrk="0" hangingPunct="1">
                        <a:defRPr sz="1800" kern="1200">
                          <a:solidFill>
                            <a:schemeClr val="dk1"/>
                          </a:solidFill>
                          <a:latin typeface="Arial"/>
                        </a:defRPr>
                      </a:lvl3pPr>
                      <a:lvl4pPr marL="1371600" algn="r" defTabSz="914400" rtl="1" eaLnBrk="1" latinLnBrk="0" hangingPunct="1">
                        <a:defRPr sz="1800" kern="1200">
                          <a:solidFill>
                            <a:schemeClr val="dk1"/>
                          </a:solidFill>
                          <a:latin typeface="Arial"/>
                        </a:defRPr>
                      </a:lvl4pPr>
                      <a:lvl5pPr marL="1828800" algn="r" defTabSz="914400" rtl="1" eaLnBrk="1" latinLnBrk="0" hangingPunct="1">
                        <a:defRPr sz="1800" kern="1200">
                          <a:solidFill>
                            <a:schemeClr val="dk1"/>
                          </a:solidFill>
                          <a:latin typeface="Arial"/>
                        </a:defRPr>
                      </a:lvl5pPr>
                      <a:lvl6pPr marL="2286000" algn="r" defTabSz="914400" rtl="1" eaLnBrk="1" latinLnBrk="0" hangingPunct="1">
                        <a:defRPr sz="1800" kern="1200">
                          <a:solidFill>
                            <a:schemeClr val="dk1"/>
                          </a:solidFill>
                          <a:latin typeface="Arial"/>
                        </a:defRPr>
                      </a:lvl6pPr>
                      <a:lvl7pPr marL="2743200" algn="r" defTabSz="914400" rtl="1" eaLnBrk="1" latinLnBrk="0" hangingPunct="1">
                        <a:defRPr sz="1800" kern="1200">
                          <a:solidFill>
                            <a:schemeClr val="dk1"/>
                          </a:solidFill>
                          <a:latin typeface="Arial"/>
                        </a:defRPr>
                      </a:lvl7pPr>
                      <a:lvl8pPr marL="3200400" algn="r" defTabSz="914400" rtl="1" eaLnBrk="1" latinLnBrk="0" hangingPunct="1">
                        <a:defRPr sz="1800" kern="1200">
                          <a:solidFill>
                            <a:schemeClr val="dk1"/>
                          </a:solidFill>
                          <a:latin typeface="Arial"/>
                        </a:defRPr>
                      </a:lvl8pPr>
                      <a:lvl9pPr marL="3657600" algn="r" defTabSz="914400" rtl="1" eaLnBrk="1" latinLnBrk="0" hangingPunct="1">
                        <a:defRPr sz="1800" kern="1200">
                          <a:solidFill>
                            <a:schemeClr val="dk1"/>
                          </a:solidFill>
                          <a:latin typeface="Arial"/>
                        </a:defRPr>
                      </a:lvl9pPr>
                    </a:lstStyle>
                    <a:p>
                      <a:pPr algn="ctr" rtl="1"/>
                      <a:r>
                        <a:rPr lang="en-US" b="0" dirty="0">
                          <a:latin typeface="Bahij TheSansArabic Bold" panose="02040503050201020203" pitchFamily="18" charset="-78"/>
                          <a:ea typeface="Ping AR + LT Medium" panose="00000600000000000000" pitchFamily="50" charset="-78"/>
                          <a:cs typeface="Bahij TheSansArabic Bold" panose="02040503050201020203" pitchFamily="18" charset="-78"/>
                        </a:rPr>
                        <a:t>C</a:t>
                      </a:r>
                      <a:endParaRPr lang="ar-SA" b="0" dirty="0">
                        <a:latin typeface="Bahij TheSansArabic Bold" panose="02040503050201020203" pitchFamily="18" charset="-78"/>
                        <a:ea typeface="Ping AR + LT Medium" panose="00000600000000000000" pitchFamily="50" charset="-78"/>
                        <a:cs typeface="Bahij TheSansArabic Bold" panose="02040503050201020203" pitchFamily="18" charset="-78"/>
                      </a:endParaRPr>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6F6F6"/>
                    </a:solidFill>
                  </a:tcPr>
                </a:tc>
                <a:tc>
                  <a:txBody>
                    <a:bodyPr/>
                    <a:lstStyle>
                      <a:lvl1pPr marL="0" algn="r" defTabSz="914400" rtl="1" eaLnBrk="1" latinLnBrk="0" hangingPunct="1">
                        <a:defRPr sz="1800" kern="1200">
                          <a:solidFill>
                            <a:schemeClr val="dk1"/>
                          </a:solidFill>
                          <a:latin typeface="Arial"/>
                        </a:defRPr>
                      </a:lvl1pPr>
                      <a:lvl2pPr marL="457200" algn="r" defTabSz="914400" rtl="1" eaLnBrk="1" latinLnBrk="0" hangingPunct="1">
                        <a:defRPr sz="1800" kern="1200">
                          <a:solidFill>
                            <a:schemeClr val="dk1"/>
                          </a:solidFill>
                          <a:latin typeface="Arial"/>
                        </a:defRPr>
                      </a:lvl2pPr>
                      <a:lvl3pPr marL="914400" algn="r" defTabSz="914400" rtl="1" eaLnBrk="1" latinLnBrk="0" hangingPunct="1">
                        <a:defRPr sz="1800" kern="1200">
                          <a:solidFill>
                            <a:schemeClr val="dk1"/>
                          </a:solidFill>
                          <a:latin typeface="Arial"/>
                        </a:defRPr>
                      </a:lvl3pPr>
                      <a:lvl4pPr marL="1371600" algn="r" defTabSz="914400" rtl="1" eaLnBrk="1" latinLnBrk="0" hangingPunct="1">
                        <a:defRPr sz="1800" kern="1200">
                          <a:solidFill>
                            <a:schemeClr val="dk1"/>
                          </a:solidFill>
                          <a:latin typeface="Arial"/>
                        </a:defRPr>
                      </a:lvl4pPr>
                      <a:lvl5pPr marL="1828800" algn="r" defTabSz="914400" rtl="1" eaLnBrk="1" latinLnBrk="0" hangingPunct="1">
                        <a:defRPr sz="1800" kern="1200">
                          <a:solidFill>
                            <a:schemeClr val="dk1"/>
                          </a:solidFill>
                          <a:latin typeface="Arial"/>
                        </a:defRPr>
                      </a:lvl5pPr>
                      <a:lvl6pPr marL="2286000" algn="r" defTabSz="914400" rtl="1" eaLnBrk="1" latinLnBrk="0" hangingPunct="1">
                        <a:defRPr sz="1800" kern="1200">
                          <a:solidFill>
                            <a:schemeClr val="dk1"/>
                          </a:solidFill>
                          <a:latin typeface="Arial"/>
                        </a:defRPr>
                      </a:lvl6pPr>
                      <a:lvl7pPr marL="2743200" algn="r" defTabSz="914400" rtl="1" eaLnBrk="1" latinLnBrk="0" hangingPunct="1">
                        <a:defRPr sz="1800" kern="1200">
                          <a:solidFill>
                            <a:schemeClr val="dk1"/>
                          </a:solidFill>
                          <a:latin typeface="Arial"/>
                        </a:defRPr>
                      </a:lvl7pPr>
                      <a:lvl8pPr marL="3200400" algn="r" defTabSz="914400" rtl="1" eaLnBrk="1" latinLnBrk="0" hangingPunct="1">
                        <a:defRPr sz="1800" kern="1200">
                          <a:solidFill>
                            <a:schemeClr val="dk1"/>
                          </a:solidFill>
                          <a:latin typeface="Arial"/>
                        </a:defRPr>
                      </a:lvl8pPr>
                      <a:lvl9pPr marL="3657600" algn="r" defTabSz="914400" rtl="1" eaLnBrk="1" latinLnBrk="0" hangingPunct="1">
                        <a:defRPr sz="1800" kern="1200">
                          <a:solidFill>
                            <a:schemeClr val="dk1"/>
                          </a:solidFill>
                          <a:latin typeface="Arial"/>
                        </a:defRPr>
                      </a:lvl9pPr>
                    </a:lstStyle>
                    <a:p>
                      <a:pPr algn="ctr" rtl="1"/>
                      <a:r>
                        <a:rPr lang="en-US" b="0" dirty="0">
                          <a:latin typeface="Bahij TheSansArabic Bold" panose="02040503050201020203" pitchFamily="18" charset="-78"/>
                          <a:ea typeface="Ping AR + LT Medium" panose="00000600000000000000" pitchFamily="50" charset="-78"/>
                          <a:cs typeface="Bahij TheSansArabic Bold" panose="02040503050201020203" pitchFamily="18" charset="-78"/>
                        </a:rPr>
                        <a:t>R</a:t>
                      </a:r>
                      <a:endParaRPr lang="ar-SA" b="0" dirty="0">
                        <a:latin typeface="Bahij TheSansArabic Bold" panose="02040503050201020203" pitchFamily="18" charset="-78"/>
                        <a:ea typeface="Ping AR + LT Medium" panose="00000600000000000000" pitchFamily="50" charset="-78"/>
                        <a:cs typeface="Bahij TheSansArabic Bold" panose="02040503050201020203" pitchFamily="18" charset="-78"/>
                      </a:endParaRPr>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6F6F6"/>
                    </a:solidFill>
                  </a:tcPr>
                </a:tc>
                <a:tc>
                  <a:txBody>
                    <a:bodyPr/>
                    <a:lstStyle>
                      <a:lvl1pPr marL="0" algn="r" defTabSz="914400" rtl="1" eaLnBrk="1" latinLnBrk="0" hangingPunct="1">
                        <a:defRPr sz="1800" kern="1200">
                          <a:solidFill>
                            <a:schemeClr val="dk1"/>
                          </a:solidFill>
                          <a:latin typeface="Arial"/>
                        </a:defRPr>
                      </a:lvl1pPr>
                      <a:lvl2pPr marL="457200" algn="r" defTabSz="914400" rtl="1" eaLnBrk="1" latinLnBrk="0" hangingPunct="1">
                        <a:defRPr sz="1800" kern="1200">
                          <a:solidFill>
                            <a:schemeClr val="dk1"/>
                          </a:solidFill>
                          <a:latin typeface="Arial"/>
                        </a:defRPr>
                      </a:lvl2pPr>
                      <a:lvl3pPr marL="914400" algn="r" defTabSz="914400" rtl="1" eaLnBrk="1" latinLnBrk="0" hangingPunct="1">
                        <a:defRPr sz="1800" kern="1200">
                          <a:solidFill>
                            <a:schemeClr val="dk1"/>
                          </a:solidFill>
                          <a:latin typeface="Arial"/>
                        </a:defRPr>
                      </a:lvl3pPr>
                      <a:lvl4pPr marL="1371600" algn="r" defTabSz="914400" rtl="1" eaLnBrk="1" latinLnBrk="0" hangingPunct="1">
                        <a:defRPr sz="1800" kern="1200">
                          <a:solidFill>
                            <a:schemeClr val="dk1"/>
                          </a:solidFill>
                          <a:latin typeface="Arial"/>
                        </a:defRPr>
                      </a:lvl4pPr>
                      <a:lvl5pPr marL="1828800" algn="r" defTabSz="914400" rtl="1" eaLnBrk="1" latinLnBrk="0" hangingPunct="1">
                        <a:defRPr sz="1800" kern="1200">
                          <a:solidFill>
                            <a:schemeClr val="dk1"/>
                          </a:solidFill>
                          <a:latin typeface="Arial"/>
                        </a:defRPr>
                      </a:lvl5pPr>
                      <a:lvl6pPr marL="2286000" algn="r" defTabSz="914400" rtl="1" eaLnBrk="1" latinLnBrk="0" hangingPunct="1">
                        <a:defRPr sz="1800" kern="1200">
                          <a:solidFill>
                            <a:schemeClr val="dk1"/>
                          </a:solidFill>
                          <a:latin typeface="Arial"/>
                        </a:defRPr>
                      </a:lvl6pPr>
                      <a:lvl7pPr marL="2743200" algn="r" defTabSz="914400" rtl="1" eaLnBrk="1" latinLnBrk="0" hangingPunct="1">
                        <a:defRPr sz="1800" kern="1200">
                          <a:solidFill>
                            <a:schemeClr val="dk1"/>
                          </a:solidFill>
                          <a:latin typeface="Arial"/>
                        </a:defRPr>
                      </a:lvl7pPr>
                      <a:lvl8pPr marL="3200400" algn="r" defTabSz="914400" rtl="1" eaLnBrk="1" latinLnBrk="0" hangingPunct="1">
                        <a:defRPr sz="1800" kern="1200">
                          <a:solidFill>
                            <a:schemeClr val="dk1"/>
                          </a:solidFill>
                          <a:latin typeface="Arial"/>
                        </a:defRPr>
                      </a:lvl8pPr>
                      <a:lvl9pPr marL="3657600" algn="r" defTabSz="914400" rtl="1" eaLnBrk="1" latinLnBrk="0" hangingPunct="1">
                        <a:defRPr sz="1800" kern="1200">
                          <a:solidFill>
                            <a:schemeClr val="dk1"/>
                          </a:solidFill>
                          <a:latin typeface="Arial"/>
                        </a:defRPr>
                      </a:lvl9pPr>
                    </a:lstStyle>
                    <a:p>
                      <a:pPr algn="justLow" rtl="1"/>
                      <a:r>
                        <a:rPr lang="ar-SA" b="0" dirty="0">
                          <a:latin typeface="Bahij TheSansArabic Bold" panose="02040503050201020203" pitchFamily="18" charset="-78"/>
                          <a:ea typeface="Ping AR + LT Medium" panose="00000600000000000000" pitchFamily="50" charset="-78"/>
                          <a:cs typeface="Bahij TheSansArabic Bold" panose="02040503050201020203" pitchFamily="18" charset="-78"/>
                        </a:rPr>
                        <a:t>2. تصميم الفرص والاستقطاب</a:t>
                      </a:r>
                      <a:endParaRPr lang="en-US" b="0" dirty="0">
                        <a:latin typeface="Bahij TheSansArabic Bold" panose="02040503050201020203" pitchFamily="18" charset="-78"/>
                        <a:ea typeface="Ping AR + LT Medium" panose="00000600000000000000" pitchFamily="50" charset="-78"/>
                        <a:cs typeface="Bahij TheSansArabic Bold" panose="02040503050201020203" pitchFamily="18" charset="-78"/>
                      </a:endParaRPr>
                    </a:p>
                  </a:txBody>
                  <a:tcPr>
                    <a:lnL w="12700" cap="flat" cmpd="sng" algn="ctr">
                      <a:solidFill>
                        <a:srgbClr val="FFFFFF"/>
                      </a:solidFill>
                      <a:prstDash val="solid"/>
                      <a:round/>
                      <a:headEnd type="none" w="med" len="med"/>
                      <a:tailEnd type="none" w="med" len="med"/>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F6F6F6"/>
                    </a:solidFill>
                  </a:tcPr>
                </a:tc>
                <a:extLst>
                  <a:ext uri="{0D108BD9-81ED-4DB2-BD59-A6C34878D82A}">
                    <a16:rowId xmlns:a16="http://schemas.microsoft.com/office/drawing/2014/main" val="3241506941"/>
                  </a:ext>
                </a:extLst>
              </a:tr>
              <a:tr h="384225">
                <a:tc>
                  <a:txBody>
                    <a:bodyPr/>
                    <a:lstStyle>
                      <a:lvl1pPr marL="0" algn="r" defTabSz="914400" rtl="1" eaLnBrk="1" latinLnBrk="0" hangingPunct="1">
                        <a:defRPr sz="1800" kern="1200">
                          <a:solidFill>
                            <a:schemeClr val="dk1"/>
                          </a:solidFill>
                          <a:latin typeface="Arial"/>
                        </a:defRPr>
                      </a:lvl1pPr>
                      <a:lvl2pPr marL="457200" algn="r" defTabSz="914400" rtl="1" eaLnBrk="1" latinLnBrk="0" hangingPunct="1">
                        <a:defRPr sz="1800" kern="1200">
                          <a:solidFill>
                            <a:schemeClr val="dk1"/>
                          </a:solidFill>
                          <a:latin typeface="Arial"/>
                        </a:defRPr>
                      </a:lvl2pPr>
                      <a:lvl3pPr marL="914400" algn="r" defTabSz="914400" rtl="1" eaLnBrk="1" latinLnBrk="0" hangingPunct="1">
                        <a:defRPr sz="1800" kern="1200">
                          <a:solidFill>
                            <a:schemeClr val="dk1"/>
                          </a:solidFill>
                          <a:latin typeface="Arial"/>
                        </a:defRPr>
                      </a:lvl3pPr>
                      <a:lvl4pPr marL="1371600" algn="r" defTabSz="914400" rtl="1" eaLnBrk="1" latinLnBrk="0" hangingPunct="1">
                        <a:defRPr sz="1800" kern="1200">
                          <a:solidFill>
                            <a:schemeClr val="dk1"/>
                          </a:solidFill>
                          <a:latin typeface="Arial"/>
                        </a:defRPr>
                      </a:lvl4pPr>
                      <a:lvl5pPr marL="1828800" algn="r" defTabSz="914400" rtl="1" eaLnBrk="1" latinLnBrk="0" hangingPunct="1">
                        <a:defRPr sz="1800" kern="1200">
                          <a:solidFill>
                            <a:schemeClr val="dk1"/>
                          </a:solidFill>
                          <a:latin typeface="Arial"/>
                        </a:defRPr>
                      </a:lvl5pPr>
                      <a:lvl6pPr marL="2286000" algn="r" defTabSz="914400" rtl="1" eaLnBrk="1" latinLnBrk="0" hangingPunct="1">
                        <a:defRPr sz="1800" kern="1200">
                          <a:solidFill>
                            <a:schemeClr val="dk1"/>
                          </a:solidFill>
                          <a:latin typeface="Arial"/>
                        </a:defRPr>
                      </a:lvl6pPr>
                      <a:lvl7pPr marL="2743200" algn="r" defTabSz="914400" rtl="1" eaLnBrk="1" latinLnBrk="0" hangingPunct="1">
                        <a:defRPr sz="1800" kern="1200">
                          <a:solidFill>
                            <a:schemeClr val="dk1"/>
                          </a:solidFill>
                          <a:latin typeface="Arial"/>
                        </a:defRPr>
                      </a:lvl7pPr>
                      <a:lvl8pPr marL="3200400" algn="r" defTabSz="914400" rtl="1" eaLnBrk="1" latinLnBrk="0" hangingPunct="1">
                        <a:defRPr sz="1800" kern="1200">
                          <a:solidFill>
                            <a:schemeClr val="dk1"/>
                          </a:solidFill>
                          <a:latin typeface="Arial"/>
                        </a:defRPr>
                      </a:lvl8pPr>
                      <a:lvl9pPr marL="3657600" algn="r" defTabSz="914400" rtl="1" eaLnBrk="1" latinLnBrk="0" hangingPunct="1">
                        <a:defRPr sz="1800" kern="1200">
                          <a:solidFill>
                            <a:schemeClr val="dk1"/>
                          </a:solidFill>
                          <a:latin typeface="Arial"/>
                        </a:defRPr>
                      </a:lvl9pPr>
                    </a:lstStyle>
                    <a:p>
                      <a:pPr algn="ctr" rtl="1"/>
                      <a:endParaRPr lang="ar-SA" b="0" dirty="0">
                        <a:latin typeface="Bahij TheSansArabic Bold" panose="02040503050201020203" pitchFamily="18" charset="-78"/>
                        <a:ea typeface="Ping AR + LT Medium" panose="00000600000000000000" pitchFamily="50" charset="-78"/>
                        <a:cs typeface="Bahij TheSansArabic Bold" panose="02040503050201020203" pitchFamily="18" charset="-78"/>
                      </a:endParaRPr>
                    </a:p>
                  </a:txBody>
                  <a:tcPr anchor="ctr">
                    <a:lnL w="12700" cmpd="sng">
                      <a:solidFill>
                        <a:srgbClr val="FFFFFF"/>
                      </a:solidFill>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6F6F6"/>
                    </a:solidFill>
                  </a:tcPr>
                </a:tc>
                <a:tc>
                  <a:txBody>
                    <a:bodyPr/>
                    <a:lstStyle>
                      <a:lvl1pPr marL="0" algn="r" defTabSz="914400" rtl="1" eaLnBrk="1" latinLnBrk="0" hangingPunct="1">
                        <a:defRPr sz="1800" kern="1200">
                          <a:solidFill>
                            <a:schemeClr val="dk1"/>
                          </a:solidFill>
                          <a:latin typeface="Arial"/>
                        </a:defRPr>
                      </a:lvl1pPr>
                      <a:lvl2pPr marL="457200" algn="r" defTabSz="914400" rtl="1" eaLnBrk="1" latinLnBrk="0" hangingPunct="1">
                        <a:defRPr sz="1800" kern="1200">
                          <a:solidFill>
                            <a:schemeClr val="dk1"/>
                          </a:solidFill>
                          <a:latin typeface="Arial"/>
                        </a:defRPr>
                      </a:lvl2pPr>
                      <a:lvl3pPr marL="914400" algn="r" defTabSz="914400" rtl="1" eaLnBrk="1" latinLnBrk="0" hangingPunct="1">
                        <a:defRPr sz="1800" kern="1200">
                          <a:solidFill>
                            <a:schemeClr val="dk1"/>
                          </a:solidFill>
                          <a:latin typeface="Arial"/>
                        </a:defRPr>
                      </a:lvl3pPr>
                      <a:lvl4pPr marL="1371600" algn="r" defTabSz="914400" rtl="1" eaLnBrk="1" latinLnBrk="0" hangingPunct="1">
                        <a:defRPr sz="1800" kern="1200">
                          <a:solidFill>
                            <a:schemeClr val="dk1"/>
                          </a:solidFill>
                          <a:latin typeface="Arial"/>
                        </a:defRPr>
                      </a:lvl4pPr>
                      <a:lvl5pPr marL="1828800" algn="r" defTabSz="914400" rtl="1" eaLnBrk="1" latinLnBrk="0" hangingPunct="1">
                        <a:defRPr sz="1800" kern="1200">
                          <a:solidFill>
                            <a:schemeClr val="dk1"/>
                          </a:solidFill>
                          <a:latin typeface="Arial"/>
                        </a:defRPr>
                      </a:lvl5pPr>
                      <a:lvl6pPr marL="2286000" algn="r" defTabSz="914400" rtl="1" eaLnBrk="1" latinLnBrk="0" hangingPunct="1">
                        <a:defRPr sz="1800" kern="1200">
                          <a:solidFill>
                            <a:schemeClr val="dk1"/>
                          </a:solidFill>
                          <a:latin typeface="Arial"/>
                        </a:defRPr>
                      </a:lvl6pPr>
                      <a:lvl7pPr marL="2743200" algn="r" defTabSz="914400" rtl="1" eaLnBrk="1" latinLnBrk="0" hangingPunct="1">
                        <a:defRPr sz="1800" kern="1200">
                          <a:solidFill>
                            <a:schemeClr val="dk1"/>
                          </a:solidFill>
                          <a:latin typeface="Arial"/>
                        </a:defRPr>
                      </a:lvl7pPr>
                      <a:lvl8pPr marL="3200400" algn="r" defTabSz="914400" rtl="1" eaLnBrk="1" latinLnBrk="0" hangingPunct="1">
                        <a:defRPr sz="1800" kern="1200">
                          <a:solidFill>
                            <a:schemeClr val="dk1"/>
                          </a:solidFill>
                          <a:latin typeface="Arial"/>
                        </a:defRPr>
                      </a:lvl8pPr>
                      <a:lvl9pPr marL="3657600" algn="r" defTabSz="914400" rtl="1" eaLnBrk="1" latinLnBrk="0" hangingPunct="1">
                        <a:defRPr sz="1800" kern="1200">
                          <a:solidFill>
                            <a:schemeClr val="dk1"/>
                          </a:solidFill>
                          <a:latin typeface="Arial"/>
                        </a:defRPr>
                      </a:lvl9pPr>
                    </a:lstStyle>
                    <a:p>
                      <a:pPr algn="ctr" rtl="1"/>
                      <a:endParaRPr lang="ar-SA" b="0" dirty="0">
                        <a:latin typeface="Bahij TheSansArabic Bold" panose="02040503050201020203" pitchFamily="18" charset="-78"/>
                        <a:ea typeface="Ping AR + LT Medium" panose="00000600000000000000" pitchFamily="50" charset="-78"/>
                        <a:cs typeface="Bahij TheSansArabic Bold" panose="02040503050201020203" pitchFamily="18" charset="-78"/>
                      </a:endParaRPr>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6F6F6"/>
                    </a:solidFill>
                  </a:tcPr>
                </a:tc>
                <a:tc>
                  <a:txBody>
                    <a:bodyPr/>
                    <a:lstStyle>
                      <a:lvl1pPr marL="0" algn="r" defTabSz="914400" rtl="1" eaLnBrk="1" latinLnBrk="0" hangingPunct="1">
                        <a:defRPr sz="1800" kern="1200">
                          <a:solidFill>
                            <a:schemeClr val="dk1"/>
                          </a:solidFill>
                          <a:latin typeface="Arial"/>
                        </a:defRPr>
                      </a:lvl1pPr>
                      <a:lvl2pPr marL="457200" algn="r" defTabSz="914400" rtl="1" eaLnBrk="1" latinLnBrk="0" hangingPunct="1">
                        <a:defRPr sz="1800" kern="1200">
                          <a:solidFill>
                            <a:schemeClr val="dk1"/>
                          </a:solidFill>
                          <a:latin typeface="Arial"/>
                        </a:defRPr>
                      </a:lvl2pPr>
                      <a:lvl3pPr marL="914400" algn="r" defTabSz="914400" rtl="1" eaLnBrk="1" latinLnBrk="0" hangingPunct="1">
                        <a:defRPr sz="1800" kern="1200">
                          <a:solidFill>
                            <a:schemeClr val="dk1"/>
                          </a:solidFill>
                          <a:latin typeface="Arial"/>
                        </a:defRPr>
                      </a:lvl3pPr>
                      <a:lvl4pPr marL="1371600" algn="r" defTabSz="914400" rtl="1" eaLnBrk="1" latinLnBrk="0" hangingPunct="1">
                        <a:defRPr sz="1800" kern="1200">
                          <a:solidFill>
                            <a:schemeClr val="dk1"/>
                          </a:solidFill>
                          <a:latin typeface="Arial"/>
                        </a:defRPr>
                      </a:lvl4pPr>
                      <a:lvl5pPr marL="1828800" algn="r" defTabSz="914400" rtl="1" eaLnBrk="1" latinLnBrk="0" hangingPunct="1">
                        <a:defRPr sz="1800" kern="1200">
                          <a:solidFill>
                            <a:schemeClr val="dk1"/>
                          </a:solidFill>
                          <a:latin typeface="Arial"/>
                        </a:defRPr>
                      </a:lvl5pPr>
                      <a:lvl6pPr marL="2286000" algn="r" defTabSz="914400" rtl="1" eaLnBrk="1" latinLnBrk="0" hangingPunct="1">
                        <a:defRPr sz="1800" kern="1200">
                          <a:solidFill>
                            <a:schemeClr val="dk1"/>
                          </a:solidFill>
                          <a:latin typeface="Arial"/>
                        </a:defRPr>
                      </a:lvl6pPr>
                      <a:lvl7pPr marL="2743200" algn="r" defTabSz="914400" rtl="1" eaLnBrk="1" latinLnBrk="0" hangingPunct="1">
                        <a:defRPr sz="1800" kern="1200">
                          <a:solidFill>
                            <a:schemeClr val="dk1"/>
                          </a:solidFill>
                          <a:latin typeface="Arial"/>
                        </a:defRPr>
                      </a:lvl7pPr>
                      <a:lvl8pPr marL="3200400" algn="r" defTabSz="914400" rtl="1" eaLnBrk="1" latinLnBrk="0" hangingPunct="1">
                        <a:defRPr sz="1800" kern="1200">
                          <a:solidFill>
                            <a:schemeClr val="dk1"/>
                          </a:solidFill>
                          <a:latin typeface="Arial"/>
                        </a:defRPr>
                      </a:lvl8pPr>
                      <a:lvl9pPr marL="3657600" algn="r" defTabSz="914400" rtl="1" eaLnBrk="1" latinLnBrk="0" hangingPunct="1">
                        <a:defRPr sz="1800" kern="1200">
                          <a:solidFill>
                            <a:schemeClr val="dk1"/>
                          </a:solidFill>
                          <a:latin typeface="Arial"/>
                        </a:defRPr>
                      </a:lvl9pPr>
                    </a:lstStyle>
                    <a:p>
                      <a:pPr algn="ctr" rtl="1"/>
                      <a:r>
                        <a:rPr lang="en-US" b="0" dirty="0">
                          <a:latin typeface="Bahij TheSansArabic Bold" panose="02040503050201020203" pitchFamily="18" charset="-78"/>
                          <a:ea typeface="Ping AR + LT Medium" panose="00000600000000000000" pitchFamily="50" charset="-78"/>
                          <a:cs typeface="Bahij TheSansArabic Bold" panose="02040503050201020203" pitchFamily="18" charset="-78"/>
                        </a:rPr>
                        <a:t>I</a:t>
                      </a:r>
                      <a:endParaRPr lang="ar-SA" b="0" dirty="0">
                        <a:latin typeface="Bahij TheSansArabic Bold" panose="02040503050201020203" pitchFamily="18" charset="-78"/>
                        <a:ea typeface="Ping AR + LT Medium" panose="00000600000000000000" pitchFamily="50" charset="-78"/>
                        <a:cs typeface="Bahij TheSansArabic Bold" panose="02040503050201020203" pitchFamily="18" charset="-78"/>
                      </a:endParaRPr>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6F6F6"/>
                    </a:solidFill>
                  </a:tcPr>
                </a:tc>
                <a:tc>
                  <a:txBody>
                    <a:bodyPr/>
                    <a:lstStyle>
                      <a:lvl1pPr marL="0" algn="r" defTabSz="914400" rtl="1" eaLnBrk="1" latinLnBrk="0" hangingPunct="1">
                        <a:defRPr sz="1800" kern="1200">
                          <a:solidFill>
                            <a:schemeClr val="dk1"/>
                          </a:solidFill>
                          <a:latin typeface="Arial"/>
                        </a:defRPr>
                      </a:lvl1pPr>
                      <a:lvl2pPr marL="457200" algn="r" defTabSz="914400" rtl="1" eaLnBrk="1" latinLnBrk="0" hangingPunct="1">
                        <a:defRPr sz="1800" kern="1200">
                          <a:solidFill>
                            <a:schemeClr val="dk1"/>
                          </a:solidFill>
                          <a:latin typeface="Arial"/>
                        </a:defRPr>
                      </a:lvl2pPr>
                      <a:lvl3pPr marL="914400" algn="r" defTabSz="914400" rtl="1" eaLnBrk="1" latinLnBrk="0" hangingPunct="1">
                        <a:defRPr sz="1800" kern="1200">
                          <a:solidFill>
                            <a:schemeClr val="dk1"/>
                          </a:solidFill>
                          <a:latin typeface="Arial"/>
                        </a:defRPr>
                      </a:lvl3pPr>
                      <a:lvl4pPr marL="1371600" algn="r" defTabSz="914400" rtl="1" eaLnBrk="1" latinLnBrk="0" hangingPunct="1">
                        <a:defRPr sz="1800" kern="1200">
                          <a:solidFill>
                            <a:schemeClr val="dk1"/>
                          </a:solidFill>
                          <a:latin typeface="Arial"/>
                        </a:defRPr>
                      </a:lvl4pPr>
                      <a:lvl5pPr marL="1828800" algn="r" defTabSz="914400" rtl="1" eaLnBrk="1" latinLnBrk="0" hangingPunct="1">
                        <a:defRPr sz="1800" kern="1200">
                          <a:solidFill>
                            <a:schemeClr val="dk1"/>
                          </a:solidFill>
                          <a:latin typeface="Arial"/>
                        </a:defRPr>
                      </a:lvl5pPr>
                      <a:lvl6pPr marL="2286000" algn="r" defTabSz="914400" rtl="1" eaLnBrk="1" latinLnBrk="0" hangingPunct="1">
                        <a:defRPr sz="1800" kern="1200">
                          <a:solidFill>
                            <a:schemeClr val="dk1"/>
                          </a:solidFill>
                          <a:latin typeface="Arial"/>
                        </a:defRPr>
                      </a:lvl6pPr>
                      <a:lvl7pPr marL="2743200" algn="r" defTabSz="914400" rtl="1" eaLnBrk="1" latinLnBrk="0" hangingPunct="1">
                        <a:defRPr sz="1800" kern="1200">
                          <a:solidFill>
                            <a:schemeClr val="dk1"/>
                          </a:solidFill>
                          <a:latin typeface="Arial"/>
                        </a:defRPr>
                      </a:lvl7pPr>
                      <a:lvl8pPr marL="3200400" algn="r" defTabSz="914400" rtl="1" eaLnBrk="1" latinLnBrk="0" hangingPunct="1">
                        <a:defRPr sz="1800" kern="1200">
                          <a:solidFill>
                            <a:schemeClr val="dk1"/>
                          </a:solidFill>
                          <a:latin typeface="Arial"/>
                        </a:defRPr>
                      </a:lvl8pPr>
                      <a:lvl9pPr marL="3657600" algn="r" defTabSz="914400" rtl="1" eaLnBrk="1" latinLnBrk="0" hangingPunct="1">
                        <a:defRPr sz="1800" kern="1200">
                          <a:solidFill>
                            <a:schemeClr val="dk1"/>
                          </a:solidFill>
                          <a:latin typeface="Arial"/>
                        </a:defRPr>
                      </a:lvl9pPr>
                    </a:lstStyle>
                    <a:p>
                      <a:pPr marL="0" marR="0" lvl="0" indent="0" algn="ctr" defTabSz="914400" rtl="1" eaLnBrk="1" fontAlgn="auto" latinLnBrk="0" hangingPunct="1">
                        <a:lnSpc>
                          <a:spcPct val="100000"/>
                        </a:lnSpc>
                        <a:spcBef>
                          <a:spcPts val="0"/>
                        </a:spcBef>
                        <a:spcAft>
                          <a:spcPts val="0"/>
                        </a:spcAft>
                        <a:buClr>
                          <a:srgbClr val="000000"/>
                        </a:buClr>
                        <a:buSzTx/>
                        <a:buFont typeface="Arial"/>
                        <a:buNone/>
                        <a:tabLst/>
                        <a:defRPr/>
                      </a:pPr>
                      <a:r>
                        <a:rPr kumimoji="0" lang="en-US" sz="1400" b="0" i="0" u="none" strike="noStrike" kern="0" cap="none" spc="0" normalizeH="0" baseline="0" noProof="0" dirty="0">
                          <a:ln>
                            <a:noFill/>
                          </a:ln>
                          <a:solidFill>
                            <a:srgbClr val="000000"/>
                          </a:solidFill>
                          <a:effectLst/>
                          <a:uLnTx/>
                          <a:uFillTx/>
                          <a:latin typeface="Bahij TheSansArabic Bold" panose="02040503050201020203" pitchFamily="18" charset="-78"/>
                          <a:ea typeface="Ping AR + LT Medium" panose="00000600000000000000" pitchFamily="50" charset="-78"/>
                          <a:cs typeface="Bahij TheSansArabic Bold" panose="02040503050201020203" pitchFamily="18" charset="-78"/>
                          <a:sym typeface="Arial"/>
                        </a:rPr>
                        <a:t>I</a:t>
                      </a:r>
                      <a:endParaRPr kumimoji="0" lang="ar-SA" sz="1400" b="0" i="0" u="none" strike="noStrike" kern="0" cap="none" spc="0" normalizeH="0" baseline="0" noProof="0" dirty="0">
                        <a:ln>
                          <a:noFill/>
                        </a:ln>
                        <a:solidFill>
                          <a:srgbClr val="000000"/>
                        </a:solidFill>
                        <a:effectLst/>
                        <a:uLnTx/>
                        <a:uFillTx/>
                        <a:latin typeface="Bahij TheSansArabic Bold" panose="02040503050201020203" pitchFamily="18" charset="-78"/>
                        <a:ea typeface="Ping AR + LT Medium" panose="00000600000000000000" pitchFamily="50" charset="-78"/>
                        <a:cs typeface="Bahij TheSansArabic Bold" panose="02040503050201020203" pitchFamily="18" charset="-78"/>
                        <a:sym typeface="Arial"/>
                      </a:endParaRPr>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6F6F6"/>
                    </a:solidFill>
                  </a:tcPr>
                </a:tc>
                <a:tc>
                  <a:txBody>
                    <a:bodyPr/>
                    <a:lstStyle>
                      <a:lvl1pPr marL="0" algn="r" defTabSz="914400" rtl="1" eaLnBrk="1" latinLnBrk="0" hangingPunct="1">
                        <a:defRPr sz="1800" kern="1200">
                          <a:solidFill>
                            <a:schemeClr val="dk1"/>
                          </a:solidFill>
                          <a:latin typeface="Arial"/>
                        </a:defRPr>
                      </a:lvl1pPr>
                      <a:lvl2pPr marL="457200" algn="r" defTabSz="914400" rtl="1" eaLnBrk="1" latinLnBrk="0" hangingPunct="1">
                        <a:defRPr sz="1800" kern="1200">
                          <a:solidFill>
                            <a:schemeClr val="dk1"/>
                          </a:solidFill>
                          <a:latin typeface="Arial"/>
                        </a:defRPr>
                      </a:lvl2pPr>
                      <a:lvl3pPr marL="914400" algn="r" defTabSz="914400" rtl="1" eaLnBrk="1" latinLnBrk="0" hangingPunct="1">
                        <a:defRPr sz="1800" kern="1200">
                          <a:solidFill>
                            <a:schemeClr val="dk1"/>
                          </a:solidFill>
                          <a:latin typeface="Arial"/>
                        </a:defRPr>
                      </a:lvl3pPr>
                      <a:lvl4pPr marL="1371600" algn="r" defTabSz="914400" rtl="1" eaLnBrk="1" latinLnBrk="0" hangingPunct="1">
                        <a:defRPr sz="1800" kern="1200">
                          <a:solidFill>
                            <a:schemeClr val="dk1"/>
                          </a:solidFill>
                          <a:latin typeface="Arial"/>
                        </a:defRPr>
                      </a:lvl4pPr>
                      <a:lvl5pPr marL="1828800" algn="r" defTabSz="914400" rtl="1" eaLnBrk="1" latinLnBrk="0" hangingPunct="1">
                        <a:defRPr sz="1800" kern="1200">
                          <a:solidFill>
                            <a:schemeClr val="dk1"/>
                          </a:solidFill>
                          <a:latin typeface="Arial"/>
                        </a:defRPr>
                      </a:lvl5pPr>
                      <a:lvl6pPr marL="2286000" algn="r" defTabSz="914400" rtl="1" eaLnBrk="1" latinLnBrk="0" hangingPunct="1">
                        <a:defRPr sz="1800" kern="1200">
                          <a:solidFill>
                            <a:schemeClr val="dk1"/>
                          </a:solidFill>
                          <a:latin typeface="Arial"/>
                        </a:defRPr>
                      </a:lvl6pPr>
                      <a:lvl7pPr marL="2743200" algn="r" defTabSz="914400" rtl="1" eaLnBrk="1" latinLnBrk="0" hangingPunct="1">
                        <a:defRPr sz="1800" kern="1200">
                          <a:solidFill>
                            <a:schemeClr val="dk1"/>
                          </a:solidFill>
                          <a:latin typeface="Arial"/>
                        </a:defRPr>
                      </a:lvl7pPr>
                      <a:lvl8pPr marL="3200400" algn="r" defTabSz="914400" rtl="1" eaLnBrk="1" latinLnBrk="0" hangingPunct="1">
                        <a:defRPr sz="1800" kern="1200">
                          <a:solidFill>
                            <a:schemeClr val="dk1"/>
                          </a:solidFill>
                          <a:latin typeface="Arial"/>
                        </a:defRPr>
                      </a:lvl8pPr>
                      <a:lvl9pPr marL="3657600" algn="r" defTabSz="914400" rtl="1" eaLnBrk="1" latinLnBrk="0" hangingPunct="1">
                        <a:defRPr sz="1800" kern="1200">
                          <a:solidFill>
                            <a:schemeClr val="dk1"/>
                          </a:solidFill>
                          <a:latin typeface="Arial"/>
                        </a:defRPr>
                      </a:lvl9pPr>
                    </a:lstStyle>
                    <a:p>
                      <a:pPr algn="ctr" rtl="1"/>
                      <a:r>
                        <a:rPr lang="en-US" b="0" dirty="0">
                          <a:latin typeface="Bahij TheSansArabic Bold" panose="02040503050201020203" pitchFamily="18" charset="-78"/>
                          <a:ea typeface="Ping AR + LT Medium" panose="00000600000000000000" pitchFamily="50" charset="-78"/>
                          <a:cs typeface="Bahij TheSansArabic Bold" panose="02040503050201020203" pitchFamily="18" charset="-78"/>
                        </a:rPr>
                        <a:t>R</a:t>
                      </a:r>
                      <a:endParaRPr lang="ar-SA" b="0" dirty="0">
                        <a:latin typeface="Bahij TheSansArabic Bold" panose="02040503050201020203" pitchFamily="18" charset="-78"/>
                        <a:ea typeface="Ping AR + LT Medium" panose="00000600000000000000" pitchFamily="50" charset="-78"/>
                        <a:cs typeface="Bahij TheSansArabic Bold" panose="02040503050201020203" pitchFamily="18" charset="-78"/>
                      </a:endParaRPr>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6F6F6"/>
                    </a:solidFill>
                  </a:tcPr>
                </a:tc>
                <a:tc>
                  <a:txBody>
                    <a:bodyPr/>
                    <a:lstStyle>
                      <a:lvl1pPr marL="0" algn="r" defTabSz="914400" rtl="1" eaLnBrk="1" latinLnBrk="0" hangingPunct="1">
                        <a:defRPr sz="1800" kern="1200">
                          <a:solidFill>
                            <a:schemeClr val="dk1"/>
                          </a:solidFill>
                          <a:latin typeface="Arial"/>
                        </a:defRPr>
                      </a:lvl1pPr>
                      <a:lvl2pPr marL="457200" algn="r" defTabSz="914400" rtl="1" eaLnBrk="1" latinLnBrk="0" hangingPunct="1">
                        <a:defRPr sz="1800" kern="1200">
                          <a:solidFill>
                            <a:schemeClr val="dk1"/>
                          </a:solidFill>
                          <a:latin typeface="Arial"/>
                        </a:defRPr>
                      </a:lvl2pPr>
                      <a:lvl3pPr marL="914400" algn="r" defTabSz="914400" rtl="1" eaLnBrk="1" latinLnBrk="0" hangingPunct="1">
                        <a:defRPr sz="1800" kern="1200">
                          <a:solidFill>
                            <a:schemeClr val="dk1"/>
                          </a:solidFill>
                          <a:latin typeface="Arial"/>
                        </a:defRPr>
                      </a:lvl3pPr>
                      <a:lvl4pPr marL="1371600" algn="r" defTabSz="914400" rtl="1" eaLnBrk="1" latinLnBrk="0" hangingPunct="1">
                        <a:defRPr sz="1800" kern="1200">
                          <a:solidFill>
                            <a:schemeClr val="dk1"/>
                          </a:solidFill>
                          <a:latin typeface="Arial"/>
                        </a:defRPr>
                      </a:lvl4pPr>
                      <a:lvl5pPr marL="1828800" algn="r" defTabSz="914400" rtl="1" eaLnBrk="1" latinLnBrk="0" hangingPunct="1">
                        <a:defRPr sz="1800" kern="1200">
                          <a:solidFill>
                            <a:schemeClr val="dk1"/>
                          </a:solidFill>
                          <a:latin typeface="Arial"/>
                        </a:defRPr>
                      </a:lvl5pPr>
                      <a:lvl6pPr marL="2286000" algn="r" defTabSz="914400" rtl="1" eaLnBrk="1" latinLnBrk="0" hangingPunct="1">
                        <a:defRPr sz="1800" kern="1200">
                          <a:solidFill>
                            <a:schemeClr val="dk1"/>
                          </a:solidFill>
                          <a:latin typeface="Arial"/>
                        </a:defRPr>
                      </a:lvl6pPr>
                      <a:lvl7pPr marL="2743200" algn="r" defTabSz="914400" rtl="1" eaLnBrk="1" latinLnBrk="0" hangingPunct="1">
                        <a:defRPr sz="1800" kern="1200">
                          <a:solidFill>
                            <a:schemeClr val="dk1"/>
                          </a:solidFill>
                          <a:latin typeface="Arial"/>
                        </a:defRPr>
                      </a:lvl7pPr>
                      <a:lvl8pPr marL="3200400" algn="r" defTabSz="914400" rtl="1" eaLnBrk="1" latinLnBrk="0" hangingPunct="1">
                        <a:defRPr sz="1800" kern="1200">
                          <a:solidFill>
                            <a:schemeClr val="dk1"/>
                          </a:solidFill>
                          <a:latin typeface="Arial"/>
                        </a:defRPr>
                      </a:lvl8pPr>
                      <a:lvl9pPr marL="3657600" algn="r" defTabSz="914400" rtl="1" eaLnBrk="1" latinLnBrk="0" hangingPunct="1">
                        <a:defRPr sz="1800" kern="1200">
                          <a:solidFill>
                            <a:schemeClr val="dk1"/>
                          </a:solidFill>
                          <a:latin typeface="Arial"/>
                        </a:defRPr>
                      </a:lvl9pPr>
                    </a:lstStyle>
                    <a:p>
                      <a:pPr marL="0" marR="0" lvl="0" indent="0" algn="ctr" defTabSz="914400" rtl="1" eaLnBrk="1" fontAlgn="auto" latinLnBrk="0" hangingPunct="1">
                        <a:lnSpc>
                          <a:spcPct val="100000"/>
                        </a:lnSpc>
                        <a:spcBef>
                          <a:spcPts val="0"/>
                        </a:spcBef>
                        <a:spcAft>
                          <a:spcPts val="0"/>
                        </a:spcAft>
                        <a:buClr>
                          <a:srgbClr val="000000"/>
                        </a:buClr>
                        <a:buSzTx/>
                        <a:buFont typeface="Arial"/>
                        <a:buNone/>
                        <a:tabLst/>
                        <a:defRPr/>
                      </a:pPr>
                      <a:r>
                        <a:rPr kumimoji="0" lang="en-US" sz="1400" b="0" i="0" u="none" strike="noStrike" kern="0" cap="none" spc="0" normalizeH="0" baseline="0" noProof="0" dirty="0">
                          <a:ln>
                            <a:noFill/>
                          </a:ln>
                          <a:solidFill>
                            <a:srgbClr val="000000"/>
                          </a:solidFill>
                          <a:effectLst/>
                          <a:uLnTx/>
                          <a:uFillTx/>
                          <a:latin typeface="Bahij TheSansArabic Bold" panose="02040503050201020203" pitchFamily="18" charset="-78"/>
                          <a:ea typeface="Ping AR + LT Medium" panose="00000600000000000000" pitchFamily="50" charset="-78"/>
                          <a:cs typeface="Bahij TheSansArabic Bold" panose="02040503050201020203" pitchFamily="18" charset="-78"/>
                          <a:sym typeface="Arial"/>
                        </a:rPr>
                        <a:t>R</a:t>
                      </a:r>
                      <a:endParaRPr kumimoji="0" lang="ar-SA" sz="1400" b="0" i="0" u="none" strike="noStrike" kern="0" cap="none" spc="0" normalizeH="0" baseline="0" noProof="0" dirty="0">
                        <a:ln>
                          <a:noFill/>
                        </a:ln>
                        <a:solidFill>
                          <a:srgbClr val="000000"/>
                        </a:solidFill>
                        <a:effectLst/>
                        <a:uLnTx/>
                        <a:uFillTx/>
                        <a:latin typeface="Bahij TheSansArabic Bold" panose="02040503050201020203" pitchFamily="18" charset="-78"/>
                        <a:ea typeface="Ping AR + LT Medium" panose="00000600000000000000" pitchFamily="50" charset="-78"/>
                        <a:cs typeface="Bahij TheSansArabic Bold" panose="02040503050201020203" pitchFamily="18" charset="-78"/>
                        <a:sym typeface="Arial"/>
                      </a:endParaRPr>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6F6F6"/>
                    </a:solidFill>
                  </a:tcPr>
                </a:tc>
                <a:tc>
                  <a:txBody>
                    <a:bodyPr/>
                    <a:lstStyle>
                      <a:lvl1pPr marL="0" algn="r" defTabSz="914400" rtl="1" eaLnBrk="1" latinLnBrk="0" hangingPunct="1">
                        <a:defRPr sz="1800" kern="1200">
                          <a:solidFill>
                            <a:schemeClr val="dk1"/>
                          </a:solidFill>
                          <a:latin typeface="Arial"/>
                        </a:defRPr>
                      </a:lvl1pPr>
                      <a:lvl2pPr marL="457200" algn="r" defTabSz="914400" rtl="1" eaLnBrk="1" latinLnBrk="0" hangingPunct="1">
                        <a:defRPr sz="1800" kern="1200">
                          <a:solidFill>
                            <a:schemeClr val="dk1"/>
                          </a:solidFill>
                          <a:latin typeface="Arial"/>
                        </a:defRPr>
                      </a:lvl2pPr>
                      <a:lvl3pPr marL="914400" algn="r" defTabSz="914400" rtl="1" eaLnBrk="1" latinLnBrk="0" hangingPunct="1">
                        <a:defRPr sz="1800" kern="1200">
                          <a:solidFill>
                            <a:schemeClr val="dk1"/>
                          </a:solidFill>
                          <a:latin typeface="Arial"/>
                        </a:defRPr>
                      </a:lvl3pPr>
                      <a:lvl4pPr marL="1371600" algn="r" defTabSz="914400" rtl="1" eaLnBrk="1" latinLnBrk="0" hangingPunct="1">
                        <a:defRPr sz="1800" kern="1200">
                          <a:solidFill>
                            <a:schemeClr val="dk1"/>
                          </a:solidFill>
                          <a:latin typeface="Arial"/>
                        </a:defRPr>
                      </a:lvl4pPr>
                      <a:lvl5pPr marL="1828800" algn="r" defTabSz="914400" rtl="1" eaLnBrk="1" latinLnBrk="0" hangingPunct="1">
                        <a:defRPr sz="1800" kern="1200">
                          <a:solidFill>
                            <a:schemeClr val="dk1"/>
                          </a:solidFill>
                          <a:latin typeface="Arial"/>
                        </a:defRPr>
                      </a:lvl5pPr>
                      <a:lvl6pPr marL="2286000" algn="r" defTabSz="914400" rtl="1" eaLnBrk="1" latinLnBrk="0" hangingPunct="1">
                        <a:defRPr sz="1800" kern="1200">
                          <a:solidFill>
                            <a:schemeClr val="dk1"/>
                          </a:solidFill>
                          <a:latin typeface="Arial"/>
                        </a:defRPr>
                      </a:lvl6pPr>
                      <a:lvl7pPr marL="2743200" algn="r" defTabSz="914400" rtl="1" eaLnBrk="1" latinLnBrk="0" hangingPunct="1">
                        <a:defRPr sz="1800" kern="1200">
                          <a:solidFill>
                            <a:schemeClr val="dk1"/>
                          </a:solidFill>
                          <a:latin typeface="Arial"/>
                        </a:defRPr>
                      </a:lvl7pPr>
                      <a:lvl8pPr marL="3200400" algn="r" defTabSz="914400" rtl="1" eaLnBrk="1" latinLnBrk="0" hangingPunct="1">
                        <a:defRPr sz="1800" kern="1200">
                          <a:solidFill>
                            <a:schemeClr val="dk1"/>
                          </a:solidFill>
                          <a:latin typeface="Arial"/>
                        </a:defRPr>
                      </a:lvl8pPr>
                      <a:lvl9pPr marL="3657600" algn="r" defTabSz="914400" rtl="1" eaLnBrk="1" latinLnBrk="0" hangingPunct="1">
                        <a:defRPr sz="1800" kern="1200">
                          <a:solidFill>
                            <a:schemeClr val="dk1"/>
                          </a:solidFill>
                          <a:latin typeface="Arial"/>
                        </a:defRPr>
                      </a:lvl9pPr>
                    </a:lstStyle>
                    <a:p>
                      <a:pPr algn="ctr" rtl="1"/>
                      <a:r>
                        <a:rPr lang="en-US" b="0" dirty="0">
                          <a:latin typeface="Bahij TheSansArabic Bold" panose="02040503050201020203" pitchFamily="18" charset="-78"/>
                          <a:ea typeface="Ping AR + LT Medium" panose="00000600000000000000" pitchFamily="50" charset="-78"/>
                          <a:cs typeface="Bahij TheSansArabic Bold" panose="02040503050201020203" pitchFamily="18" charset="-78"/>
                        </a:rPr>
                        <a:t>C</a:t>
                      </a:r>
                      <a:endParaRPr lang="ar-SA" b="0" dirty="0">
                        <a:latin typeface="Bahij TheSansArabic Bold" panose="02040503050201020203" pitchFamily="18" charset="-78"/>
                        <a:ea typeface="Ping AR + LT Medium" panose="00000600000000000000" pitchFamily="50" charset="-78"/>
                        <a:cs typeface="Bahij TheSansArabic Bold" panose="02040503050201020203" pitchFamily="18" charset="-78"/>
                      </a:endParaRPr>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6F6F6"/>
                    </a:solidFill>
                  </a:tcPr>
                </a:tc>
                <a:tc>
                  <a:txBody>
                    <a:bodyPr/>
                    <a:lstStyle>
                      <a:lvl1pPr marL="0" algn="r" defTabSz="914400" rtl="1" eaLnBrk="1" latinLnBrk="0" hangingPunct="1">
                        <a:defRPr sz="1800" kern="1200">
                          <a:solidFill>
                            <a:schemeClr val="dk1"/>
                          </a:solidFill>
                          <a:latin typeface="Arial"/>
                        </a:defRPr>
                      </a:lvl1pPr>
                      <a:lvl2pPr marL="457200" algn="r" defTabSz="914400" rtl="1" eaLnBrk="1" latinLnBrk="0" hangingPunct="1">
                        <a:defRPr sz="1800" kern="1200">
                          <a:solidFill>
                            <a:schemeClr val="dk1"/>
                          </a:solidFill>
                          <a:latin typeface="Arial"/>
                        </a:defRPr>
                      </a:lvl2pPr>
                      <a:lvl3pPr marL="914400" algn="r" defTabSz="914400" rtl="1" eaLnBrk="1" latinLnBrk="0" hangingPunct="1">
                        <a:defRPr sz="1800" kern="1200">
                          <a:solidFill>
                            <a:schemeClr val="dk1"/>
                          </a:solidFill>
                          <a:latin typeface="Arial"/>
                        </a:defRPr>
                      </a:lvl3pPr>
                      <a:lvl4pPr marL="1371600" algn="r" defTabSz="914400" rtl="1" eaLnBrk="1" latinLnBrk="0" hangingPunct="1">
                        <a:defRPr sz="1800" kern="1200">
                          <a:solidFill>
                            <a:schemeClr val="dk1"/>
                          </a:solidFill>
                          <a:latin typeface="Arial"/>
                        </a:defRPr>
                      </a:lvl4pPr>
                      <a:lvl5pPr marL="1828800" algn="r" defTabSz="914400" rtl="1" eaLnBrk="1" latinLnBrk="0" hangingPunct="1">
                        <a:defRPr sz="1800" kern="1200">
                          <a:solidFill>
                            <a:schemeClr val="dk1"/>
                          </a:solidFill>
                          <a:latin typeface="Arial"/>
                        </a:defRPr>
                      </a:lvl5pPr>
                      <a:lvl6pPr marL="2286000" algn="r" defTabSz="914400" rtl="1" eaLnBrk="1" latinLnBrk="0" hangingPunct="1">
                        <a:defRPr sz="1800" kern="1200">
                          <a:solidFill>
                            <a:schemeClr val="dk1"/>
                          </a:solidFill>
                          <a:latin typeface="Arial"/>
                        </a:defRPr>
                      </a:lvl6pPr>
                      <a:lvl7pPr marL="2743200" algn="r" defTabSz="914400" rtl="1" eaLnBrk="1" latinLnBrk="0" hangingPunct="1">
                        <a:defRPr sz="1800" kern="1200">
                          <a:solidFill>
                            <a:schemeClr val="dk1"/>
                          </a:solidFill>
                          <a:latin typeface="Arial"/>
                        </a:defRPr>
                      </a:lvl7pPr>
                      <a:lvl8pPr marL="3200400" algn="r" defTabSz="914400" rtl="1" eaLnBrk="1" latinLnBrk="0" hangingPunct="1">
                        <a:defRPr sz="1800" kern="1200">
                          <a:solidFill>
                            <a:schemeClr val="dk1"/>
                          </a:solidFill>
                          <a:latin typeface="Arial"/>
                        </a:defRPr>
                      </a:lvl8pPr>
                      <a:lvl9pPr marL="3657600" algn="r" defTabSz="914400" rtl="1" eaLnBrk="1" latinLnBrk="0" hangingPunct="1">
                        <a:defRPr sz="1800" kern="1200">
                          <a:solidFill>
                            <a:schemeClr val="dk1"/>
                          </a:solidFill>
                          <a:latin typeface="Arial"/>
                        </a:defRPr>
                      </a:lvl9pPr>
                    </a:lstStyle>
                    <a:p>
                      <a:pPr algn="ctr" rtl="1"/>
                      <a:r>
                        <a:rPr lang="en-US" b="0" dirty="0">
                          <a:latin typeface="Bahij TheSansArabic Bold" panose="02040503050201020203" pitchFamily="18" charset="-78"/>
                          <a:ea typeface="Ping AR + LT Medium" panose="00000600000000000000" pitchFamily="50" charset="-78"/>
                          <a:cs typeface="Bahij TheSansArabic Bold" panose="02040503050201020203" pitchFamily="18" charset="-78"/>
                        </a:rPr>
                        <a:t>A</a:t>
                      </a:r>
                      <a:endParaRPr lang="ar-SA" b="0" dirty="0">
                        <a:latin typeface="Bahij TheSansArabic Bold" panose="02040503050201020203" pitchFamily="18" charset="-78"/>
                        <a:ea typeface="Ping AR + LT Medium" panose="00000600000000000000" pitchFamily="50" charset="-78"/>
                        <a:cs typeface="Bahij TheSansArabic Bold" panose="02040503050201020203" pitchFamily="18" charset="-78"/>
                      </a:endParaRPr>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6F6F6"/>
                    </a:solidFill>
                  </a:tcPr>
                </a:tc>
                <a:tc>
                  <a:txBody>
                    <a:bodyPr/>
                    <a:lstStyle>
                      <a:lvl1pPr marL="0" algn="r" defTabSz="914400" rtl="1" eaLnBrk="1" latinLnBrk="0" hangingPunct="1">
                        <a:defRPr sz="1800" kern="1200">
                          <a:solidFill>
                            <a:schemeClr val="dk1"/>
                          </a:solidFill>
                          <a:latin typeface="Arial"/>
                        </a:defRPr>
                      </a:lvl1pPr>
                      <a:lvl2pPr marL="457200" algn="r" defTabSz="914400" rtl="1" eaLnBrk="1" latinLnBrk="0" hangingPunct="1">
                        <a:defRPr sz="1800" kern="1200">
                          <a:solidFill>
                            <a:schemeClr val="dk1"/>
                          </a:solidFill>
                          <a:latin typeface="Arial"/>
                        </a:defRPr>
                      </a:lvl2pPr>
                      <a:lvl3pPr marL="914400" algn="r" defTabSz="914400" rtl="1" eaLnBrk="1" latinLnBrk="0" hangingPunct="1">
                        <a:defRPr sz="1800" kern="1200">
                          <a:solidFill>
                            <a:schemeClr val="dk1"/>
                          </a:solidFill>
                          <a:latin typeface="Arial"/>
                        </a:defRPr>
                      </a:lvl3pPr>
                      <a:lvl4pPr marL="1371600" algn="r" defTabSz="914400" rtl="1" eaLnBrk="1" latinLnBrk="0" hangingPunct="1">
                        <a:defRPr sz="1800" kern="1200">
                          <a:solidFill>
                            <a:schemeClr val="dk1"/>
                          </a:solidFill>
                          <a:latin typeface="Arial"/>
                        </a:defRPr>
                      </a:lvl4pPr>
                      <a:lvl5pPr marL="1828800" algn="r" defTabSz="914400" rtl="1" eaLnBrk="1" latinLnBrk="0" hangingPunct="1">
                        <a:defRPr sz="1800" kern="1200">
                          <a:solidFill>
                            <a:schemeClr val="dk1"/>
                          </a:solidFill>
                          <a:latin typeface="Arial"/>
                        </a:defRPr>
                      </a:lvl5pPr>
                      <a:lvl6pPr marL="2286000" algn="r" defTabSz="914400" rtl="1" eaLnBrk="1" latinLnBrk="0" hangingPunct="1">
                        <a:defRPr sz="1800" kern="1200">
                          <a:solidFill>
                            <a:schemeClr val="dk1"/>
                          </a:solidFill>
                          <a:latin typeface="Arial"/>
                        </a:defRPr>
                      </a:lvl6pPr>
                      <a:lvl7pPr marL="2743200" algn="r" defTabSz="914400" rtl="1" eaLnBrk="1" latinLnBrk="0" hangingPunct="1">
                        <a:defRPr sz="1800" kern="1200">
                          <a:solidFill>
                            <a:schemeClr val="dk1"/>
                          </a:solidFill>
                          <a:latin typeface="Arial"/>
                        </a:defRPr>
                      </a:lvl7pPr>
                      <a:lvl8pPr marL="3200400" algn="r" defTabSz="914400" rtl="1" eaLnBrk="1" latinLnBrk="0" hangingPunct="1">
                        <a:defRPr sz="1800" kern="1200">
                          <a:solidFill>
                            <a:schemeClr val="dk1"/>
                          </a:solidFill>
                          <a:latin typeface="Arial"/>
                        </a:defRPr>
                      </a:lvl8pPr>
                      <a:lvl9pPr marL="3657600" algn="r" defTabSz="914400" rtl="1" eaLnBrk="1" latinLnBrk="0" hangingPunct="1">
                        <a:defRPr sz="1800" kern="1200">
                          <a:solidFill>
                            <a:schemeClr val="dk1"/>
                          </a:solidFill>
                          <a:latin typeface="Arial"/>
                        </a:defRPr>
                      </a:lvl9pPr>
                    </a:lstStyle>
                    <a:p>
                      <a:pPr algn="justLow" rtl="1"/>
                      <a:r>
                        <a:rPr lang="ar-SA" b="0" dirty="0">
                          <a:latin typeface="Bahij TheSansArabic Bold" panose="02040503050201020203" pitchFamily="18" charset="-78"/>
                          <a:ea typeface="Ping AR + LT Medium" panose="00000600000000000000" pitchFamily="50" charset="-78"/>
                          <a:cs typeface="Bahij TheSansArabic Bold" panose="02040503050201020203" pitchFamily="18" charset="-78"/>
                        </a:rPr>
                        <a:t>3. الفرز والتسكين</a:t>
                      </a:r>
                      <a:endParaRPr lang="en-US" b="0" dirty="0">
                        <a:latin typeface="Bahij TheSansArabic Bold" panose="02040503050201020203" pitchFamily="18" charset="-78"/>
                        <a:ea typeface="Ping AR + LT Medium" panose="00000600000000000000" pitchFamily="50" charset="-78"/>
                        <a:cs typeface="Bahij TheSansArabic Bold" panose="02040503050201020203" pitchFamily="18" charset="-78"/>
                      </a:endParaRPr>
                    </a:p>
                  </a:txBody>
                  <a:tcPr>
                    <a:lnL w="12700" cap="flat" cmpd="sng" algn="ctr">
                      <a:solidFill>
                        <a:srgbClr val="FFFFFF"/>
                      </a:solidFill>
                      <a:prstDash val="solid"/>
                      <a:round/>
                      <a:headEnd type="none" w="med" len="med"/>
                      <a:tailEnd type="none" w="med" len="med"/>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F6F6F6"/>
                    </a:solidFill>
                  </a:tcPr>
                </a:tc>
                <a:extLst>
                  <a:ext uri="{0D108BD9-81ED-4DB2-BD59-A6C34878D82A}">
                    <a16:rowId xmlns:a16="http://schemas.microsoft.com/office/drawing/2014/main" val="1875798244"/>
                  </a:ext>
                </a:extLst>
              </a:tr>
              <a:tr h="384225">
                <a:tc>
                  <a:txBody>
                    <a:bodyPr/>
                    <a:lstStyle>
                      <a:lvl1pPr marL="0" algn="r" defTabSz="914400" rtl="1" eaLnBrk="1" latinLnBrk="0" hangingPunct="1">
                        <a:defRPr sz="1800" kern="1200">
                          <a:solidFill>
                            <a:schemeClr val="dk1"/>
                          </a:solidFill>
                          <a:latin typeface="Arial"/>
                        </a:defRPr>
                      </a:lvl1pPr>
                      <a:lvl2pPr marL="457200" algn="r" defTabSz="914400" rtl="1" eaLnBrk="1" latinLnBrk="0" hangingPunct="1">
                        <a:defRPr sz="1800" kern="1200">
                          <a:solidFill>
                            <a:schemeClr val="dk1"/>
                          </a:solidFill>
                          <a:latin typeface="Arial"/>
                        </a:defRPr>
                      </a:lvl2pPr>
                      <a:lvl3pPr marL="914400" algn="r" defTabSz="914400" rtl="1" eaLnBrk="1" latinLnBrk="0" hangingPunct="1">
                        <a:defRPr sz="1800" kern="1200">
                          <a:solidFill>
                            <a:schemeClr val="dk1"/>
                          </a:solidFill>
                          <a:latin typeface="Arial"/>
                        </a:defRPr>
                      </a:lvl3pPr>
                      <a:lvl4pPr marL="1371600" algn="r" defTabSz="914400" rtl="1" eaLnBrk="1" latinLnBrk="0" hangingPunct="1">
                        <a:defRPr sz="1800" kern="1200">
                          <a:solidFill>
                            <a:schemeClr val="dk1"/>
                          </a:solidFill>
                          <a:latin typeface="Arial"/>
                        </a:defRPr>
                      </a:lvl4pPr>
                      <a:lvl5pPr marL="1828800" algn="r" defTabSz="914400" rtl="1" eaLnBrk="1" latinLnBrk="0" hangingPunct="1">
                        <a:defRPr sz="1800" kern="1200">
                          <a:solidFill>
                            <a:schemeClr val="dk1"/>
                          </a:solidFill>
                          <a:latin typeface="Arial"/>
                        </a:defRPr>
                      </a:lvl5pPr>
                      <a:lvl6pPr marL="2286000" algn="r" defTabSz="914400" rtl="1" eaLnBrk="1" latinLnBrk="0" hangingPunct="1">
                        <a:defRPr sz="1800" kern="1200">
                          <a:solidFill>
                            <a:schemeClr val="dk1"/>
                          </a:solidFill>
                          <a:latin typeface="Arial"/>
                        </a:defRPr>
                      </a:lvl6pPr>
                      <a:lvl7pPr marL="2743200" algn="r" defTabSz="914400" rtl="1" eaLnBrk="1" latinLnBrk="0" hangingPunct="1">
                        <a:defRPr sz="1800" kern="1200">
                          <a:solidFill>
                            <a:schemeClr val="dk1"/>
                          </a:solidFill>
                          <a:latin typeface="Arial"/>
                        </a:defRPr>
                      </a:lvl7pPr>
                      <a:lvl8pPr marL="3200400" algn="r" defTabSz="914400" rtl="1" eaLnBrk="1" latinLnBrk="0" hangingPunct="1">
                        <a:defRPr sz="1800" kern="1200">
                          <a:solidFill>
                            <a:schemeClr val="dk1"/>
                          </a:solidFill>
                          <a:latin typeface="Arial"/>
                        </a:defRPr>
                      </a:lvl8pPr>
                      <a:lvl9pPr marL="3657600" algn="r" defTabSz="914400" rtl="1" eaLnBrk="1" latinLnBrk="0" hangingPunct="1">
                        <a:defRPr sz="1800" kern="1200">
                          <a:solidFill>
                            <a:schemeClr val="dk1"/>
                          </a:solidFill>
                          <a:latin typeface="Arial"/>
                        </a:defRPr>
                      </a:lvl9pPr>
                    </a:lstStyle>
                    <a:p>
                      <a:pPr algn="ctr" rtl="1"/>
                      <a:endParaRPr lang="ar-SA" b="0" dirty="0">
                        <a:latin typeface="Bahij TheSansArabic Bold" panose="02040503050201020203" pitchFamily="18" charset="-78"/>
                        <a:ea typeface="Ping AR + LT Medium" panose="00000600000000000000" pitchFamily="50" charset="-78"/>
                        <a:cs typeface="Bahij TheSansArabic Bold" panose="02040503050201020203" pitchFamily="18" charset="-78"/>
                      </a:endParaRPr>
                    </a:p>
                  </a:txBody>
                  <a:tcPr anchor="ctr">
                    <a:lnL w="12700" cmpd="sng">
                      <a:solidFill>
                        <a:srgbClr val="FFFFFF"/>
                      </a:solidFill>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6F6F6"/>
                    </a:solidFill>
                  </a:tcPr>
                </a:tc>
                <a:tc>
                  <a:txBody>
                    <a:bodyPr/>
                    <a:lstStyle>
                      <a:lvl1pPr marL="0" algn="r" defTabSz="914400" rtl="1" eaLnBrk="1" latinLnBrk="0" hangingPunct="1">
                        <a:defRPr sz="1800" kern="1200">
                          <a:solidFill>
                            <a:schemeClr val="dk1"/>
                          </a:solidFill>
                          <a:latin typeface="Arial"/>
                        </a:defRPr>
                      </a:lvl1pPr>
                      <a:lvl2pPr marL="457200" algn="r" defTabSz="914400" rtl="1" eaLnBrk="1" latinLnBrk="0" hangingPunct="1">
                        <a:defRPr sz="1800" kern="1200">
                          <a:solidFill>
                            <a:schemeClr val="dk1"/>
                          </a:solidFill>
                          <a:latin typeface="Arial"/>
                        </a:defRPr>
                      </a:lvl2pPr>
                      <a:lvl3pPr marL="914400" algn="r" defTabSz="914400" rtl="1" eaLnBrk="1" latinLnBrk="0" hangingPunct="1">
                        <a:defRPr sz="1800" kern="1200">
                          <a:solidFill>
                            <a:schemeClr val="dk1"/>
                          </a:solidFill>
                          <a:latin typeface="Arial"/>
                        </a:defRPr>
                      </a:lvl3pPr>
                      <a:lvl4pPr marL="1371600" algn="r" defTabSz="914400" rtl="1" eaLnBrk="1" latinLnBrk="0" hangingPunct="1">
                        <a:defRPr sz="1800" kern="1200">
                          <a:solidFill>
                            <a:schemeClr val="dk1"/>
                          </a:solidFill>
                          <a:latin typeface="Arial"/>
                        </a:defRPr>
                      </a:lvl4pPr>
                      <a:lvl5pPr marL="1828800" algn="r" defTabSz="914400" rtl="1" eaLnBrk="1" latinLnBrk="0" hangingPunct="1">
                        <a:defRPr sz="1800" kern="1200">
                          <a:solidFill>
                            <a:schemeClr val="dk1"/>
                          </a:solidFill>
                          <a:latin typeface="Arial"/>
                        </a:defRPr>
                      </a:lvl5pPr>
                      <a:lvl6pPr marL="2286000" algn="r" defTabSz="914400" rtl="1" eaLnBrk="1" latinLnBrk="0" hangingPunct="1">
                        <a:defRPr sz="1800" kern="1200">
                          <a:solidFill>
                            <a:schemeClr val="dk1"/>
                          </a:solidFill>
                          <a:latin typeface="Arial"/>
                        </a:defRPr>
                      </a:lvl6pPr>
                      <a:lvl7pPr marL="2743200" algn="r" defTabSz="914400" rtl="1" eaLnBrk="1" latinLnBrk="0" hangingPunct="1">
                        <a:defRPr sz="1800" kern="1200">
                          <a:solidFill>
                            <a:schemeClr val="dk1"/>
                          </a:solidFill>
                          <a:latin typeface="Arial"/>
                        </a:defRPr>
                      </a:lvl7pPr>
                      <a:lvl8pPr marL="3200400" algn="r" defTabSz="914400" rtl="1" eaLnBrk="1" latinLnBrk="0" hangingPunct="1">
                        <a:defRPr sz="1800" kern="1200">
                          <a:solidFill>
                            <a:schemeClr val="dk1"/>
                          </a:solidFill>
                          <a:latin typeface="Arial"/>
                        </a:defRPr>
                      </a:lvl8pPr>
                      <a:lvl9pPr marL="3657600" algn="r" defTabSz="914400" rtl="1" eaLnBrk="1" latinLnBrk="0" hangingPunct="1">
                        <a:defRPr sz="1800" kern="1200">
                          <a:solidFill>
                            <a:schemeClr val="dk1"/>
                          </a:solidFill>
                          <a:latin typeface="Arial"/>
                        </a:defRPr>
                      </a:lvl9pPr>
                    </a:lstStyle>
                    <a:p>
                      <a:pPr algn="ctr" rtl="1"/>
                      <a:endParaRPr lang="ar-SA" b="0" dirty="0">
                        <a:latin typeface="Bahij TheSansArabic Bold" panose="02040503050201020203" pitchFamily="18" charset="-78"/>
                        <a:ea typeface="Ping AR + LT Medium" panose="00000600000000000000" pitchFamily="50" charset="-78"/>
                        <a:cs typeface="Bahij TheSansArabic Bold" panose="02040503050201020203" pitchFamily="18" charset="-78"/>
                      </a:endParaRPr>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6F6F6"/>
                    </a:solidFill>
                  </a:tcPr>
                </a:tc>
                <a:tc>
                  <a:txBody>
                    <a:bodyPr/>
                    <a:lstStyle>
                      <a:lvl1pPr marL="0" algn="r" defTabSz="914400" rtl="1" eaLnBrk="1" latinLnBrk="0" hangingPunct="1">
                        <a:defRPr sz="1800" kern="1200">
                          <a:solidFill>
                            <a:schemeClr val="dk1"/>
                          </a:solidFill>
                          <a:latin typeface="Arial"/>
                        </a:defRPr>
                      </a:lvl1pPr>
                      <a:lvl2pPr marL="457200" algn="r" defTabSz="914400" rtl="1" eaLnBrk="1" latinLnBrk="0" hangingPunct="1">
                        <a:defRPr sz="1800" kern="1200">
                          <a:solidFill>
                            <a:schemeClr val="dk1"/>
                          </a:solidFill>
                          <a:latin typeface="Arial"/>
                        </a:defRPr>
                      </a:lvl2pPr>
                      <a:lvl3pPr marL="914400" algn="r" defTabSz="914400" rtl="1" eaLnBrk="1" latinLnBrk="0" hangingPunct="1">
                        <a:defRPr sz="1800" kern="1200">
                          <a:solidFill>
                            <a:schemeClr val="dk1"/>
                          </a:solidFill>
                          <a:latin typeface="Arial"/>
                        </a:defRPr>
                      </a:lvl3pPr>
                      <a:lvl4pPr marL="1371600" algn="r" defTabSz="914400" rtl="1" eaLnBrk="1" latinLnBrk="0" hangingPunct="1">
                        <a:defRPr sz="1800" kern="1200">
                          <a:solidFill>
                            <a:schemeClr val="dk1"/>
                          </a:solidFill>
                          <a:latin typeface="Arial"/>
                        </a:defRPr>
                      </a:lvl4pPr>
                      <a:lvl5pPr marL="1828800" algn="r" defTabSz="914400" rtl="1" eaLnBrk="1" latinLnBrk="0" hangingPunct="1">
                        <a:defRPr sz="1800" kern="1200">
                          <a:solidFill>
                            <a:schemeClr val="dk1"/>
                          </a:solidFill>
                          <a:latin typeface="Arial"/>
                        </a:defRPr>
                      </a:lvl5pPr>
                      <a:lvl6pPr marL="2286000" algn="r" defTabSz="914400" rtl="1" eaLnBrk="1" latinLnBrk="0" hangingPunct="1">
                        <a:defRPr sz="1800" kern="1200">
                          <a:solidFill>
                            <a:schemeClr val="dk1"/>
                          </a:solidFill>
                          <a:latin typeface="Arial"/>
                        </a:defRPr>
                      </a:lvl6pPr>
                      <a:lvl7pPr marL="2743200" algn="r" defTabSz="914400" rtl="1" eaLnBrk="1" latinLnBrk="0" hangingPunct="1">
                        <a:defRPr sz="1800" kern="1200">
                          <a:solidFill>
                            <a:schemeClr val="dk1"/>
                          </a:solidFill>
                          <a:latin typeface="Arial"/>
                        </a:defRPr>
                      </a:lvl7pPr>
                      <a:lvl8pPr marL="3200400" algn="r" defTabSz="914400" rtl="1" eaLnBrk="1" latinLnBrk="0" hangingPunct="1">
                        <a:defRPr sz="1800" kern="1200">
                          <a:solidFill>
                            <a:schemeClr val="dk1"/>
                          </a:solidFill>
                          <a:latin typeface="Arial"/>
                        </a:defRPr>
                      </a:lvl8pPr>
                      <a:lvl9pPr marL="3657600" algn="r" defTabSz="914400" rtl="1" eaLnBrk="1" latinLnBrk="0" hangingPunct="1">
                        <a:defRPr sz="1800" kern="1200">
                          <a:solidFill>
                            <a:schemeClr val="dk1"/>
                          </a:solidFill>
                          <a:latin typeface="Arial"/>
                        </a:defRPr>
                      </a:lvl9pPr>
                    </a:lstStyle>
                    <a:p>
                      <a:pPr marL="0" marR="0" lvl="0" indent="0" algn="ctr" defTabSz="914400" rtl="1" eaLnBrk="1" fontAlgn="auto" latinLnBrk="0" hangingPunct="1">
                        <a:lnSpc>
                          <a:spcPct val="100000"/>
                        </a:lnSpc>
                        <a:spcBef>
                          <a:spcPts val="0"/>
                        </a:spcBef>
                        <a:spcAft>
                          <a:spcPts val="0"/>
                        </a:spcAft>
                        <a:buClr>
                          <a:srgbClr val="000000"/>
                        </a:buClr>
                        <a:buSzTx/>
                        <a:buFont typeface="Arial"/>
                        <a:buNone/>
                        <a:tabLst/>
                        <a:defRPr/>
                      </a:pPr>
                      <a:r>
                        <a:rPr kumimoji="0" lang="en-US" sz="1400" b="0" i="0" u="none" strike="noStrike" kern="0" cap="none" spc="0" normalizeH="0" baseline="0" noProof="0" dirty="0">
                          <a:ln>
                            <a:noFill/>
                          </a:ln>
                          <a:solidFill>
                            <a:srgbClr val="000000"/>
                          </a:solidFill>
                          <a:effectLst/>
                          <a:uLnTx/>
                          <a:uFillTx/>
                          <a:latin typeface="Bahij TheSansArabic Bold" panose="02040503050201020203" pitchFamily="18" charset="-78"/>
                          <a:ea typeface="Ping AR + LT Medium" panose="00000600000000000000" pitchFamily="50" charset="-78"/>
                          <a:cs typeface="Bahij TheSansArabic Bold" panose="02040503050201020203" pitchFamily="18" charset="-78"/>
                          <a:sym typeface="Arial"/>
                        </a:rPr>
                        <a:t>I</a:t>
                      </a:r>
                      <a:endParaRPr kumimoji="0" lang="ar-SA" sz="1400" b="0" i="0" u="none" strike="noStrike" kern="0" cap="none" spc="0" normalizeH="0" baseline="0" noProof="0" dirty="0">
                        <a:ln>
                          <a:noFill/>
                        </a:ln>
                        <a:solidFill>
                          <a:srgbClr val="000000"/>
                        </a:solidFill>
                        <a:effectLst/>
                        <a:uLnTx/>
                        <a:uFillTx/>
                        <a:latin typeface="Bahij TheSansArabic Bold" panose="02040503050201020203" pitchFamily="18" charset="-78"/>
                        <a:ea typeface="Ping AR + LT Medium" panose="00000600000000000000" pitchFamily="50" charset="-78"/>
                        <a:cs typeface="Bahij TheSansArabic Bold" panose="02040503050201020203" pitchFamily="18" charset="-78"/>
                        <a:sym typeface="Arial"/>
                      </a:endParaRPr>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6F6F6"/>
                    </a:solidFill>
                  </a:tcPr>
                </a:tc>
                <a:tc>
                  <a:txBody>
                    <a:bodyPr/>
                    <a:lstStyle>
                      <a:lvl1pPr marL="0" algn="r" defTabSz="914400" rtl="1" eaLnBrk="1" latinLnBrk="0" hangingPunct="1">
                        <a:defRPr sz="1800" kern="1200">
                          <a:solidFill>
                            <a:schemeClr val="dk1"/>
                          </a:solidFill>
                          <a:latin typeface="Arial"/>
                        </a:defRPr>
                      </a:lvl1pPr>
                      <a:lvl2pPr marL="457200" algn="r" defTabSz="914400" rtl="1" eaLnBrk="1" latinLnBrk="0" hangingPunct="1">
                        <a:defRPr sz="1800" kern="1200">
                          <a:solidFill>
                            <a:schemeClr val="dk1"/>
                          </a:solidFill>
                          <a:latin typeface="Arial"/>
                        </a:defRPr>
                      </a:lvl2pPr>
                      <a:lvl3pPr marL="914400" algn="r" defTabSz="914400" rtl="1" eaLnBrk="1" latinLnBrk="0" hangingPunct="1">
                        <a:defRPr sz="1800" kern="1200">
                          <a:solidFill>
                            <a:schemeClr val="dk1"/>
                          </a:solidFill>
                          <a:latin typeface="Arial"/>
                        </a:defRPr>
                      </a:lvl3pPr>
                      <a:lvl4pPr marL="1371600" algn="r" defTabSz="914400" rtl="1" eaLnBrk="1" latinLnBrk="0" hangingPunct="1">
                        <a:defRPr sz="1800" kern="1200">
                          <a:solidFill>
                            <a:schemeClr val="dk1"/>
                          </a:solidFill>
                          <a:latin typeface="Arial"/>
                        </a:defRPr>
                      </a:lvl4pPr>
                      <a:lvl5pPr marL="1828800" algn="r" defTabSz="914400" rtl="1" eaLnBrk="1" latinLnBrk="0" hangingPunct="1">
                        <a:defRPr sz="1800" kern="1200">
                          <a:solidFill>
                            <a:schemeClr val="dk1"/>
                          </a:solidFill>
                          <a:latin typeface="Arial"/>
                        </a:defRPr>
                      </a:lvl5pPr>
                      <a:lvl6pPr marL="2286000" algn="r" defTabSz="914400" rtl="1" eaLnBrk="1" latinLnBrk="0" hangingPunct="1">
                        <a:defRPr sz="1800" kern="1200">
                          <a:solidFill>
                            <a:schemeClr val="dk1"/>
                          </a:solidFill>
                          <a:latin typeface="Arial"/>
                        </a:defRPr>
                      </a:lvl6pPr>
                      <a:lvl7pPr marL="2743200" algn="r" defTabSz="914400" rtl="1" eaLnBrk="1" latinLnBrk="0" hangingPunct="1">
                        <a:defRPr sz="1800" kern="1200">
                          <a:solidFill>
                            <a:schemeClr val="dk1"/>
                          </a:solidFill>
                          <a:latin typeface="Arial"/>
                        </a:defRPr>
                      </a:lvl7pPr>
                      <a:lvl8pPr marL="3200400" algn="r" defTabSz="914400" rtl="1" eaLnBrk="1" latinLnBrk="0" hangingPunct="1">
                        <a:defRPr sz="1800" kern="1200">
                          <a:solidFill>
                            <a:schemeClr val="dk1"/>
                          </a:solidFill>
                          <a:latin typeface="Arial"/>
                        </a:defRPr>
                      </a:lvl8pPr>
                      <a:lvl9pPr marL="3657600" algn="r" defTabSz="914400" rtl="1" eaLnBrk="1" latinLnBrk="0" hangingPunct="1">
                        <a:defRPr sz="1800" kern="1200">
                          <a:solidFill>
                            <a:schemeClr val="dk1"/>
                          </a:solidFill>
                          <a:latin typeface="Arial"/>
                        </a:defRPr>
                      </a:lvl9pPr>
                    </a:lstStyle>
                    <a:p>
                      <a:pPr marL="0" marR="0" lvl="0" indent="0" algn="ctr" defTabSz="914400" rtl="1" eaLnBrk="1" fontAlgn="auto" latinLnBrk="0" hangingPunct="1">
                        <a:lnSpc>
                          <a:spcPct val="100000"/>
                        </a:lnSpc>
                        <a:spcBef>
                          <a:spcPts val="0"/>
                        </a:spcBef>
                        <a:spcAft>
                          <a:spcPts val="0"/>
                        </a:spcAft>
                        <a:buClr>
                          <a:srgbClr val="000000"/>
                        </a:buClr>
                        <a:buSzTx/>
                        <a:buFont typeface="Arial"/>
                        <a:buNone/>
                        <a:tabLst/>
                        <a:defRPr/>
                      </a:pPr>
                      <a:r>
                        <a:rPr kumimoji="0" lang="en-US" sz="1400" b="0" i="0" u="none" strike="noStrike" kern="0" cap="none" spc="0" normalizeH="0" baseline="0" noProof="0" dirty="0">
                          <a:ln>
                            <a:noFill/>
                          </a:ln>
                          <a:solidFill>
                            <a:srgbClr val="000000"/>
                          </a:solidFill>
                          <a:effectLst/>
                          <a:uLnTx/>
                          <a:uFillTx/>
                          <a:latin typeface="Bahij TheSansArabic Bold" panose="02040503050201020203" pitchFamily="18" charset="-78"/>
                          <a:ea typeface="Ping AR + LT Medium" panose="00000600000000000000" pitchFamily="50" charset="-78"/>
                          <a:cs typeface="Bahij TheSansArabic Bold" panose="02040503050201020203" pitchFamily="18" charset="-78"/>
                          <a:sym typeface="Arial"/>
                        </a:rPr>
                        <a:t>C</a:t>
                      </a:r>
                      <a:endParaRPr kumimoji="0" lang="ar-SA" sz="1400" b="0" i="0" u="none" strike="noStrike" kern="0" cap="none" spc="0" normalizeH="0" baseline="0" noProof="0" dirty="0">
                        <a:ln>
                          <a:noFill/>
                        </a:ln>
                        <a:solidFill>
                          <a:srgbClr val="000000"/>
                        </a:solidFill>
                        <a:effectLst/>
                        <a:uLnTx/>
                        <a:uFillTx/>
                        <a:latin typeface="Bahij TheSansArabic Bold" panose="02040503050201020203" pitchFamily="18" charset="-78"/>
                        <a:ea typeface="Ping AR + LT Medium" panose="00000600000000000000" pitchFamily="50" charset="-78"/>
                        <a:cs typeface="Bahij TheSansArabic Bold" panose="02040503050201020203" pitchFamily="18" charset="-78"/>
                        <a:sym typeface="Arial"/>
                      </a:endParaRPr>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6F6F6"/>
                    </a:solidFill>
                  </a:tcPr>
                </a:tc>
                <a:tc>
                  <a:txBody>
                    <a:bodyPr/>
                    <a:lstStyle>
                      <a:lvl1pPr marL="0" algn="r" defTabSz="914400" rtl="1" eaLnBrk="1" latinLnBrk="0" hangingPunct="1">
                        <a:defRPr sz="1800" kern="1200">
                          <a:solidFill>
                            <a:schemeClr val="dk1"/>
                          </a:solidFill>
                          <a:latin typeface="Arial"/>
                        </a:defRPr>
                      </a:lvl1pPr>
                      <a:lvl2pPr marL="457200" algn="r" defTabSz="914400" rtl="1" eaLnBrk="1" latinLnBrk="0" hangingPunct="1">
                        <a:defRPr sz="1800" kern="1200">
                          <a:solidFill>
                            <a:schemeClr val="dk1"/>
                          </a:solidFill>
                          <a:latin typeface="Arial"/>
                        </a:defRPr>
                      </a:lvl2pPr>
                      <a:lvl3pPr marL="914400" algn="r" defTabSz="914400" rtl="1" eaLnBrk="1" latinLnBrk="0" hangingPunct="1">
                        <a:defRPr sz="1800" kern="1200">
                          <a:solidFill>
                            <a:schemeClr val="dk1"/>
                          </a:solidFill>
                          <a:latin typeface="Arial"/>
                        </a:defRPr>
                      </a:lvl3pPr>
                      <a:lvl4pPr marL="1371600" algn="r" defTabSz="914400" rtl="1" eaLnBrk="1" latinLnBrk="0" hangingPunct="1">
                        <a:defRPr sz="1800" kern="1200">
                          <a:solidFill>
                            <a:schemeClr val="dk1"/>
                          </a:solidFill>
                          <a:latin typeface="Arial"/>
                        </a:defRPr>
                      </a:lvl4pPr>
                      <a:lvl5pPr marL="1828800" algn="r" defTabSz="914400" rtl="1" eaLnBrk="1" latinLnBrk="0" hangingPunct="1">
                        <a:defRPr sz="1800" kern="1200">
                          <a:solidFill>
                            <a:schemeClr val="dk1"/>
                          </a:solidFill>
                          <a:latin typeface="Arial"/>
                        </a:defRPr>
                      </a:lvl5pPr>
                      <a:lvl6pPr marL="2286000" algn="r" defTabSz="914400" rtl="1" eaLnBrk="1" latinLnBrk="0" hangingPunct="1">
                        <a:defRPr sz="1800" kern="1200">
                          <a:solidFill>
                            <a:schemeClr val="dk1"/>
                          </a:solidFill>
                          <a:latin typeface="Arial"/>
                        </a:defRPr>
                      </a:lvl6pPr>
                      <a:lvl7pPr marL="2743200" algn="r" defTabSz="914400" rtl="1" eaLnBrk="1" latinLnBrk="0" hangingPunct="1">
                        <a:defRPr sz="1800" kern="1200">
                          <a:solidFill>
                            <a:schemeClr val="dk1"/>
                          </a:solidFill>
                          <a:latin typeface="Arial"/>
                        </a:defRPr>
                      </a:lvl7pPr>
                      <a:lvl8pPr marL="3200400" algn="r" defTabSz="914400" rtl="1" eaLnBrk="1" latinLnBrk="0" hangingPunct="1">
                        <a:defRPr sz="1800" kern="1200">
                          <a:solidFill>
                            <a:schemeClr val="dk1"/>
                          </a:solidFill>
                          <a:latin typeface="Arial"/>
                        </a:defRPr>
                      </a:lvl8pPr>
                      <a:lvl9pPr marL="3657600" algn="r" defTabSz="914400" rtl="1" eaLnBrk="1" latinLnBrk="0" hangingPunct="1">
                        <a:defRPr sz="1800" kern="1200">
                          <a:solidFill>
                            <a:schemeClr val="dk1"/>
                          </a:solidFill>
                          <a:latin typeface="Arial"/>
                        </a:defRPr>
                      </a:lvl9pPr>
                    </a:lstStyle>
                    <a:p>
                      <a:pPr marL="0" marR="0" lvl="0" indent="0" algn="ctr" defTabSz="914400" rtl="1" eaLnBrk="1" fontAlgn="auto" latinLnBrk="0" hangingPunct="1">
                        <a:lnSpc>
                          <a:spcPct val="100000"/>
                        </a:lnSpc>
                        <a:spcBef>
                          <a:spcPts val="0"/>
                        </a:spcBef>
                        <a:spcAft>
                          <a:spcPts val="0"/>
                        </a:spcAft>
                        <a:buClr>
                          <a:srgbClr val="000000"/>
                        </a:buClr>
                        <a:buSzTx/>
                        <a:buFont typeface="Arial"/>
                        <a:buNone/>
                        <a:tabLst/>
                        <a:defRPr/>
                      </a:pPr>
                      <a:r>
                        <a:rPr kumimoji="0" lang="en-US" sz="1400" b="0" i="0" u="none" strike="noStrike" kern="0" cap="none" spc="0" normalizeH="0" baseline="0" noProof="0" dirty="0">
                          <a:ln>
                            <a:noFill/>
                          </a:ln>
                          <a:solidFill>
                            <a:srgbClr val="000000"/>
                          </a:solidFill>
                          <a:effectLst/>
                          <a:uLnTx/>
                          <a:uFillTx/>
                          <a:latin typeface="Bahij TheSansArabic Bold" panose="02040503050201020203" pitchFamily="18" charset="-78"/>
                          <a:ea typeface="Ping AR + LT Medium" panose="00000600000000000000" pitchFamily="50" charset="-78"/>
                          <a:cs typeface="Bahij TheSansArabic Bold" panose="02040503050201020203" pitchFamily="18" charset="-78"/>
                          <a:sym typeface="Arial"/>
                        </a:rPr>
                        <a:t>C</a:t>
                      </a:r>
                      <a:endParaRPr kumimoji="0" lang="ar-SA" sz="1400" b="0" i="0" u="none" strike="noStrike" kern="0" cap="none" spc="0" normalizeH="0" baseline="0" noProof="0" dirty="0">
                        <a:ln>
                          <a:noFill/>
                        </a:ln>
                        <a:solidFill>
                          <a:srgbClr val="000000"/>
                        </a:solidFill>
                        <a:effectLst/>
                        <a:uLnTx/>
                        <a:uFillTx/>
                        <a:latin typeface="Bahij TheSansArabic Bold" panose="02040503050201020203" pitchFamily="18" charset="-78"/>
                        <a:ea typeface="Ping AR + LT Medium" panose="00000600000000000000" pitchFamily="50" charset="-78"/>
                        <a:cs typeface="Bahij TheSansArabic Bold" panose="02040503050201020203" pitchFamily="18" charset="-78"/>
                        <a:sym typeface="Arial"/>
                      </a:endParaRPr>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6F6F6"/>
                    </a:solidFill>
                  </a:tcPr>
                </a:tc>
                <a:tc>
                  <a:txBody>
                    <a:bodyPr/>
                    <a:lstStyle>
                      <a:lvl1pPr marL="0" algn="r" defTabSz="914400" rtl="1" eaLnBrk="1" latinLnBrk="0" hangingPunct="1">
                        <a:defRPr sz="1800" kern="1200">
                          <a:solidFill>
                            <a:schemeClr val="dk1"/>
                          </a:solidFill>
                          <a:latin typeface="Arial"/>
                        </a:defRPr>
                      </a:lvl1pPr>
                      <a:lvl2pPr marL="457200" algn="r" defTabSz="914400" rtl="1" eaLnBrk="1" latinLnBrk="0" hangingPunct="1">
                        <a:defRPr sz="1800" kern="1200">
                          <a:solidFill>
                            <a:schemeClr val="dk1"/>
                          </a:solidFill>
                          <a:latin typeface="Arial"/>
                        </a:defRPr>
                      </a:lvl2pPr>
                      <a:lvl3pPr marL="914400" algn="r" defTabSz="914400" rtl="1" eaLnBrk="1" latinLnBrk="0" hangingPunct="1">
                        <a:defRPr sz="1800" kern="1200">
                          <a:solidFill>
                            <a:schemeClr val="dk1"/>
                          </a:solidFill>
                          <a:latin typeface="Arial"/>
                        </a:defRPr>
                      </a:lvl3pPr>
                      <a:lvl4pPr marL="1371600" algn="r" defTabSz="914400" rtl="1" eaLnBrk="1" latinLnBrk="0" hangingPunct="1">
                        <a:defRPr sz="1800" kern="1200">
                          <a:solidFill>
                            <a:schemeClr val="dk1"/>
                          </a:solidFill>
                          <a:latin typeface="Arial"/>
                        </a:defRPr>
                      </a:lvl4pPr>
                      <a:lvl5pPr marL="1828800" algn="r" defTabSz="914400" rtl="1" eaLnBrk="1" latinLnBrk="0" hangingPunct="1">
                        <a:defRPr sz="1800" kern="1200">
                          <a:solidFill>
                            <a:schemeClr val="dk1"/>
                          </a:solidFill>
                          <a:latin typeface="Arial"/>
                        </a:defRPr>
                      </a:lvl5pPr>
                      <a:lvl6pPr marL="2286000" algn="r" defTabSz="914400" rtl="1" eaLnBrk="1" latinLnBrk="0" hangingPunct="1">
                        <a:defRPr sz="1800" kern="1200">
                          <a:solidFill>
                            <a:schemeClr val="dk1"/>
                          </a:solidFill>
                          <a:latin typeface="Arial"/>
                        </a:defRPr>
                      </a:lvl6pPr>
                      <a:lvl7pPr marL="2743200" algn="r" defTabSz="914400" rtl="1" eaLnBrk="1" latinLnBrk="0" hangingPunct="1">
                        <a:defRPr sz="1800" kern="1200">
                          <a:solidFill>
                            <a:schemeClr val="dk1"/>
                          </a:solidFill>
                          <a:latin typeface="Arial"/>
                        </a:defRPr>
                      </a:lvl7pPr>
                      <a:lvl8pPr marL="3200400" algn="r" defTabSz="914400" rtl="1" eaLnBrk="1" latinLnBrk="0" hangingPunct="1">
                        <a:defRPr sz="1800" kern="1200">
                          <a:solidFill>
                            <a:schemeClr val="dk1"/>
                          </a:solidFill>
                          <a:latin typeface="Arial"/>
                        </a:defRPr>
                      </a:lvl8pPr>
                      <a:lvl9pPr marL="3657600" algn="r" defTabSz="914400" rtl="1" eaLnBrk="1" latinLnBrk="0" hangingPunct="1">
                        <a:defRPr sz="1800" kern="1200">
                          <a:solidFill>
                            <a:schemeClr val="dk1"/>
                          </a:solidFill>
                          <a:latin typeface="Arial"/>
                        </a:defRPr>
                      </a:lvl9pPr>
                    </a:lstStyle>
                    <a:p>
                      <a:pPr marL="0" marR="0" lvl="0" indent="0" algn="ctr" defTabSz="914400" rtl="1" eaLnBrk="1" fontAlgn="auto" latinLnBrk="0" hangingPunct="1">
                        <a:lnSpc>
                          <a:spcPct val="100000"/>
                        </a:lnSpc>
                        <a:spcBef>
                          <a:spcPts val="0"/>
                        </a:spcBef>
                        <a:spcAft>
                          <a:spcPts val="0"/>
                        </a:spcAft>
                        <a:buClr>
                          <a:srgbClr val="000000"/>
                        </a:buClr>
                        <a:buSzTx/>
                        <a:buFont typeface="Arial"/>
                        <a:buNone/>
                        <a:tabLst/>
                        <a:defRPr/>
                      </a:pPr>
                      <a:r>
                        <a:rPr kumimoji="0" lang="en-US" sz="1400" b="0" i="0" u="none" strike="noStrike" kern="0" cap="none" spc="0" normalizeH="0" baseline="0" noProof="0" dirty="0">
                          <a:ln>
                            <a:noFill/>
                          </a:ln>
                          <a:solidFill>
                            <a:srgbClr val="000000"/>
                          </a:solidFill>
                          <a:effectLst/>
                          <a:uLnTx/>
                          <a:uFillTx/>
                          <a:latin typeface="Bahij TheSansArabic Bold" panose="02040503050201020203" pitchFamily="18" charset="-78"/>
                          <a:ea typeface="Ping AR + LT Medium" panose="00000600000000000000" pitchFamily="50" charset="-78"/>
                          <a:cs typeface="Bahij TheSansArabic Bold" panose="02040503050201020203" pitchFamily="18" charset="-78"/>
                          <a:sym typeface="Arial"/>
                        </a:rPr>
                        <a:t>R</a:t>
                      </a:r>
                      <a:endParaRPr kumimoji="0" lang="ar-SA" sz="1400" b="0" i="0" u="none" strike="noStrike" kern="0" cap="none" spc="0" normalizeH="0" baseline="0" noProof="0" dirty="0">
                        <a:ln>
                          <a:noFill/>
                        </a:ln>
                        <a:solidFill>
                          <a:srgbClr val="000000"/>
                        </a:solidFill>
                        <a:effectLst/>
                        <a:uLnTx/>
                        <a:uFillTx/>
                        <a:latin typeface="Bahij TheSansArabic Bold" panose="02040503050201020203" pitchFamily="18" charset="-78"/>
                        <a:ea typeface="Ping AR + LT Medium" panose="00000600000000000000" pitchFamily="50" charset="-78"/>
                        <a:cs typeface="Bahij TheSansArabic Bold" panose="02040503050201020203" pitchFamily="18" charset="-78"/>
                        <a:sym typeface="Arial"/>
                      </a:endParaRPr>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6F6F6"/>
                    </a:solidFill>
                  </a:tcPr>
                </a:tc>
                <a:tc>
                  <a:txBody>
                    <a:bodyPr/>
                    <a:lstStyle>
                      <a:lvl1pPr marL="0" algn="r" defTabSz="914400" rtl="1" eaLnBrk="1" latinLnBrk="0" hangingPunct="1">
                        <a:defRPr sz="1800" kern="1200">
                          <a:solidFill>
                            <a:schemeClr val="dk1"/>
                          </a:solidFill>
                          <a:latin typeface="Arial"/>
                        </a:defRPr>
                      </a:lvl1pPr>
                      <a:lvl2pPr marL="457200" algn="r" defTabSz="914400" rtl="1" eaLnBrk="1" latinLnBrk="0" hangingPunct="1">
                        <a:defRPr sz="1800" kern="1200">
                          <a:solidFill>
                            <a:schemeClr val="dk1"/>
                          </a:solidFill>
                          <a:latin typeface="Arial"/>
                        </a:defRPr>
                      </a:lvl2pPr>
                      <a:lvl3pPr marL="914400" algn="r" defTabSz="914400" rtl="1" eaLnBrk="1" latinLnBrk="0" hangingPunct="1">
                        <a:defRPr sz="1800" kern="1200">
                          <a:solidFill>
                            <a:schemeClr val="dk1"/>
                          </a:solidFill>
                          <a:latin typeface="Arial"/>
                        </a:defRPr>
                      </a:lvl3pPr>
                      <a:lvl4pPr marL="1371600" algn="r" defTabSz="914400" rtl="1" eaLnBrk="1" latinLnBrk="0" hangingPunct="1">
                        <a:defRPr sz="1800" kern="1200">
                          <a:solidFill>
                            <a:schemeClr val="dk1"/>
                          </a:solidFill>
                          <a:latin typeface="Arial"/>
                        </a:defRPr>
                      </a:lvl4pPr>
                      <a:lvl5pPr marL="1828800" algn="r" defTabSz="914400" rtl="1" eaLnBrk="1" latinLnBrk="0" hangingPunct="1">
                        <a:defRPr sz="1800" kern="1200">
                          <a:solidFill>
                            <a:schemeClr val="dk1"/>
                          </a:solidFill>
                          <a:latin typeface="Arial"/>
                        </a:defRPr>
                      </a:lvl5pPr>
                      <a:lvl6pPr marL="2286000" algn="r" defTabSz="914400" rtl="1" eaLnBrk="1" latinLnBrk="0" hangingPunct="1">
                        <a:defRPr sz="1800" kern="1200">
                          <a:solidFill>
                            <a:schemeClr val="dk1"/>
                          </a:solidFill>
                          <a:latin typeface="Arial"/>
                        </a:defRPr>
                      </a:lvl6pPr>
                      <a:lvl7pPr marL="2743200" algn="r" defTabSz="914400" rtl="1" eaLnBrk="1" latinLnBrk="0" hangingPunct="1">
                        <a:defRPr sz="1800" kern="1200">
                          <a:solidFill>
                            <a:schemeClr val="dk1"/>
                          </a:solidFill>
                          <a:latin typeface="Arial"/>
                        </a:defRPr>
                      </a:lvl7pPr>
                      <a:lvl8pPr marL="3200400" algn="r" defTabSz="914400" rtl="1" eaLnBrk="1" latinLnBrk="0" hangingPunct="1">
                        <a:defRPr sz="1800" kern="1200">
                          <a:solidFill>
                            <a:schemeClr val="dk1"/>
                          </a:solidFill>
                          <a:latin typeface="Arial"/>
                        </a:defRPr>
                      </a:lvl8pPr>
                      <a:lvl9pPr marL="3657600" algn="r" defTabSz="914400" rtl="1" eaLnBrk="1" latinLnBrk="0" hangingPunct="1">
                        <a:defRPr sz="1800" kern="1200">
                          <a:solidFill>
                            <a:schemeClr val="dk1"/>
                          </a:solidFill>
                          <a:latin typeface="Arial"/>
                        </a:defRPr>
                      </a:lvl9pPr>
                    </a:lstStyle>
                    <a:p>
                      <a:pPr algn="ctr" rtl="1"/>
                      <a:r>
                        <a:rPr lang="en-US" b="0" dirty="0">
                          <a:latin typeface="Bahij TheSansArabic Bold" panose="02040503050201020203" pitchFamily="18" charset="-78"/>
                          <a:ea typeface="Ping AR + LT Medium" panose="00000600000000000000" pitchFamily="50" charset="-78"/>
                          <a:cs typeface="Bahij TheSansArabic Bold" panose="02040503050201020203" pitchFamily="18" charset="-78"/>
                        </a:rPr>
                        <a:t>C</a:t>
                      </a:r>
                      <a:endParaRPr lang="ar-SA" b="0" dirty="0">
                        <a:latin typeface="Bahij TheSansArabic Bold" panose="02040503050201020203" pitchFamily="18" charset="-78"/>
                        <a:ea typeface="Ping AR + LT Medium" panose="00000600000000000000" pitchFamily="50" charset="-78"/>
                        <a:cs typeface="Bahij TheSansArabic Bold" panose="02040503050201020203" pitchFamily="18" charset="-78"/>
                      </a:endParaRPr>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6F6F6"/>
                    </a:solidFill>
                  </a:tcPr>
                </a:tc>
                <a:tc>
                  <a:txBody>
                    <a:bodyPr/>
                    <a:lstStyle>
                      <a:lvl1pPr marL="0" algn="r" defTabSz="914400" rtl="1" eaLnBrk="1" latinLnBrk="0" hangingPunct="1">
                        <a:defRPr sz="1800" kern="1200">
                          <a:solidFill>
                            <a:schemeClr val="dk1"/>
                          </a:solidFill>
                          <a:latin typeface="Arial"/>
                        </a:defRPr>
                      </a:lvl1pPr>
                      <a:lvl2pPr marL="457200" algn="r" defTabSz="914400" rtl="1" eaLnBrk="1" latinLnBrk="0" hangingPunct="1">
                        <a:defRPr sz="1800" kern="1200">
                          <a:solidFill>
                            <a:schemeClr val="dk1"/>
                          </a:solidFill>
                          <a:latin typeface="Arial"/>
                        </a:defRPr>
                      </a:lvl2pPr>
                      <a:lvl3pPr marL="914400" algn="r" defTabSz="914400" rtl="1" eaLnBrk="1" latinLnBrk="0" hangingPunct="1">
                        <a:defRPr sz="1800" kern="1200">
                          <a:solidFill>
                            <a:schemeClr val="dk1"/>
                          </a:solidFill>
                          <a:latin typeface="Arial"/>
                        </a:defRPr>
                      </a:lvl3pPr>
                      <a:lvl4pPr marL="1371600" algn="r" defTabSz="914400" rtl="1" eaLnBrk="1" latinLnBrk="0" hangingPunct="1">
                        <a:defRPr sz="1800" kern="1200">
                          <a:solidFill>
                            <a:schemeClr val="dk1"/>
                          </a:solidFill>
                          <a:latin typeface="Arial"/>
                        </a:defRPr>
                      </a:lvl4pPr>
                      <a:lvl5pPr marL="1828800" algn="r" defTabSz="914400" rtl="1" eaLnBrk="1" latinLnBrk="0" hangingPunct="1">
                        <a:defRPr sz="1800" kern="1200">
                          <a:solidFill>
                            <a:schemeClr val="dk1"/>
                          </a:solidFill>
                          <a:latin typeface="Arial"/>
                        </a:defRPr>
                      </a:lvl5pPr>
                      <a:lvl6pPr marL="2286000" algn="r" defTabSz="914400" rtl="1" eaLnBrk="1" latinLnBrk="0" hangingPunct="1">
                        <a:defRPr sz="1800" kern="1200">
                          <a:solidFill>
                            <a:schemeClr val="dk1"/>
                          </a:solidFill>
                          <a:latin typeface="Arial"/>
                        </a:defRPr>
                      </a:lvl6pPr>
                      <a:lvl7pPr marL="2743200" algn="r" defTabSz="914400" rtl="1" eaLnBrk="1" latinLnBrk="0" hangingPunct="1">
                        <a:defRPr sz="1800" kern="1200">
                          <a:solidFill>
                            <a:schemeClr val="dk1"/>
                          </a:solidFill>
                          <a:latin typeface="Arial"/>
                        </a:defRPr>
                      </a:lvl7pPr>
                      <a:lvl8pPr marL="3200400" algn="r" defTabSz="914400" rtl="1" eaLnBrk="1" latinLnBrk="0" hangingPunct="1">
                        <a:defRPr sz="1800" kern="1200">
                          <a:solidFill>
                            <a:schemeClr val="dk1"/>
                          </a:solidFill>
                          <a:latin typeface="Arial"/>
                        </a:defRPr>
                      </a:lvl8pPr>
                      <a:lvl9pPr marL="3657600" algn="r" defTabSz="914400" rtl="1" eaLnBrk="1" latinLnBrk="0" hangingPunct="1">
                        <a:defRPr sz="1800" kern="1200">
                          <a:solidFill>
                            <a:schemeClr val="dk1"/>
                          </a:solidFill>
                          <a:latin typeface="Arial"/>
                        </a:defRPr>
                      </a:lvl9pPr>
                    </a:lstStyle>
                    <a:p>
                      <a:pPr algn="ctr" rtl="1"/>
                      <a:r>
                        <a:rPr lang="en-US" b="0" dirty="0">
                          <a:latin typeface="Bahij TheSansArabic Bold" panose="02040503050201020203" pitchFamily="18" charset="-78"/>
                          <a:ea typeface="Ping AR + LT Medium" panose="00000600000000000000" pitchFamily="50" charset="-78"/>
                          <a:cs typeface="Bahij TheSansArabic Bold" panose="02040503050201020203" pitchFamily="18" charset="-78"/>
                        </a:rPr>
                        <a:t>R</a:t>
                      </a:r>
                      <a:endParaRPr lang="ar-SA" b="0" dirty="0">
                        <a:latin typeface="Bahij TheSansArabic Bold" panose="02040503050201020203" pitchFamily="18" charset="-78"/>
                        <a:ea typeface="Ping AR + LT Medium" panose="00000600000000000000" pitchFamily="50" charset="-78"/>
                        <a:cs typeface="Bahij TheSansArabic Bold" panose="02040503050201020203" pitchFamily="18" charset="-78"/>
                      </a:endParaRPr>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6F6F6"/>
                    </a:solidFill>
                  </a:tcPr>
                </a:tc>
                <a:tc>
                  <a:txBody>
                    <a:bodyPr/>
                    <a:lstStyle>
                      <a:lvl1pPr marL="0" algn="r" defTabSz="914400" rtl="1" eaLnBrk="1" latinLnBrk="0" hangingPunct="1">
                        <a:defRPr sz="1800" kern="1200">
                          <a:solidFill>
                            <a:schemeClr val="dk1"/>
                          </a:solidFill>
                          <a:latin typeface="Arial"/>
                        </a:defRPr>
                      </a:lvl1pPr>
                      <a:lvl2pPr marL="457200" algn="r" defTabSz="914400" rtl="1" eaLnBrk="1" latinLnBrk="0" hangingPunct="1">
                        <a:defRPr sz="1800" kern="1200">
                          <a:solidFill>
                            <a:schemeClr val="dk1"/>
                          </a:solidFill>
                          <a:latin typeface="Arial"/>
                        </a:defRPr>
                      </a:lvl2pPr>
                      <a:lvl3pPr marL="914400" algn="r" defTabSz="914400" rtl="1" eaLnBrk="1" latinLnBrk="0" hangingPunct="1">
                        <a:defRPr sz="1800" kern="1200">
                          <a:solidFill>
                            <a:schemeClr val="dk1"/>
                          </a:solidFill>
                          <a:latin typeface="Arial"/>
                        </a:defRPr>
                      </a:lvl3pPr>
                      <a:lvl4pPr marL="1371600" algn="r" defTabSz="914400" rtl="1" eaLnBrk="1" latinLnBrk="0" hangingPunct="1">
                        <a:defRPr sz="1800" kern="1200">
                          <a:solidFill>
                            <a:schemeClr val="dk1"/>
                          </a:solidFill>
                          <a:latin typeface="Arial"/>
                        </a:defRPr>
                      </a:lvl4pPr>
                      <a:lvl5pPr marL="1828800" algn="r" defTabSz="914400" rtl="1" eaLnBrk="1" latinLnBrk="0" hangingPunct="1">
                        <a:defRPr sz="1800" kern="1200">
                          <a:solidFill>
                            <a:schemeClr val="dk1"/>
                          </a:solidFill>
                          <a:latin typeface="Arial"/>
                        </a:defRPr>
                      </a:lvl5pPr>
                      <a:lvl6pPr marL="2286000" algn="r" defTabSz="914400" rtl="1" eaLnBrk="1" latinLnBrk="0" hangingPunct="1">
                        <a:defRPr sz="1800" kern="1200">
                          <a:solidFill>
                            <a:schemeClr val="dk1"/>
                          </a:solidFill>
                          <a:latin typeface="Arial"/>
                        </a:defRPr>
                      </a:lvl6pPr>
                      <a:lvl7pPr marL="2743200" algn="r" defTabSz="914400" rtl="1" eaLnBrk="1" latinLnBrk="0" hangingPunct="1">
                        <a:defRPr sz="1800" kern="1200">
                          <a:solidFill>
                            <a:schemeClr val="dk1"/>
                          </a:solidFill>
                          <a:latin typeface="Arial"/>
                        </a:defRPr>
                      </a:lvl7pPr>
                      <a:lvl8pPr marL="3200400" algn="r" defTabSz="914400" rtl="1" eaLnBrk="1" latinLnBrk="0" hangingPunct="1">
                        <a:defRPr sz="1800" kern="1200">
                          <a:solidFill>
                            <a:schemeClr val="dk1"/>
                          </a:solidFill>
                          <a:latin typeface="Arial"/>
                        </a:defRPr>
                      </a:lvl8pPr>
                      <a:lvl9pPr marL="3657600" algn="r" defTabSz="914400" rtl="1" eaLnBrk="1" latinLnBrk="0" hangingPunct="1">
                        <a:defRPr sz="1800" kern="1200">
                          <a:solidFill>
                            <a:schemeClr val="dk1"/>
                          </a:solidFill>
                          <a:latin typeface="Arial"/>
                        </a:defRPr>
                      </a:lvl9pPr>
                    </a:lstStyle>
                    <a:p>
                      <a:pPr algn="justLow" rtl="1"/>
                      <a:r>
                        <a:rPr lang="ar-SA" b="0" dirty="0">
                          <a:latin typeface="Bahij TheSansArabic Bold" panose="02040503050201020203" pitchFamily="18" charset="-78"/>
                          <a:ea typeface="Ping AR + LT Medium" panose="00000600000000000000" pitchFamily="50" charset="-78"/>
                          <a:cs typeface="Bahij TheSansArabic Bold" panose="02040503050201020203" pitchFamily="18" charset="-78"/>
                        </a:rPr>
                        <a:t>4. التوجيه والتدريب</a:t>
                      </a:r>
                      <a:endParaRPr lang="en-US" b="0" dirty="0">
                        <a:latin typeface="Bahij TheSansArabic Bold" panose="02040503050201020203" pitchFamily="18" charset="-78"/>
                        <a:ea typeface="Ping AR + LT Medium" panose="00000600000000000000" pitchFamily="50" charset="-78"/>
                        <a:cs typeface="Bahij TheSansArabic Bold" panose="02040503050201020203" pitchFamily="18" charset="-78"/>
                      </a:endParaRPr>
                    </a:p>
                  </a:txBody>
                  <a:tcPr>
                    <a:lnL w="12700" cap="flat" cmpd="sng" algn="ctr">
                      <a:solidFill>
                        <a:srgbClr val="FFFFFF"/>
                      </a:solidFill>
                      <a:prstDash val="solid"/>
                      <a:round/>
                      <a:headEnd type="none" w="med" len="med"/>
                      <a:tailEnd type="none" w="med" len="med"/>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F6F6F6"/>
                    </a:solidFill>
                  </a:tcPr>
                </a:tc>
                <a:extLst>
                  <a:ext uri="{0D108BD9-81ED-4DB2-BD59-A6C34878D82A}">
                    <a16:rowId xmlns:a16="http://schemas.microsoft.com/office/drawing/2014/main" val="3146980496"/>
                  </a:ext>
                </a:extLst>
              </a:tr>
              <a:tr h="384225">
                <a:tc>
                  <a:txBody>
                    <a:bodyPr/>
                    <a:lstStyle>
                      <a:lvl1pPr marL="0" algn="r" defTabSz="914400" rtl="1" eaLnBrk="1" latinLnBrk="0" hangingPunct="1">
                        <a:defRPr sz="1800" kern="1200">
                          <a:solidFill>
                            <a:schemeClr val="dk1"/>
                          </a:solidFill>
                          <a:latin typeface="Arial"/>
                        </a:defRPr>
                      </a:lvl1pPr>
                      <a:lvl2pPr marL="457200" algn="r" defTabSz="914400" rtl="1" eaLnBrk="1" latinLnBrk="0" hangingPunct="1">
                        <a:defRPr sz="1800" kern="1200">
                          <a:solidFill>
                            <a:schemeClr val="dk1"/>
                          </a:solidFill>
                          <a:latin typeface="Arial"/>
                        </a:defRPr>
                      </a:lvl2pPr>
                      <a:lvl3pPr marL="914400" algn="r" defTabSz="914400" rtl="1" eaLnBrk="1" latinLnBrk="0" hangingPunct="1">
                        <a:defRPr sz="1800" kern="1200">
                          <a:solidFill>
                            <a:schemeClr val="dk1"/>
                          </a:solidFill>
                          <a:latin typeface="Arial"/>
                        </a:defRPr>
                      </a:lvl3pPr>
                      <a:lvl4pPr marL="1371600" algn="r" defTabSz="914400" rtl="1" eaLnBrk="1" latinLnBrk="0" hangingPunct="1">
                        <a:defRPr sz="1800" kern="1200">
                          <a:solidFill>
                            <a:schemeClr val="dk1"/>
                          </a:solidFill>
                          <a:latin typeface="Arial"/>
                        </a:defRPr>
                      </a:lvl4pPr>
                      <a:lvl5pPr marL="1828800" algn="r" defTabSz="914400" rtl="1" eaLnBrk="1" latinLnBrk="0" hangingPunct="1">
                        <a:defRPr sz="1800" kern="1200">
                          <a:solidFill>
                            <a:schemeClr val="dk1"/>
                          </a:solidFill>
                          <a:latin typeface="Arial"/>
                        </a:defRPr>
                      </a:lvl5pPr>
                      <a:lvl6pPr marL="2286000" algn="r" defTabSz="914400" rtl="1" eaLnBrk="1" latinLnBrk="0" hangingPunct="1">
                        <a:defRPr sz="1800" kern="1200">
                          <a:solidFill>
                            <a:schemeClr val="dk1"/>
                          </a:solidFill>
                          <a:latin typeface="Arial"/>
                        </a:defRPr>
                      </a:lvl6pPr>
                      <a:lvl7pPr marL="2743200" algn="r" defTabSz="914400" rtl="1" eaLnBrk="1" latinLnBrk="0" hangingPunct="1">
                        <a:defRPr sz="1800" kern="1200">
                          <a:solidFill>
                            <a:schemeClr val="dk1"/>
                          </a:solidFill>
                          <a:latin typeface="Arial"/>
                        </a:defRPr>
                      </a:lvl7pPr>
                      <a:lvl8pPr marL="3200400" algn="r" defTabSz="914400" rtl="1" eaLnBrk="1" latinLnBrk="0" hangingPunct="1">
                        <a:defRPr sz="1800" kern="1200">
                          <a:solidFill>
                            <a:schemeClr val="dk1"/>
                          </a:solidFill>
                          <a:latin typeface="Arial"/>
                        </a:defRPr>
                      </a:lvl8pPr>
                      <a:lvl9pPr marL="3657600" algn="r" defTabSz="914400" rtl="1" eaLnBrk="1" latinLnBrk="0" hangingPunct="1">
                        <a:defRPr sz="1800" kern="1200">
                          <a:solidFill>
                            <a:schemeClr val="dk1"/>
                          </a:solidFill>
                          <a:latin typeface="Arial"/>
                        </a:defRPr>
                      </a:lvl9pPr>
                    </a:lstStyle>
                    <a:p>
                      <a:pPr algn="ctr" rtl="1"/>
                      <a:endParaRPr lang="ar-SA" b="0" dirty="0">
                        <a:latin typeface="Bahij TheSansArabic Bold" panose="02040503050201020203" pitchFamily="18" charset="-78"/>
                        <a:ea typeface="Ping AR + LT Medium" panose="00000600000000000000" pitchFamily="50" charset="-78"/>
                        <a:cs typeface="Bahij TheSansArabic Bold" panose="02040503050201020203" pitchFamily="18" charset="-78"/>
                      </a:endParaRPr>
                    </a:p>
                  </a:txBody>
                  <a:tcPr anchor="ctr">
                    <a:lnL w="12700" cmpd="sng">
                      <a:solidFill>
                        <a:srgbClr val="FFFFFF"/>
                      </a:solidFill>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6F6F6"/>
                    </a:solidFill>
                  </a:tcPr>
                </a:tc>
                <a:tc>
                  <a:txBody>
                    <a:bodyPr/>
                    <a:lstStyle>
                      <a:lvl1pPr marL="0" algn="r" defTabSz="914400" rtl="1" eaLnBrk="1" latinLnBrk="0" hangingPunct="1">
                        <a:defRPr sz="1800" kern="1200">
                          <a:solidFill>
                            <a:schemeClr val="dk1"/>
                          </a:solidFill>
                          <a:latin typeface="Arial"/>
                        </a:defRPr>
                      </a:lvl1pPr>
                      <a:lvl2pPr marL="457200" algn="r" defTabSz="914400" rtl="1" eaLnBrk="1" latinLnBrk="0" hangingPunct="1">
                        <a:defRPr sz="1800" kern="1200">
                          <a:solidFill>
                            <a:schemeClr val="dk1"/>
                          </a:solidFill>
                          <a:latin typeface="Arial"/>
                        </a:defRPr>
                      </a:lvl2pPr>
                      <a:lvl3pPr marL="914400" algn="r" defTabSz="914400" rtl="1" eaLnBrk="1" latinLnBrk="0" hangingPunct="1">
                        <a:defRPr sz="1800" kern="1200">
                          <a:solidFill>
                            <a:schemeClr val="dk1"/>
                          </a:solidFill>
                          <a:latin typeface="Arial"/>
                        </a:defRPr>
                      </a:lvl3pPr>
                      <a:lvl4pPr marL="1371600" algn="r" defTabSz="914400" rtl="1" eaLnBrk="1" latinLnBrk="0" hangingPunct="1">
                        <a:defRPr sz="1800" kern="1200">
                          <a:solidFill>
                            <a:schemeClr val="dk1"/>
                          </a:solidFill>
                          <a:latin typeface="Arial"/>
                        </a:defRPr>
                      </a:lvl4pPr>
                      <a:lvl5pPr marL="1828800" algn="r" defTabSz="914400" rtl="1" eaLnBrk="1" latinLnBrk="0" hangingPunct="1">
                        <a:defRPr sz="1800" kern="1200">
                          <a:solidFill>
                            <a:schemeClr val="dk1"/>
                          </a:solidFill>
                          <a:latin typeface="Arial"/>
                        </a:defRPr>
                      </a:lvl5pPr>
                      <a:lvl6pPr marL="2286000" algn="r" defTabSz="914400" rtl="1" eaLnBrk="1" latinLnBrk="0" hangingPunct="1">
                        <a:defRPr sz="1800" kern="1200">
                          <a:solidFill>
                            <a:schemeClr val="dk1"/>
                          </a:solidFill>
                          <a:latin typeface="Arial"/>
                        </a:defRPr>
                      </a:lvl6pPr>
                      <a:lvl7pPr marL="2743200" algn="r" defTabSz="914400" rtl="1" eaLnBrk="1" latinLnBrk="0" hangingPunct="1">
                        <a:defRPr sz="1800" kern="1200">
                          <a:solidFill>
                            <a:schemeClr val="dk1"/>
                          </a:solidFill>
                          <a:latin typeface="Arial"/>
                        </a:defRPr>
                      </a:lvl7pPr>
                      <a:lvl8pPr marL="3200400" algn="r" defTabSz="914400" rtl="1" eaLnBrk="1" latinLnBrk="0" hangingPunct="1">
                        <a:defRPr sz="1800" kern="1200">
                          <a:solidFill>
                            <a:schemeClr val="dk1"/>
                          </a:solidFill>
                          <a:latin typeface="Arial"/>
                        </a:defRPr>
                      </a:lvl8pPr>
                      <a:lvl9pPr marL="3657600" algn="r" defTabSz="914400" rtl="1" eaLnBrk="1" latinLnBrk="0" hangingPunct="1">
                        <a:defRPr sz="1800" kern="1200">
                          <a:solidFill>
                            <a:schemeClr val="dk1"/>
                          </a:solidFill>
                          <a:latin typeface="Arial"/>
                        </a:defRPr>
                      </a:lvl9pPr>
                    </a:lstStyle>
                    <a:p>
                      <a:pPr algn="ctr" rtl="1"/>
                      <a:endParaRPr lang="ar-SA" b="0" dirty="0">
                        <a:latin typeface="Bahij TheSansArabic Bold" panose="02040503050201020203" pitchFamily="18" charset="-78"/>
                        <a:ea typeface="Ping AR + LT Medium" panose="00000600000000000000" pitchFamily="50" charset="-78"/>
                        <a:cs typeface="Bahij TheSansArabic Bold" panose="02040503050201020203" pitchFamily="18" charset="-78"/>
                      </a:endParaRPr>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6F6F6"/>
                    </a:solidFill>
                  </a:tcPr>
                </a:tc>
                <a:tc>
                  <a:txBody>
                    <a:bodyPr/>
                    <a:lstStyle>
                      <a:lvl1pPr marL="0" algn="r" defTabSz="914400" rtl="1" eaLnBrk="1" latinLnBrk="0" hangingPunct="1">
                        <a:defRPr sz="1800" kern="1200">
                          <a:solidFill>
                            <a:schemeClr val="dk1"/>
                          </a:solidFill>
                          <a:latin typeface="Arial"/>
                        </a:defRPr>
                      </a:lvl1pPr>
                      <a:lvl2pPr marL="457200" algn="r" defTabSz="914400" rtl="1" eaLnBrk="1" latinLnBrk="0" hangingPunct="1">
                        <a:defRPr sz="1800" kern="1200">
                          <a:solidFill>
                            <a:schemeClr val="dk1"/>
                          </a:solidFill>
                          <a:latin typeface="Arial"/>
                        </a:defRPr>
                      </a:lvl2pPr>
                      <a:lvl3pPr marL="914400" algn="r" defTabSz="914400" rtl="1" eaLnBrk="1" latinLnBrk="0" hangingPunct="1">
                        <a:defRPr sz="1800" kern="1200">
                          <a:solidFill>
                            <a:schemeClr val="dk1"/>
                          </a:solidFill>
                          <a:latin typeface="Arial"/>
                        </a:defRPr>
                      </a:lvl3pPr>
                      <a:lvl4pPr marL="1371600" algn="r" defTabSz="914400" rtl="1" eaLnBrk="1" latinLnBrk="0" hangingPunct="1">
                        <a:defRPr sz="1800" kern="1200">
                          <a:solidFill>
                            <a:schemeClr val="dk1"/>
                          </a:solidFill>
                          <a:latin typeface="Arial"/>
                        </a:defRPr>
                      </a:lvl4pPr>
                      <a:lvl5pPr marL="1828800" algn="r" defTabSz="914400" rtl="1" eaLnBrk="1" latinLnBrk="0" hangingPunct="1">
                        <a:defRPr sz="1800" kern="1200">
                          <a:solidFill>
                            <a:schemeClr val="dk1"/>
                          </a:solidFill>
                          <a:latin typeface="Arial"/>
                        </a:defRPr>
                      </a:lvl5pPr>
                      <a:lvl6pPr marL="2286000" algn="r" defTabSz="914400" rtl="1" eaLnBrk="1" latinLnBrk="0" hangingPunct="1">
                        <a:defRPr sz="1800" kern="1200">
                          <a:solidFill>
                            <a:schemeClr val="dk1"/>
                          </a:solidFill>
                          <a:latin typeface="Arial"/>
                        </a:defRPr>
                      </a:lvl6pPr>
                      <a:lvl7pPr marL="2743200" algn="r" defTabSz="914400" rtl="1" eaLnBrk="1" latinLnBrk="0" hangingPunct="1">
                        <a:defRPr sz="1800" kern="1200">
                          <a:solidFill>
                            <a:schemeClr val="dk1"/>
                          </a:solidFill>
                          <a:latin typeface="Arial"/>
                        </a:defRPr>
                      </a:lvl7pPr>
                      <a:lvl8pPr marL="3200400" algn="r" defTabSz="914400" rtl="1" eaLnBrk="1" latinLnBrk="0" hangingPunct="1">
                        <a:defRPr sz="1800" kern="1200">
                          <a:solidFill>
                            <a:schemeClr val="dk1"/>
                          </a:solidFill>
                          <a:latin typeface="Arial"/>
                        </a:defRPr>
                      </a:lvl8pPr>
                      <a:lvl9pPr marL="3657600" algn="r" defTabSz="914400" rtl="1" eaLnBrk="1" latinLnBrk="0" hangingPunct="1">
                        <a:defRPr sz="1800" kern="1200">
                          <a:solidFill>
                            <a:schemeClr val="dk1"/>
                          </a:solidFill>
                          <a:latin typeface="Arial"/>
                        </a:defRPr>
                      </a:lvl9pPr>
                    </a:lstStyle>
                    <a:p>
                      <a:pPr marL="0" marR="0" lvl="0" indent="0" algn="ctr" defTabSz="914400" rtl="1" eaLnBrk="1" fontAlgn="auto" latinLnBrk="0" hangingPunct="1">
                        <a:lnSpc>
                          <a:spcPct val="100000"/>
                        </a:lnSpc>
                        <a:spcBef>
                          <a:spcPts val="0"/>
                        </a:spcBef>
                        <a:spcAft>
                          <a:spcPts val="0"/>
                        </a:spcAft>
                        <a:buClr>
                          <a:srgbClr val="000000"/>
                        </a:buClr>
                        <a:buSzTx/>
                        <a:buFont typeface="Arial"/>
                        <a:buNone/>
                        <a:tabLst/>
                        <a:defRPr/>
                      </a:pPr>
                      <a:r>
                        <a:rPr kumimoji="0" lang="en-US" sz="1400" b="0" i="0" u="none" strike="noStrike" kern="0" cap="none" spc="0" normalizeH="0" baseline="0" noProof="0" dirty="0">
                          <a:ln>
                            <a:noFill/>
                          </a:ln>
                          <a:solidFill>
                            <a:srgbClr val="000000"/>
                          </a:solidFill>
                          <a:effectLst/>
                          <a:uLnTx/>
                          <a:uFillTx/>
                          <a:latin typeface="Bahij TheSansArabic Bold" panose="02040503050201020203" pitchFamily="18" charset="-78"/>
                          <a:ea typeface="Ping AR + LT Medium" panose="00000600000000000000" pitchFamily="50" charset="-78"/>
                          <a:cs typeface="Bahij TheSansArabic Bold" panose="02040503050201020203" pitchFamily="18" charset="-78"/>
                          <a:sym typeface="Arial"/>
                        </a:rPr>
                        <a:t>I</a:t>
                      </a:r>
                      <a:endParaRPr kumimoji="0" lang="ar-SA" sz="1400" b="0" i="0" u="none" strike="noStrike" kern="0" cap="none" spc="0" normalizeH="0" baseline="0" noProof="0" dirty="0">
                        <a:ln>
                          <a:noFill/>
                        </a:ln>
                        <a:solidFill>
                          <a:srgbClr val="000000"/>
                        </a:solidFill>
                        <a:effectLst/>
                        <a:uLnTx/>
                        <a:uFillTx/>
                        <a:latin typeface="Bahij TheSansArabic Bold" panose="02040503050201020203" pitchFamily="18" charset="-78"/>
                        <a:ea typeface="Ping AR + LT Medium" panose="00000600000000000000" pitchFamily="50" charset="-78"/>
                        <a:cs typeface="Bahij TheSansArabic Bold" panose="02040503050201020203" pitchFamily="18" charset="-78"/>
                        <a:sym typeface="Arial"/>
                      </a:endParaRPr>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6F6F6"/>
                    </a:solidFill>
                  </a:tcPr>
                </a:tc>
                <a:tc>
                  <a:txBody>
                    <a:bodyPr/>
                    <a:lstStyle>
                      <a:lvl1pPr marL="0" algn="r" defTabSz="914400" rtl="1" eaLnBrk="1" latinLnBrk="0" hangingPunct="1">
                        <a:defRPr sz="1800" kern="1200">
                          <a:solidFill>
                            <a:schemeClr val="dk1"/>
                          </a:solidFill>
                          <a:latin typeface="Arial"/>
                        </a:defRPr>
                      </a:lvl1pPr>
                      <a:lvl2pPr marL="457200" algn="r" defTabSz="914400" rtl="1" eaLnBrk="1" latinLnBrk="0" hangingPunct="1">
                        <a:defRPr sz="1800" kern="1200">
                          <a:solidFill>
                            <a:schemeClr val="dk1"/>
                          </a:solidFill>
                          <a:latin typeface="Arial"/>
                        </a:defRPr>
                      </a:lvl2pPr>
                      <a:lvl3pPr marL="914400" algn="r" defTabSz="914400" rtl="1" eaLnBrk="1" latinLnBrk="0" hangingPunct="1">
                        <a:defRPr sz="1800" kern="1200">
                          <a:solidFill>
                            <a:schemeClr val="dk1"/>
                          </a:solidFill>
                          <a:latin typeface="Arial"/>
                        </a:defRPr>
                      </a:lvl3pPr>
                      <a:lvl4pPr marL="1371600" algn="r" defTabSz="914400" rtl="1" eaLnBrk="1" latinLnBrk="0" hangingPunct="1">
                        <a:defRPr sz="1800" kern="1200">
                          <a:solidFill>
                            <a:schemeClr val="dk1"/>
                          </a:solidFill>
                          <a:latin typeface="Arial"/>
                        </a:defRPr>
                      </a:lvl4pPr>
                      <a:lvl5pPr marL="1828800" algn="r" defTabSz="914400" rtl="1" eaLnBrk="1" latinLnBrk="0" hangingPunct="1">
                        <a:defRPr sz="1800" kern="1200">
                          <a:solidFill>
                            <a:schemeClr val="dk1"/>
                          </a:solidFill>
                          <a:latin typeface="Arial"/>
                        </a:defRPr>
                      </a:lvl5pPr>
                      <a:lvl6pPr marL="2286000" algn="r" defTabSz="914400" rtl="1" eaLnBrk="1" latinLnBrk="0" hangingPunct="1">
                        <a:defRPr sz="1800" kern="1200">
                          <a:solidFill>
                            <a:schemeClr val="dk1"/>
                          </a:solidFill>
                          <a:latin typeface="Arial"/>
                        </a:defRPr>
                      </a:lvl6pPr>
                      <a:lvl7pPr marL="2743200" algn="r" defTabSz="914400" rtl="1" eaLnBrk="1" latinLnBrk="0" hangingPunct="1">
                        <a:defRPr sz="1800" kern="1200">
                          <a:solidFill>
                            <a:schemeClr val="dk1"/>
                          </a:solidFill>
                          <a:latin typeface="Arial"/>
                        </a:defRPr>
                      </a:lvl7pPr>
                      <a:lvl8pPr marL="3200400" algn="r" defTabSz="914400" rtl="1" eaLnBrk="1" latinLnBrk="0" hangingPunct="1">
                        <a:defRPr sz="1800" kern="1200">
                          <a:solidFill>
                            <a:schemeClr val="dk1"/>
                          </a:solidFill>
                          <a:latin typeface="Arial"/>
                        </a:defRPr>
                      </a:lvl8pPr>
                      <a:lvl9pPr marL="3657600" algn="r" defTabSz="914400" rtl="1" eaLnBrk="1" latinLnBrk="0" hangingPunct="1">
                        <a:defRPr sz="1800" kern="1200">
                          <a:solidFill>
                            <a:schemeClr val="dk1"/>
                          </a:solidFill>
                          <a:latin typeface="Arial"/>
                        </a:defRPr>
                      </a:lvl9pPr>
                    </a:lstStyle>
                    <a:p>
                      <a:pPr marL="0" marR="0" lvl="0" indent="0" algn="ctr" defTabSz="914400" rtl="1" eaLnBrk="1" fontAlgn="auto" latinLnBrk="0" hangingPunct="1">
                        <a:lnSpc>
                          <a:spcPct val="100000"/>
                        </a:lnSpc>
                        <a:spcBef>
                          <a:spcPts val="0"/>
                        </a:spcBef>
                        <a:spcAft>
                          <a:spcPts val="0"/>
                        </a:spcAft>
                        <a:buClr>
                          <a:srgbClr val="000000"/>
                        </a:buClr>
                        <a:buSzTx/>
                        <a:buFont typeface="Arial"/>
                        <a:buNone/>
                        <a:tabLst/>
                        <a:defRPr/>
                      </a:pPr>
                      <a:r>
                        <a:rPr kumimoji="0" lang="en-US" sz="1400" b="0" i="0" u="none" strike="noStrike" kern="0" cap="none" spc="0" normalizeH="0" baseline="0" noProof="0" dirty="0">
                          <a:ln>
                            <a:noFill/>
                          </a:ln>
                          <a:solidFill>
                            <a:srgbClr val="000000"/>
                          </a:solidFill>
                          <a:effectLst/>
                          <a:uLnTx/>
                          <a:uFillTx/>
                          <a:latin typeface="Bahij TheSansArabic Bold" panose="02040503050201020203" pitchFamily="18" charset="-78"/>
                          <a:ea typeface="Ping AR + LT Medium" panose="00000600000000000000" pitchFamily="50" charset="-78"/>
                          <a:cs typeface="Bahij TheSansArabic Bold" panose="02040503050201020203" pitchFamily="18" charset="-78"/>
                          <a:sym typeface="Arial"/>
                        </a:rPr>
                        <a:t>C</a:t>
                      </a:r>
                      <a:endParaRPr kumimoji="0" lang="ar-SA" sz="1400" b="0" i="0" u="none" strike="noStrike" kern="0" cap="none" spc="0" normalizeH="0" baseline="0" noProof="0" dirty="0">
                        <a:ln>
                          <a:noFill/>
                        </a:ln>
                        <a:solidFill>
                          <a:srgbClr val="000000"/>
                        </a:solidFill>
                        <a:effectLst/>
                        <a:uLnTx/>
                        <a:uFillTx/>
                        <a:latin typeface="Bahij TheSansArabic Bold" panose="02040503050201020203" pitchFamily="18" charset="-78"/>
                        <a:ea typeface="Ping AR + LT Medium" panose="00000600000000000000" pitchFamily="50" charset="-78"/>
                        <a:cs typeface="Bahij TheSansArabic Bold" panose="02040503050201020203" pitchFamily="18" charset="-78"/>
                        <a:sym typeface="Arial"/>
                      </a:endParaRPr>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6F6F6"/>
                    </a:solidFill>
                  </a:tcPr>
                </a:tc>
                <a:tc>
                  <a:txBody>
                    <a:bodyPr/>
                    <a:lstStyle>
                      <a:lvl1pPr marL="0" algn="r" defTabSz="914400" rtl="1" eaLnBrk="1" latinLnBrk="0" hangingPunct="1">
                        <a:defRPr sz="1800" kern="1200">
                          <a:solidFill>
                            <a:schemeClr val="dk1"/>
                          </a:solidFill>
                          <a:latin typeface="Arial"/>
                        </a:defRPr>
                      </a:lvl1pPr>
                      <a:lvl2pPr marL="457200" algn="r" defTabSz="914400" rtl="1" eaLnBrk="1" latinLnBrk="0" hangingPunct="1">
                        <a:defRPr sz="1800" kern="1200">
                          <a:solidFill>
                            <a:schemeClr val="dk1"/>
                          </a:solidFill>
                          <a:latin typeface="Arial"/>
                        </a:defRPr>
                      </a:lvl2pPr>
                      <a:lvl3pPr marL="914400" algn="r" defTabSz="914400" rtl="1" eaLnBrk="1" latinLnBrk="0" hangingPunct="1">
                        <a:defRPr sz="1800" kern="1200">
                          <a:solidFill>
                            <a:schemeClr val="dk1"/>
                          </a:solidFill>
                          <a:latin typeface="Arial"/>
                        </a:defRPr>
                      </a:lvl3pPr>
                      <a:lvl4pPr marL="1371600" algn="r" defTabSz="914400" rtl="1" eaLnBrk="1" latinLnBrk="0" hangingPunct="1">
                        <a:defRPr sz="1800" kern="1200">
                          <a:solidFill>
                            <a:schemeClr val="dk1"/>
                          </a:solidFill>
                          <a:latin typeface="Arial"/>
                        </a:defRPr>
                      </a:lvl4pPr>
                      <a:lvl5pPr marL="1828800" algn="r" defTabSz="914400" rtl="1" eaLnBrk="1" latinLnBrk="0" hangingPunct="1">
                        <a:defRPr sz="1800" kern="1200">
                          <a:solidFill>
                            <a:schemeClr val="dk1"/>
                          </a:solidFill>
                          <a:latin typeface="Arial"/>
                        </a:defRPr>
                      </a:lvl5pPr>
                      <a:lvl6pPr marL="2286000" algn="r" defTabSz="914400" rtl="1" eaLnBrk="1" latinLnBrk="0" hangingPunct="1">
                        <a:defRPr sz="1800" kern="1200">
                          <a:solidFill>
                            <a:schemeClr val="dk1"/>
                          </a:solidFill>
                          <a:latin typeface="Arial"/>
                        </a:defRPr>
                      </a:lvl6pPr>
                      <a:lvl7pPr marL="2743200" algn="r" defTabSz="914400" rtl="1" eaLnBrk="1" latinLnBrk="0" hangingPunct="1">
                        <a:defRPr sz="1800" kern="1200">
                          <a:solidFill>
                            <a:schemeClr val="dk1"/>
                          </a:solidFill>
                          <a:latin typeface="Arial"/>
                        </a:defRPr>
                      </a:lvl7pPr>
                      <a:lvl8pPr marL="3200400" algn="r" defTabSz="914400" rtl="1" eaLnBrk="1" latinLnBrk="0" hangingPunct="1">
                        <a:defRPr sz="1800" kern="1200">
                          <a:solidFill>
                            <a:schemeClr val="dk1"/>
                          </a:solidFill>
                          <a:latin typeface="Arial"/>
                        </a:defRPr>
                      </a:lvl8pPr>
                      <a:lvl9pPr marL="3657600" algn="r" defTabSz="914400" rtl="1" eaLnBrk="1" latinLnBrk="0" hangingPunct="1">
                        <a:defRPr sz="1800" kern="1200">
                          <a:solidFill>
                            <a:schemeClr val="dk1"/>
                          </a:solidFill>
                          <a:latin typeface="Arial"/>
                        </a:defRPr>
                      </a:lvl9pPr>
                    </a:lstStyle>
                    <a:p>
                      <a:pPr marL="0" marR="0" lvl="0" indent="0" algn="ctr" defTabSz="914400" rtl="1" eaLnBrk="1" fontAlgn="auto" latinLnBrk="0" hangingPunct="1">
                        <a:lnSpc>
                          <a:spcPct val="100000"/>
                        </a:lnSpc>
                        <a:spcBef>
                          <a:spcPts val="0"/>
                        </a:spcBef>
                        <a:spcAft>
                          <a:spcPts val="0"/>
                        </a:spcAft>
                        <a:buClr>
                          <a:srgbClr val="000000"/>
                        </a:buClr>
                        <a:buSzTx/>
                        <a:buFont typeface="Arial"/>
                        <a:buNone/>
                        <a:tabLst/>
                        <a:defRPr/>
                      </a:pPr>
                      <a:r>
                        <a:rPr kumimoji="0" lang="en-US" sz="1400" b="0" i="0" u="none" strike="noStrike" kern="0" cap="none" spc="0" normalizeH="0" baseline="0" noProof="0" dirty="0">
                          <a:ln>
                            <a:noFill/>
                          </a:ln>
                          <a:solidFill>
                            <a:srgbClr val="000000"/>
                          </a:solidFill>
                          <a:effectLst/>
                          <a:uLnTx/>
                          <a:uFillTx/>
                          <a:latin typeface="Bahij TheSansArabic Bold" panose="02040503050201020203" pitchFamily="18" charset="-78"/>
                          <a:ea typeface="Ping AR + LT Medium" panose="00000600000000000000" pitchFamily="50" charset="-78"/>
                          <a:cs typeface="Bahij TheSansArabic Bold" panose="02040503050201020203" pitchFamily="18" charset="-78"/>
                          <a:sym typeface="Arial"/>
                        </a:rPr>
                        <a:t>C</a:t>
                      </a:r>
                      <a:endParaRPr kumimoji="0" lang="ar-SA" sz="1400" b="0" i="0" u="none" strike="noStrike" kern="0" cap="none" spc="0" normalizeH="0" baseline="0" noProof="0" dirty="0">
                        <a:ln>
                          <a:noFill/>
                        </a:ln>
                        <a:solidFill>
                          <a:srgbClr val="000000"/>
                        </a:solidFill>
                        <a:effectLst/>
                        <a:uLnTx/>
                        <a:uFillTx/>
                        <a:latin typeface="Bahij TheSansArabic Bold" panose="02040503050201020203" pitchFamily="18" charset="-78"/>
                        <a:ea typeface="Ping AR + LT Medium" panose="00000600000000000000" pitchFamily="50" charset="-78"/>
                        <a:cs typeface="Bahij TheSansArabic Bold" panose="02040503050201020203" pitchFamily="18" charset="-78"/>
                        <a:sym typeface="Arial"/>
                      </a:endParaRPr>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6F6F6"/>
                    </a:solidFill>
                  </a:tcPr>
                </a:tc>
                <a:tc>
                  <a:txBody>
                    <a:bodyPr/>
                    <a:lstStyle>
                      <a:lvl1pPr marL="0" algn="r" defTabSz="914400" rtl="1" eaLnBrk="1" latinLnBrk="0" hangingPunct="1">
                        <a:defRPr sz="1800" kern="1200">
                          <a:solidFill>
                            <a:schemeClr val="dk1"/>
                          </a:solidFill>
                          <a:latin typeface="Arial"/>
                        </a:defRPr>
                      </a:lvl1pPr>
                      <a:lvl2pPr marL="457200" algn="r" defTabSz="914400" rtl="1" eaLnBrk="1" latinLnBrk="0" hangingPunct="1">
                        <a:defRPr sz="1800" kern="1200">
                          <a:solidFill>
                            <a:schemeClr val="dk1"/>
                          </a:solidFill>
                          <a:latin typeface="Arial"/>
                        </a:defRPr>
                      </a:lvl2pPr>
                      <a:lvl3pPr marL="914400" algn="r" defTabSz="914400" rtl="1" eaLnBrk="1" latinLnBrk="0" hangingPunct="1">
                        <a:defRPr sz="1800" kern="1200">
                          <a:solidFill>
                            <a:schemeClr val="dk1"/>
                          </a:solidFill>
                          <a:latin typeface="Arial"/>
                        </a:defRPr>
                      </a:lvl3pPr>
                      <a:lvl4pPr marL="1371600" algn="r" defTabSz="914400" rtl="1" eaLnBrk="1" latinLnBrk="0" hangingPunct="1">
                        <a:defRPr sz="1800" kern="1200">
                          <a:solidFill>
                            <a:schemeClr val="dk1"/>
                          </a:solidFill>
                          <a:latin typeface="Arial"/>
                        </a:defRPr>
                      </a:lvl4pPr>
                      <a:lvl5pPr marL="1828800" algn="r" defTabSz="914400" rtl="1" eaLnBrk="1" latinLnBrk="0" hangingPunct="1">
                        <a:defRPr sz="1800" kern="1200">
                          <a:solidFill>
                            <a:schemeClr val="dk1"/>
                          </a:solidFill>
                          <a:latin typeface="Arial"/>
                        </a:defRPr>
                      </a:lvl5pPr>
                      <a:lvl6pPr marL="2286000" algn="r" defTabSz="914400" rtl="1" eaLnBrk="1" latinLnBrk="0" hangingPunct="1">
                        <a:defRPr sz="1800" kern="1200">
                          <a:solidFill>
                            <a:schemeClr val="dk1"/>
                          </a:solidFill>
                          <a:latin typeface="Arial"/>
                        </a:defRPr>
                      </a:lvl6pPr>
                      <a:lvl7pPr marL="2743200" algn="r" defTabSz="914400" rtl="1" eaLnBrk="1" latinLnBrk="0" hangingPunct="1">
                        <a:defRPr sz="1800" kern="1200">
                          <a:solidFill>
                            <a:schemeClr val="dk1"/>
                          </a:solidFill>
                          <a:latin typeface="Arial"/>
                        </a:defRPr>
                      </a:lvl7pPr>
                      <a:lvl8pPr marL="3200400" algn="r" defTabSz="914400" rtl="1" eaLnBrk="1" latinLnBrk="0" hangingPunct="1">
                        <a:defRPr sz="1800" kern="1200">
                          <a:solidFill>
                            <a:schemeClr val="dk1"/>
                          </a:solidFill>
                          <a:latin typeface="Arial"/>
                        </a:defRPr>
                      </a:lvl8pPr>
                      <a:lvl9pPr marL="3657600" algn="r" defTabSz="914400" rtl="1" eaLnBrk="1" latinLnBrk="0" hangingPunct="1">
                        <a:defRPr sz="1800" kern="1200">
                          <a:solidFill>
                            <a:schemeClr val="dk1"/>
                          </a:solidFill>
                          <a:latin typeface="Arial"/>
                        </a:defRPr>
                      </a:lvl9pPr>
                    </a:lstStyle>
                    <a:p>
                      <a:pPr marL="0" marR="0" lvl="0" indent="0" algn="ctr" defTabSz="914400" rtl="1" eaLnBrk="1" fontAlgn="auto" latinLnBrk="0" hangingPunct="1">
                        <a:lnSpc>
                          <a:spcPct val="100000"/>
                        </a:lnSpc>
                        <a:spcBef>
                          <a:spcPts val="0"/>
                        </a:spcBef>
                        <a:spcAft>
                          <a:spcPts val="0"/>
                        </a:spcAft>
                        <a:buClr>
                          <a:srgbClr val="000000"/>
                        </a:buClr>
                        <a:buSzTx/>
                        <a:buFont typeface="Arial"/>
                        <a:buNone/>
                        <a:tabLst/>
                        <a:defRPr/>
                      </a:pPr>
                      <a:r>
                        <a:rPr kumimoji="0" lang="en-US" sz="1600" b="0" i="0" u="none" strike="noStrike" kern="1200" cap="none" spc="0" normalizeH="0" baseline="0" noProof="0" dirty="0">
                          <a:ln>
                            <a:noFill/>
                          </a:ln>
                          <a:solidFill>
                            <a:srgbClr val="006E62"/>
                          </a:solidFill>
                          <a:effectLst/>
                          <a:uLnTx/>
                          <a:uFillTx/>
                          <a:latin typeface="Bahij TheSansArabic Bold" panose="02040503050201020203" pitchFamily="18" charset="-78"/>
                          <a:ea typeface="Ping AR + LT" panose="00000500000000000000" pitchFamily="50" charset="-78"/>
                          <a:cs typeface="Bahij TheSansArabic Bold" panose="02040503050201020203" pitchFamily="18" charset="-78"/>
                          <a:sym typeface="Arial"/>
                        </a:rPr>
                        <a:t>R</a:t>
                      </a:r>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6F6F6"/>
                    </a:solidFill>
                  </a:tcPr>
                </a:tc>
                <a:tc>
                  <a:txBody>
                    <a:bodyPr/>
                    <a:lstStyle>
                      <a:lvl1pPr marL="0" algn="r" defTabSz="914400" rtl="1" eaLnBrk="1" latinLnBrk="0" hangingPunct="1">
                        <a:defRPr sz="1800" kern="1200">
                          <a:solidFill>
                            <a:schemeClr val="dk1"/>
                          </a:solidFill>
                          <a:latin typeface="Arial"/>
                        </a:defRPr>
                      </a:lvl1pPr>
                      <a:lvl2pPr marL="457200" algn="r" defTabSz="914400" rtl="1" eaLnBrk="1" latinLnBrk="0" hangingPunct="1">
                        <a:defRPr sz="1800" kern="1200">
                          <a:solidFill>
                            <a:schemeClr val="dk1"/>
                          </a:solidFill>
                          <a:latin typeface="Arial"/>
                        </a:defRPr>
                      </a:lvl2pPr>
                      <a:lvl3pPr marL="914400" algn="r" defTabSz="914400" rtl="1" eaLnBrk="1" latinLnBrk="0" hangingPunct="1">
                        <a:defRPr sz="1800" kern="1200">
                          <a:solidFill>
                            <a:schemeClr val="dk1"/>
                          </a:solidFill>
                          <a:latin typeface="Arial"/>
                        </a:defRPr>
                      </a:lvl3pPr>
                      <a:lvl4pPr marL="1371600" algn="r" defTabSz="914400" rtl="1" eaLnBrk="1" latinLnBrk="0" hangingPunct="1">
                        <a:defRPr sz="1800" kern="1200">
                          <a:solidFill>
                            <a:schemeClr val="dk1"/>
                          </a:solidFill>
                          <a:latin typeface="Arial"/>
                        </a:defRPr>
                      </a:lvl4pPr>
                      <a:lvl5pPr marL="1828800" algn="r" defTabSz="914400" rtl="1" eaLnBrk="1" latinLnBrk="0" hangingPunct="1">
                        <a:defRPr sz="1800" kern="1200">
                          <a:solidFill>
                            <a:schemeClr val="dk1"/>
                          </a:solidFill>
                          <a:latin typeface="Arial"/>
                        </a:defRPr>
                      </a:lvl5pPr>
                      <a:lvl6pPr marL="2286000" algn="r" defTabSz="914400" rtl="1" eaLnBrk="1" latinLnBrk="0" hangingPunct="1">
                        <a:defRPr sz="1800" kern="1200">
                          <a:solidFill>
                            <a:schemeClr val="dk1"/>
                          </a:solidFill>
                          <a:latin typeface="Arial"/>
                        </a:defRPr>
                      </a:lvl6pPr>
                      <a:lvl7pPr marL="2743200" algn="r" defTabSz="914400" rtl="1" eaLnBrk="1" latinLnBrk="0" hangingPunct="1">
                        <a:defRPr sz="1800" kern="1200">
                          <a:solidFill>
                            <a:schemeClr val="dk1"/>
                          </a:solidFill>
                          <a:latin typeface="Arial"/>
                        </a:defRPr>
                      </a:lvl7pPr>
                      <a:lvl8pPr marL="3200400" algn="r" defTabSz="914400" rtl="1" eaLnBrk="1" latinLnBrk="0" hangingPunct="1">
                        <a:defRPr sz="1800" kern="1200">
                          <a:solidFill>
                            <a:schemeClr val="dk1"/>
                          </a:solidFill>
                          <a:latin typeface="Arial"/>
                        </a:defRPr>
                      </a:lvl8pPr>
                      <a:lvl9pPr marL="3657600" algn="r" defTabSz="914400" rtl="1" eaLnBrk="1" latinLnBrk="0" hangingPunct="1">
                        <a:defRPr sz="1800" kern="1200">
                          <a:solidFill>
                            <a:schemeClr val="dk1"/>
                          </a:solidFill>
                          <a:latin typeface="Arial"/>
                        </a:defRPr>
                      </a:lvl9pPr>
                    </a:lstStyle>
                    <a:p>
                      <a:pPr algn="ctr" rtl="1"/>
                      <a:r>
                        <a:rPr lang="en-US" b="0" dirty="0">
                          <a:latin typeface="Bahij TheSansArabic Bold" panose="02040503050201020203" pitchFamily="18" charset="-78"/>
                          <a:ea typeface="Ping AR + LT Medium" panose="00000600000000000000" pitchFamily="50" charset="-78"/>
                          <a:cs typeface="Bahij TheSansArabic Bold" panose="02040503050201020203" pitchFamily="18" charset="-78"/>
                        </a:rPr>
                        <a:t>A</a:t>
                      </a:r>
                      <a:endParaRPr lang="ar-SA" b="0" dirty="0">
                        <a:latin typeface="Bahij TheSansArabic Bold" panose="02040503050201020203" pitchFamily="18" charset="-78"/>
                        <a:ea typeface="Ping AR + LT Medium" panose="00000600000000000000" pitchFamily="50" charset="-78"/>
                        <a:cs typeface="Bahij TheSansArabic Bold" panose="02040503050201020203" pitchFamily="18" charset="-78"/>
                      </a:endParaRPr>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6F6F6"/>
                    </a:solidFill>
                  </a:tcPr>
                </a:tc>
                <a:tc>
                  <a:txBody>
                    <a:bodyPr/>
                    <a:lstStyle>
                      <a:lvl1pPr marL="0" algn="r" defTabSz="914400" rtl="1" eaLnBrk="1" latinLnBrk="0" hangingPunct="1">
                        <a:defRPr sz="1800" kern="1200">
                          <a:solidFill>
                            <a:schemeClr val="dk1"/>
                          </a:solidFill>
                          <a:latin typeface="Arial"/>
                        </a:defRPr>
                      </a:lvl1pPr>
                      <a:lvl2pPr marL="457200" algn="r" defTabSz="914400" rtl="1" eaLnBrk="1" latinLnBrk="0" hangingPunct="1">
                        <a:defRPr sz="1800" kern="1200">
                          <a:solidFill>
                            <a:schemeClr val="dk1"/>
                          </a:solidFill>
                          <a:latin typeface="Arial"/>
                        </a:defRPr>
                      </a:lvl2pPr>
                      <a:lvl3pPr marL="914400" algn="r" defTabSz="914400" rtl="1" eaLnBrk="1" latinLnBrk="0" hangingPunct="1">
                        <a:defRPr sz="1800" kern="1200">
                          <a:solidFill>
                            <a:schemeClr val="dk1"/>
                          </a:solidFill>
                          <a:latin typeface="Arial"/>
                        </a:defRPr>
                      </a:lvl3pPr>
                      <a:lvl4pPr marL="1371600" algn="r" defTabSz="914400" rtl="1" eaLnBrk="1" latinLnBrk="0" hangingPunct="1">
                        <a:defRPr sz="1800" kern="1200">
                          <a:solidFill>
                            <a:schemeClr val="dk1"/>
                          </a:solidFill>
                          <a:latin typeface="Arial"/>
                        </a:defRPr>
                      </a:lvl4pPr>
                      <a:lvl5pPr marL="1828800" algn="r" defTabSz="914400" rtl="1" eaLnBrk="1" latinLnBrk="0" hangingPunct="1">
                        <a:defRPr sz="1800" kern="1200">
                          <a:solidFill>
                            <a:schemeClr val="dk1"/>
                          </a:solidFill>
                          <a:latin typeface="Arial"/>
                        </a:defRPr>
                      </a:lvl5pPr>
                      <a:lvl6pPr marL="2286000" algn="r" defTabSz="914400" rtl="1" eaLnBrk="1" latinLnBrk="0" hangingPunct="1">
                        <a:defRPr sz="1800" kern="1200">
                          <a:solidFill>
                            <a:schemeClr val="dk1"/>
                          </a:solidFill>
                          <a:latin typeface="Arial"/>
                        </a:defRPr>
                      </a:lvl6pPr>
                      <a:lvl7pPr marL="2743200" algn="r" defTabSz="914400" rtl="1" eaLnBrk="1" latinLnBrk="0" hangingPunct="1">
                        <a:defRPr sz="1800" kern="1200">
                          <a:solidFill>
                            <a:schemeClr val="dk1"/>
                          </a:solidFill>
                          <a:latin typeface="Arial"/>
                        </a:defRPr>
                      </a:lvl7pPr>
                      <a:lvl8pPr marL="3200400" algn="r" defTabSz="914400" rtl="1" eaLnBrk="1" latinLnBrk="0" hangingPunct="1">
                        <a:defRPr sz="1800" kern="1200">
                          <a:solidFill>
                            <a:schemeClr val="dk1"/>
                          </a:solidFill>
                          <a:latin typeface="Arial"/>
                        </a:defRPr>
                      </a:lvl8pPr>
                      <a:lvl9pPr marL="3657600" algn="r" defTabSz="914400" rtl="1" eaLnBrk="1" latinLnBrk="0" hangingPunct="1">
                        <a:defRPr sz="1800" kern="1200">
                          <a:solidFill>
                            <a:schemeClr val="dk1"/>
                          </a:solidFill>
                          <a:latin typeface="Arial"/>
                        </a:defRPr>
                      </a:lvl9pPr>
                    </a:lstStyle>
                    <a:p>
                      <a:pPr marL="0" marR="0" lvl="0" indent="0" algn="ctr" defTabSz="914400" rtl="1" eaLnBrk="1" fontAlgn="auto" latinLnBrk="0" hangingPunct="1">
                        <a:lnSpc>
                          <a:spcPct val="100000"/>
                        </a:lnSpc>
                        <a:spcBef>
                          <a:spcPts val="0"/>
                        </a:spcBef>
                        <a:spcAft>
                          <a:spcPts val="0"/>
                        </a:spcAft>
                        <a:buClr>
                          <a:srgbClr val="000000"/>
                        </a:buClr>
                        <a:buSzTx/>
                        <a:buFont typeface="Arial"/>
                        <a:buNone/>
                        <a:tabLst/>
                        <a:defRPr/>
                      </a:pPr>
                      <a:r>
                        <a:rPr kumimoji="0" lang="en-US" sz="1400" b="0" i="0" u="none" strike="noStrike" kern="0" cap="none" spc="0" normalizeH="0" baseline="0" noProof="0" dirty="0">
                          <a:ln>
                            <a:noFill/>
                          </a:ln>
                          <a:solidFill>
                            <a:srgbClr val="000000"/>
                          </a:solidFill>
                          <a:effectLst/>
                          <a:uLnTx/>
                          <a:uFillTx/>
                          <a:latin typeface="Bahij TheSansArabic Bold" panose="02040503050201020203" pitchFamily="18" charset="-78"/>
                          <a:ea typeface="Ping AR + LT Medium" panose="00000600000000000000" pitchFamily="50" charset="-78"/>
                          <a:cs typeface="Bahij TheSansArabic Bold" panose="02040503050201020203" pitchFamily="18" charset="-78"/>
                          <a:sym typeface="Arial"/>
                        </a:rPr>
                        <a:t>R</a:t>
                      </a:r>
                      <a:endParaRPr kumimoji="0" lang="ar-SA" sz="1400" b="0" i="0" u="none" strike="noStrike" kern="0" cap="none" spc="0" normalizeH="0" baseline="0" noProof="0" dirty="0">
                        <a:ln>
                          <a:noFill/>
                        </a:ln>
                        <a:solidFill>
                          <a:srgbClr val="000000"/>
                        </a:solidFill>
                        <a:effectLst/>
                        <a:uLnTx/>
                        <a:uFillTx/>
                        <a:latin typeface="Bahij TheSansArabic Bold" panose="02040503050201020203" pitchFamily="18" charset="-78"/>
                        <a:ea typeface="Ping AR + LT Medium" panose="00000600000000000000" pitchFamily="50" charset="-78"/>
                        <a:cs typeface="Bahij TheSansArabic Bold" panose="02040503050201020203" pitchFamily="18" charset="-78"/>
                        <a:sym typeface="Arial"/>
                      </a:endParaRPr>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6F6F6"/>
                    </a:solidFill>
                  </a:tcPr>
                </a:tc>
                <a:tc>
                  <a:txBody>
                    <a:bodyPr/>
                    <a:lstStyle>
                      <a:lvl1pPr marL="0" algn="r" defTabSz="914400" rtl="1" eaLnBrk="1" latinLnBrk="0" hangingPunct="1">
                        <a:defRPr sz="1800" kern="1200">
                          <a:solidFill>
                            <a:schemeClr val="dk1"/>
                          </a:solidFill>
                          <a:latin typeface="Arial"/>
                        </a:defRPr>
                      </a:lvl1pPr>
                      <a:lvl2pPr marL="457200" algn="r" defTabSz="914400" rtl="1" eaLnBrk="1" latinLnBrk="0" hangingPunct="1">
                        <a:defRPr sz="1800" kern="1200">
                          <a:solidFill>
                            <a:schemeClr val="dk1"/>
                          </a:solidFill>
                          <a:latin typeface="Arial"/>
                        </a:defRPr>
                      </a:lvl2pPr>
                      <a:lvl3pPr marL="914400" algn="r" defTabSz="914400" rtl="1" eaLnBrk="1" latinLnBrk="0" hangingPunct="1">
                        <a:defRPr sz="1800" kern="1200">
                          <a:solidFill>
                            <a:schemeClr val="dk1"/>
                          </a:solidFill>
                          <a:latin typeface="Arial"/>
                        </a:defRPr>
                      </a:lvl3pPr>
                      <a:lvl4pPr marL="1371600" algn="r" defTabSz="914400" rtl="1" eaLnBrk="1" latinLnBrk="0" hangingPunct="1">
                        <a:defRPr sz="1800" kern="1200">
                          <a:solidFill>
                            <a:schemeClr val="dk1"/>
                          </a:solidFill>
                          <a:latin typeface="Arial"/>
                        </a:defRPr>
                      </a:lvl4pPr>
                      <a:lvl5pPr marL="1828800" algn="r" defTabSz="914400" rtl="1" eaLnBrk="1" latinLnBrk="0" hangingPunct="1">
                        <a:defRPr sz="1800" kern="1200">
                          <a:solidFill>
                            <a:schemeClr val="dk1"/>
                          </a:solidFill>
                          <a:latin typeface="Arial"/>
                        </a:defRPr>
                      </a:lvl5pPr>
                      <a:lvl6pPr marL="2286000" algn="r" defTabSz="914400" rtl="1" eaLnBrk="1" latinLnBrk="0" hangingPunct="1">
                        <a:defRPr sz="1800" kern="1200">
                          <a:solidFill>
                            <a:schemeClr val="dk1"/>
                          </a:solidFill>
                          <a:latin typeface="Arial"/>
                        </a:defRPr>
                      </a:lvl6pPr>
                      <a:lvl7pPr marL="2743200" algn="r" defTabSz="914400" rtl="1" eaLnBrk="1" latinLnBrk="0" hangingPunct="1">
                        <a:defRPr sz="1800" kern="1200">
                          <a:solidFill>
                            <a:schemeClr val="dk1"/>
                          </a:solidFill>
                          <a:latin typeface="Arial"/>
                        </a:defRPr>
                      </a:lvl7pPr>
                      <a:lvl8pPr marL="3200400" algn="r" defTabSz="914400" rtl="1" eaLnBrk="1" latinLnBrk="0" hangingPunct="1">
                        <a:defRPr sz="1800" kern="1200">
                          <a:solidFill>
                            <a:schemeClr val="dk1"/>
                          </a:solidFill>
                          <a:latin typeface="Arial"/>
                        </a:defRPr>
                      </a:lvl8pPr>
                      <a:lvl9pPr marL="3657600" algn="r" defTabSz="914400" rtl="1" eaLnBrk="1" latinLnBrk="0" hangingPunct="1">
                        <a:defRPr sz="1800" kern="1200">
                          <a:solidFill>
                            <a:schemeClr val="dk1"/>
                          </a:solidFill>
                          <a:latin typeface="Arial"/>
                        </a:defRPr>
                      </a:lvl9pPr>
                    </a:lstStyle>
                    <a:p>
                      <a:pPr algn="justLow" rtl="1"/>
                      <a:r>
                        <a:rPr lang="ar-SA" b="0" dirty="0">
                          <a:latin typeface="Bahij TheSansArabic Bold" panose="02040503050201020203" pitchFamily="18" charset="-78"/>
                          <a:ea typeface="Ping AR + LT Medium" panose="00000600000000000000" pitchFamily="50" charset="-78"/>
                          <a:cs typeface="Bahij TheSansArabic Bold" panose="02040503050201020203" pitchFamily="18" charset="-78"/>
                        </a:rPr>
                        <a:t>5. الدعم والإشراف</a:t>
                      </a:r>
                      <a:endParaRPr lang="en-US" b="0" dirty="0">
                        <a:latin typeface="Bahij TheSansArabic Bold" panose="02040503050201020203" pitchFamily="18" charset="-78"/>
                        <a:ea typeface="Ping AR + LT Medium" panose="00000600000000000000" pitchFamily="50" charset="-78"/>
                        <a:cs typeface="Bahij TheSansArabic Bold" panose="02040503050201020203" pitchFamily="18" charset="-78"/>
                      </a:endParaRPr>
                    </a:p>
                  </a:txBody>
                  <a:tcPr>
                    <a:lnL w="12700" cap="flat" cmpd="sng" algn="ctr">
                      <a:solidFill>
                        <a:srgbClr val="FFFFFF"/>
                      </a:solidFill>
                      <a:prstDash val="solid"/>
                      <a:round/>
                      <a:headEnd type="none" w="med" len="med"/>
                      <a:tailEnd type="none" w="med" len="med"/>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F6F6F6"/>
                    </a:solidFill>
                  </a:tcPr>
                </a:tc>
                <a:extLst>
                  <a:ext uri="{0D108BD9-81ED-4DB2-BD59-A6C34878D82A}">
                    <a16:rowId xmlns:a16="http://schemas.microsoft.com/office/drawing/2014/main" val="3540920451"/>
                  </a:ext>
                </a:extLst>
              </a:tr>
              <a:tr h="384225">
                <a:tc>
                  <a:txBody>
                    <a:bodyPr/>
                    <a:lstStyle>
                      <a:lvl1pPr marL="0" algn="r" defTabSz="914400" rtl="1" eaLnBrk="1" latinLnBrk="0" hangingPunct="1">
                        <a:defRPr sz="1800" kern="1200">
                          <a:solidFill>
                            <a:schemeClr val="dk1"/>
                          </a:solidFill>
                          <a:latin typeface="Arial"/>
                        </a:defRPr>
                      </a:lvl1pPr>
                      <a:lvl2pPr marL="457200" algn="r" defTabSz="914400" rtl="1" eaLnBrk="1" latinLnBrk="0" hangingPunct="1">
                        <a:defRPr sz="1800" kern="1200">
                          <a:solidFill>
                            <a:schemeClr val="dk1"/>
                          </a:solidFill>
                          <a:latin typeface="Arial"/>
                        </a:defRPr>
                      </a:lvl2pPr>
                      <a:lvl3pPr marL="914400" algn="r" defTabSz="914400" rtl="1" eaLnBrk="1" latinLnBrk="0" hangingPunct="1">
                        <a:defRPr sz="1800" kern="1200">
                          <a:solidFill>
                            <a:schemeClr val="dk1"/>
                          </a:solidFill>
                          <a:latin typeface="Arial"/>
                        </a:defRPr>
                      </a:lvl3pPr>
                      <a:lvl4pPr marL="1371600" algn="r" defTabSz="914400" rtl="1" eaLnBrk="1" latinLnBrk="0" hangingPunct="1">
                        <a:defRPr sz="1800" kern="1200">
                          <a:solidFill>
                            <a:schemeClr val="dk1"/>
                          </a:solidFill>
                          <a:latin typeface="Arial"/>
                        </a:defRPr>
                      </a:lvl4pPr>
                      <a:lvl5pPr marL="1828800" algn="r" defTabSz="914400" rtl="1" eaLnBrk="1" latinLnBrk="0" hangingPunct="1">
                        <a:defRPr sz="1800" kern="1200">
                          <a:solidFill>
                            <a:schemeClr val="dk1"/>
                          </a:solidFill>
                          <a:latin typeface="Arial"/>
                        </a:defRPr>
                      </a:lvl5pPr>
                      <a:lvl6pPr marL="2286000" algn="r" defTabSz="914400" rtl="1" eaLnBrk="1" latinLnBrk="0" hangingPunct="1">
                        <a:defRPr sz="1800" kern="1200">
                          <a:solidFill>
                            <a:schemeClr val="dk1"/>
                          </a:solidFill>
                          <a:latin typeface="Arial"/>
                        </a:defRPr>
                      </a:lvl6pPr>
                      <a:lvl7pPr marL="2743200" algn="r" defTabSz="914400" rtl="1" eaLnBrk="1" latinLnBrk="0" hangingPunct="1">
                        <a:defRPr sz="1800" kern="1200">
                          <a:solidFill>
                            <a:schemeClr val="dk1"/>
                          </a:solidFill>
                          <a:latin typeface="Arial"/>
                        </a:defRPr>
                      </a:lvl7pPr>
                      <a:lvl8pPr marL="3200400" algn="r" defTabSz="914400" rtl="1" eaLnBrk="1" latinLnBrk="0" hangingPunct="1">
                        <a:defRPr sz="1800" kern="1200">
                          <a:solidFill>
                            <a:schemeClr val="dk1"/>
                          </a:solidFill>
                          <a:latin typeface="Arial"/>
                        </a:defRPr>
                      </a:lvl8pPr>
                      <a:lvl9pPr marL="3657600" algn="r" defTabSz="914400" rtl="1" eaLnBrk="1" latinLnBrk="0" hangingPunct="1">
                        <a:defRPr sz="1800" kern="1200">
                          <a:solidFill>
                            <a:schemeClr val="dk1"/>
                          </a:solidFill>
                          <a:latin typeface="Arial"/>
                        </a:defRPr>
                      </a:lvl9pPr>
                    </a:lstStyle>
                    <a:p>
                      <a:pPr marL="0" marR="0" lvl="0" indent="0" algn="ctr" defTabSz="914400" rtl="1" eaLnBrk="1" fontAlgn="auto" latinLnBrk="0" hangingPunct="1">
                        <a:lnSpc>
                          <a:spcPct val="100000"/>
                        </a:lnSpc>
                        <a:spcBef>
                          <a:spcPts val="0"/>
                        </a:spcBef>
                        <a:spcAft>
                          <a:spcPts val="0"/>
                        </a:spcAft>
                        <a:buClr>
                          <a:srgbClr val="000000"/>
                        </a:buClr>
                        <a:buSzTx/>
                        <a:buFont typeface="Arial"/>
                        <a:buNone/>
                        <a:tabLst/>
                        <a:defRPr/>
                      </a:pPr>
                      <a:endParaRPr kumimoji="0" lang="ar-SA" sz="1400" b="0" i="0" u="none" strike="noStrike" kern="0" cap="none" spc="0" normalizeH="0" baseline="0" noProof="0" dirty="0">
                        <a:ln>
                          <a:noFill/>
                        </a:ln>
                        <a:solidFill>
                          <a:srgbClr val="000000"/>
                        </a:solidFill>
                        <a:effectLst/>
                        <a:uLnTx/>
                        <a:uFillTx/>
                        <a:latin typeface="Bahij TheSansArabic Bold" panose="02040503050201020203" pitchFamily="18" charset="-78"/>
                        <a:ea typeface="Ping AR + LT Medium" panose="00000600000000000000" pitchFamily="50" charset="-78"/>
                        <a:cs typeface="Bahij TheSansArabic Bold" panose="02040503050201020203" pitchFamily="18" charset="-78"/>
                        <a:sym typeface="Arial"/>
                      </a:endParaRPr>
                    </a:p>
                  </a:txBody>
                  <a:tcPr anchor="ctr">
                    <a:lnL w="12700" cmpd="sng">
                      <a:solidFill>
                        <a:srgbClr val="FFFFFF"/>
                      </a:solidFill>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6F6F6"/>
                    </a:solidFill>
                  </a:tcPr>
                </a:tc>
                <a:tc>
                  <a:txBody>
                    <a:bodyPr/>
                    <a:lstStyle>
                      <a:lvl1pPr marL="0" algn="r" defTabSz="914400" rtl="1" eaLnBrk="1" latinLnBrk="0" hangingPunct="1">
                        <a:defRPr sz="1800" kern="1200">
                          <a:solidFill>
                            <a:schemeClr val="dk1"/>
                          </a:solidFill>
                          <a:latin typeface="Arial"/>
                        </a:defRPr>
                      </a:lvl1pPr>
                      <a:lvl2pPr marL="457200" algn="r" defTabSz="914400" rtl="1" eaLnBrk="1" latinLnBrk="0" hangingPunct="1">
                        <a:defRPr sz="1800" kern="1200">
                          <a:solidFill>
                            <a:schemeClr val="dk1"/>
                          </a:solidFill>
                          <a:latin typeface="Arial"/>
                        </a:defRPr>
                      </a:lvl2pPr>
                      <a:lvl3pPr marL="914400" algn="r" defTabSz="914400" rtl="1" eaLnBrk="1" latinLnBrk="0" hangingPunct="1">
                        <a:defRPr sz="1800" kern="1200">
                          <a:solidFill>
                            <a:schemeClr val="dk1"/>
                          </a:solidFill>
                          <a:latin typeface="Arial"/>
                        </a:defRPr>
                      </a:lvl3pPr>
                      <a:lvl4pPr marL="1371600" algn="r" defTabSz="914400" rtl="1" eaLnBrk="1" latinLnBrk="0" hangingPunct="1">
                        <a:defRPr sz="1800" kern="1200">
                          <a:solidFill>
                            <a:schemeClr val="dk1"/>
                          </a:solidFill>
                          <a:latin typeface="Arial"/>
                        </a:defRPr>
                      </a:lvl4pPr>
                      <a:lvl5pPr marL="1828800" algn="r" defTabSz="914400" rtl="1" eaLnBrk="1" latinLnBrk="0" hangingPunct="1">
                        <a:defRPr sz="1800" kern="1200">
                          <a:solidFill>
                            <a:schemeClr val="dk1"/>
                          </a:solidFill>
                          <a:latin typeface="Arial"/>
                        </a:defRPr>
                      </a:lvl5pPr>
                      <a:lvl6pPr marL="2286000" algn="r" defTabSz="914400" rtl="1" eaLnBrk="1" latinLnBrk="0" hangingPunct="1">
                        <a:defRPr sz="1800" kern="1200">
                          <a:solidFill>
                            <a:schemeClr val="dk1"/>
                          </a:solidFill>
                          <a:latin typeface="Arial"/>
                        </a:defRPr>
                      </a:lvl6pPr>
                      <a:lvl7pPr marL="2743200" algn="r" defTabSz="914400" rtl="1" eaLnBrk="1" latinLnBrk="0" hangingPunct="1">
                        <a:defRPr sz="1800" kern="1200">
                          <a:solidFill>
                            <a:schemeClr val="dk1"/>
                          </a:solidFill>
                          <a:latin typeface="Arial"/>
                        </a:defRPr>
                      </a:lvl7pPr>
                      <a:lvl8pPr marL="3200400" algn="r" defTabSz="914400" rtl="1" eaLnBrk="1" latinLnBrk="0" hangingPunct="1">
                        <a:defRPr sz="1800" kern="1200">
                          <a:solidFill>
                            <a:schemeClr val="dk1"/>
                          </a:solidFill>
                          <a:latin typeface="Arial"/>
                        </a:defRPr>
                      </a:lvl8pPr>
                      <a:lvl9pPr marL="3657600" algn="r" defTabSz="914400" rtl="1" eaLnBrk="1" latinLnBrk="0" hangingPunct="1">
                        <a:defRPr sz="1800" kern="1200">
                          <a:solidFill>
                            <a:schemeClr val="dk1"/>
                          </a:solidFill>
                          <a:latin typeface="Arial"/>
                        </a:defRPr>
                      </a:lvl9pPr>
                    </a:lstStyle>
                    <a:p>
                      <a:pPr algn="ctr" rtl="1"/>
                      <a:endParaRPr lang="ar-SA" b="0" dirty="0">
                        <a:latin typeface="Bahij TheSansArabic Bold" panose="02040503050201020203" pitchFamily="18" charset="-78"/>
                        <a:ea typeface="Ping AR + LT Medium" panose="00000600000000000000" pitchFamily="50" charset="-78"/>
                        <a:cs typeface="Bahij TheSansArabic Bold" panose="02040503050201020203" pitchFamily="18" charset="-78"/>
                      </a:endParaRPr>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6F6F6"/>
                    </a:solidFill>
                  </a:tcPr>
                </a:tc>
                <a:tc>
                  <a:txBody>
                    <a:bodyPr/>
                    <a:lstStyle>
                      <a:lvl1pPr marL="0" algn="r" defTabSz="914400" rtl="1" eaLnBrk="1" latinLnBrk="0" hangingPunct="1">
                        <a:defRPr sz="1800" kern="1200">
                          <a:solidFill>
                            <a:schemeClr val="dk1"/>
                          </a:solidFill>
                          <a:latin typeface="Arial"/>
                        </a:defRPr>
                      </a:lvl1pPr>
                      <a:lvl2pPr marL="457200" algn="r" defTabSz="914400" rtl="1" eaLnBrk="1" latinLnBrk="0" hangingPunct="1">
                        <a:defRPr sz="1800" kern="1200">
                          <a:solidFill>
                            <a:schemeClr val="dk1"/>
                          </a:solidFill>
                          <a:latin typeface="Arial"/>
                        </a:defRPr>
                      </a:lvl2pPr>
                      <a:lvl3pPr marL="914400" algn="r" defTabSz="914400" rtl="1" eaLnBrk="1" latinLnBrk="0" hangingPunct="1">
                        <a:defRPr sz="1800" kern="1200">
                          <a:solidFill>
                            <a:schemeClr val="dk1"/>
                          </a:solidFill>
                          <a:latin typeface="Arial"/>
                        </a:defRPr>
                      </a:lvl3pPr>
                      <a:lvl4pPr marL="1371600" algn="r" defTabSz="914400" rtl="1" eaLnBrk="1" latinLnBrk="0" hangingPunct="1">
                        <a:defRPr sz="1800" kern="1200">
                          <a:solidFill>
                            <a:schemeClr val="dk1"/>
                          </a:solidFill>
                          <a:latin typeface="Arial"/>
                        </a:defRPr>
                      </a:lvl4pPr>
                      <a:lvl5pPr marL="1828800" algn="r" defTabSz="914400" rtl="1" eaLnBrk="1" latinLnBrk="0" hangingPunct="1">
                        <a:defRPr sz="1800" kern="1200">
                          <a:solidFill>
                            <a:schemeClr val="dk1"/>
                          </a:solidFill>
                          <a:latin typeface="Arial"/>
                        </a:defRPr>
                      </a:lvl5pPr>
                      <a:lvl6pPr marL="2286000" algn="r" defTabSz="914400" rtl="1" eaLnBrk="1" latinLnBrk="0" hangingPunct="1">
                        <a:defRPr sz="1800" kern="1200">
                          <a:solidFill>
                            <a:schemeClr val="dk1"/>
                          </a:solidFill>
                          <a:latin typeface="Arial"/>
                        </a:defRPr>
                      </a:lvl6pPr>
                      <a:lvl7pPr marL="2743200" algn="r" defTabSz="914400" rtl="1" eaLnBrk="1" latinLnBrk="0" hangingPunct="1">
                        <a:defRPr sz="1800" kern="1200">
                          <a:solidFill>
                            <a:schemeClr val="dk1"/>
                          </a:solidFill>
                          <a:latin typeface="Arial"/>
                        </a:defRPr>
                      </a:lvl7pPr>
                      <a:lvl8pPr marL="3200400" algn="r" defTabSz="914400" rtl="1" eaLnBrk="1" latinLnBrk="0" hangingPunct="1">
                        <a:defRPr sz="1800" kern="1200">
                          <a:solidFill>
                            <a:schemeClr val="dk1"/>
                          </a:solidFill>
                          <a:latin typeface="Arial"/>
                        </a:defRPr>
                      </a:lvl8pPr>
                      <a:lvl9pPr marL="3657600" algn="r" defTabSz="914400" rtl="1" eaLnBrk="1" latinLnBrk="0" hangingPunct="1">
                        <a:defRPr sz="1800" kern="1200">
                          <a:solidFill>
                            <a:schemeClr val="dk1"/>
                          </a:solidFill>
                          <a:latin typeface="Arial"/>
                        </a:defRPr>
                      </a:lvl9pPr>
                    </a:lstStyle>
                    <a:p>
                      <a:pPr marL="0" marR="0" lvl="0" indent="0" algn="ctr" defTabSz="914400" rtl="1" eaLnBrk="1" fontAlgn="auto" latinLnBrk="0" hangingPunct="1">
                        <a:lnSpc>
                          <a:spcPct val="100000"/>
                        </a:lnSpc>
                        <a:spcBef>
                          <a:spcPts val="0"/>
                        </a:spcBef>
                        <a:spcAft>
                          <a:spcPts val="0"/>
                        </a:spcAft>
                        <a:buClr>
                          <a:srgbClr val="000000"/>
                        </a:buClr>
                        <a:buSzTx/>
                        <a:buFont typeface="Arial"/>
                        <a:buNone/>
                        <a:tabLst/>
                        <a:defRPr/>
                      </a:pPr>
                      <a:r>
                        <a:rPr kumimoji="0" lang="en-US" sz="1400" b="0" i="0" u="none" strike="noStrike" kern="0" cap="none" spc="0" normalizeH="0" baseline="0" noProof="0" dirty="0">
                          <a:ln>
                            <a:noFill/>
                          </a:ln>
                          <a:solidFill>
                            <a:srgbClr val="000000"/>
                          </a:solidFill>
                          <a:effectLst/>
                          <a:uLnTx/>
                          <a:uFillTx/>
                          <a:latin typeface="Bahij TheSansArabic Bold" panose="02040503050201020203" pitchFamily="18" charset="-78"/>
                          <a:ea typeface="Ping AR + LT Medium" panose="00000600000000000000" pitchFamily="50" charset="-78"/>
                          <a:cs typeface="Bahij TheSansArabic Bold" panose="02040503050201020203" pitchFamily="18" charset="-78"/>
                          <a:sym typeface="Arial"/>
                        </a:rPr>
                        <a:t>A</a:t>
                      </a:r>
                      <a:endParaRPr kumimoji="0" lang="ar-SA" sz="1400" b="0" i="0" u="none" strike="noStrike" kern="0" cap="none" spc="0" normalizeH="0" baseline="0" noProof="0" dirty="0">
                        <a:ln>
                          <a:noFill/>
                        </a:ln>
                        <a:solidFill>
                          <a:srgbClr val="000000"/>
                        </a:solidFill>
                        <a:effectLst/>
                        <a:uLnTx/>
                        <a:uFillTx/>
                        <a:latin typeface="Bahij TheSansArabic Bold" panose="02040503050201020203" pitchFamily="18" charset="-78"/>
                        <a:ea typeface="Ping AR + LT Medium" panose="00000600000000000000" pitchFamily="50" charset="-78"/>
                        <a:cs typeface="Bahij TheSansArabic Bold" panose="02040503050201020203" pitchFamily="18" charset="-78"/>
                        <a:sym typeface="Arial"/>
                      </a:endParaRPr>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6F6F6"/>
                    </a:solidFill>
                  </a:tcPr>
                </a:tc>
                <a:tc>
                  <a:txBody>
                    <a:bodyPr/>
                    <a:lstStyle>
                      <a:lvl1pPr marL="0" algn="r" defTabSz="914400" rtl="1" eaLnBrk="1" latinLnBrk="0" hangingPunct="1">
                        <a:defRPr sz="1800" kern="1200">
                          <a:solidFill>
                            <a:schemeClr val="dk1"/>
                          </a:solidFill>
                          <a:latin typeface="Arial"/>
                        </a:defRPr>
                      </a:lvl1pPr>
                      <a:lvl2pPr marL="457200" algn="r" defTabSz="914400" rtl="1" eaLnBrk="1" latinLnBrk="0" hangingPunct="1">
                        <a:defRPr sz="1800" kern="1200">
                          <a:solidFill>
                            <a:schemeClr val="dk1"/>
                          </a:solidFill>
                          <a:latin typeface="Arial"/>
                        </a:defRPr>
                      </a:lvl2pPr>
                      <a:lvl3pPr marL="914400" algn="r" defTabSz="914400" rtl="1" eaLnBrk="1" latinLnBrk="0" hangingPunct="1">
                        <a:defRPr sz="1800" kern="1200">
                          <a:solidFill>
                            <a:schemeClr val="dk1"/>
                          </a:solidFill>
                          <a:latin typeface="Arial"/>
                        </a:defRPr>
                      </a:lvl3pPr>
                      <a:lvl4pPr marL="1371600" algn="r" defTabSz="914400" rtl="1" eaLnBrk="1" latinLnBrk="0" hangingPunct="1">
                        <a:defRPr sz="1800" kern="1200">
                          <a:solidFill>
                            <a:schemeClr val="dk1"/>
                          </a:solidFill>
                          <a:latin typeface="Arial"/>
                        </a:defRPr>
                      </a:lvl4pPr>
                      <a:lvl5pPr marL="1828800" algn="r" defTabSz="914400" rtl="1" eaLnBrk="1" latinLnBrk="0" hangingPunct="1">
                        <a:defRPr sz="1800" kern="1200">
                          <a:solidFill>
                            <a:schemeClr val="dk1"/>
                          </a:solidFill>
                          <a:latin typeface="Arial"/>
                        </a:defRPr>
                      </a:lvl5pPr>
                      <a:lvl6pPr marL="2286000" algn="r" defTabSz="914400" rtl="1" eaLnBrk="1" latinLnBrk="0" hangingPunct="1">
                        <a:defRPr sz="1800" kern="1200">
                          <a:solidFill>
                            <a:schemeClr val="dk1"/>
                          </a:solidFill>
                          <a:latin typeface="Arial"/>
                        </a:defRPr>
                      </a:lvl6pPr>
                      <a:lvl7pPr marL="2743200" algn="r" defTabSz="914400" rtl="1" eaLnBrk="1" latinLnBrk="0" hangingPunct="1">
                        <a:defRPr sz="1800" kern="1200">
                          <a:solidFill>
                            <a:schemeClr val="dk1"/>
                          </a:solidFill>
                          <a:latin typeface="Arial"/>
                        </a:defRPr>
                      </a:lvl7pPr>
                      <a:lvl8pPr marL="3200400" algn="r" defTabSz="914400" rtl="1" eaLnBrk="1" latinLnBrk="0" hangingPunct="1">
                        <a:defRPr sz="1800" kern="1200">
                          <a:solidFill>
                            <a:schemeClr val="dk1"/>
                          </a:solidFill>
                          <a:latin typeface="Arial"/>
                        </a:defRPr>
                      </a:lvl8pPr>
                      <a:lvl9pPr marL="3657600" algn="r" defTabSz="914400" rtl="1" eaLnBrk="1" latinLnBrk="0" hangingPunct="1">
                        <a:defRPr sz="1800" kern="1200">
                          <a:solidFill>
                            <a:schemeClr val="dk1"/>
                          </a:solidFill>
                          <a:latin typeface="Arial"/>
                        </a:defRPr>
                      </a:lvl9pPr>
                    </a:lstStyle>
                    <a:p>
                      <a:pPr marL="0" marR="0" lvl="0" indent="0" algn="ctr" defTabSz="914400" rtl="1" eaLnBrk="1" fontAlgn="auto" latinLnBrk="0" hangingPunct="1">
                        <a:lnSpc>
                          <a:spcPct val="100000"/>
                        </a:lnSpc>
                        <a:spcBef>
                          <a:spcPts val="0"/>
                        </a:spcBef>
                        <a:spcAft>
                          <a:spcPts val="0"/>
                        </a:spcAft>
                        <a:buClr>
                          <a:srgbClr val="000000"/>
                        </a:buClr>
                        <a:buSzTx/>
                        <a:buFont typeface="Arial"/>
                        <a:buNone/>
                        <a:tabLst/>
                        <a:defRPr/>
                      </a:pPr>
                      <a:r>
                        <a:rPr kumimoji="0" lang="en-US" sz="1400" b="0" i="0" u="none" strike="noStrike" kern="0" cap="none" spc="0" normalizeH="0" baseline="0" noProof="0" dirty="0">
                          <a:ln>
                            <a:noFill/>
                          </a:ln>
                          <a:solidFill>
                            <a:srgbClr val="000000"/>
                          </a:solidFill>
                          <a:effectLst/>
                          <a:uLnTx/>
                          <a:uFillTx/>
                          <a:latin typeface="Bahij TheSansArabic Bold" panose="02040503050201020203" pitchFamily="18" charset="-78"/>
                          <a:ea typeface="Ping AR + LT Medium" panose="00000600000000000000" pitchFamily="50" charset="-78"/>
                          <a:cs typeface="Bahij TheSansArabic Bold" panose="02040503050201020203" pitchFamily="18" charset="-78"/>
                          <a:sym typeface="Arial"/>
                        </a:rPr>
                        <a:t>I</a:t>
                      </a:r>
                      <a:endParaRPr kumimoji="0" lang="ar-SA" sz="1400" b="0" i="0" u="none" strike="noStrike" kern="0" cap="none" spc="0" normalizeH="0" baseline="0" noProof="0" dirty="0">
                        <a:ln>
                          <a:noFill/>
                        </a:ln>
                        <a:solidFill>
                          <a:srgbClr val="000000"/>
                        </a:solidFill>
                        <a:effectLst/>
                        <a:uLnTx/>
                        <a:uFillTx/>
                        <a:latin typeface="Bahij TheSansArabic Bold" panose="02040503050201020203" pitchFamily="18" charset="-78"/>
                        <a:ea typeface="Ping AR + LT Medium" panose="00000600000000000000" pitchFamily="50" charset="-78"/>
                        <a:cs typeface="Bahij TheSansArabic Bold" panose="02040503050201020203" pitchFamily="18" charset="-78"/>
                        <a:sym typeface="Arial"/>
                      </a:endParaRPr>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6F6F6"/>
                    </a:solidFill>
                  </a:tcPr>
                </a:tc>
                <a:tc>
                  <a:txBody>
                    <a:bodyPr/>
                    <a:lstStyle>
                      <a:lvl1pPr marL="0" algn="r" defTabSz="914400" rtl="1" eaLnBrk="1" latinLnBrk="0" hangingPunct="1">
                        <a:defRPr sz="1800" kern="1200">
                          <a:solidFill>
                            <a:schemeClr val="dk1"/>
                          </a:solidFill>
                          <a:latin typeface="Arial"/>
                        </a:defRPr>
                      </a:lvl1pPr>
                      <a:lvl2pPr marL="457200" algn="r" defTabSz="914400" rtl="1" eaLnBrk="1" latinLnBrk="0" hangingPunct="1">
                        <a:defRPr sz="1800" kern="1200">
                          <a:solidFill>
                            <a:schemeClr val="dk1"/>
                          </a:solidFill>
                          <a:latin typeface="Arial"/>
                        </a:defRPr>
                      </a:lvl2pPr>
                      <a:lvl3pPr marL="914400" algn="r" defTabSz="914400" rtl="1" eaLnBrk="1" latinLnBrk="0" hangingPunct="1">
                        <a:defRPr sz="1800" kern="1200">
                          <a:solidFill>
                            <a:schemeClr val="dk1"/>
                          </a:solidFill>
                          <a:latin typeface="Arial"/>
                        </a:defRPr>
                      </a:lvl3pPr>
                      <a:lvl4pPr marL="1371600" algn="r" defTabSz="914400" rtl="1" eaLnBrk="1" latinLnBrk="0" hangingPunct="1">
                        <a:defRPr sz="1800" kern="1200">
                          <a:solidFill>
                            <a:schemeClr val="dk1"/>
                          </a:solidFill>
                          <a:latin typeface="Arial"/>
                        </a:defRPr>
                      </a:lvl4pPr>
                      <a:lvl5pPr marL="1828800" algn="r" defTabSz="914400" rtl="1" eaLnBrk="1" latinLnBrk="0" hangingPunct="1">
                        <a:defRPr sz="1800" kern="1200">
                          <a:solidFill>
                            <a:schemeClr val="dk1"/>
                          </a:solidFill>
                          <a:latin typeface="Arial"/>
                        </a:defRPr>
                      </a:lvl5pPr>
                      <a:lvl6pPr marL="2286000" algn="r" defTabSz="914400" rtl="1" eaLnBrk="1" latinLnBrk="0" hangingPunct="1">
                        <a:defRPr sz="1800" kern="1200">
                          <a:solidFill>
                            <a:schemeClr val="dk1"/>
                          </a:solidFill>
                          <a:latin typeface="Arial"/>
                        </a:defRPr>
                      </a:lvl6pPr>
                      <a:lvl7pPr marL="2743200" algn="r" defTabSz="914400" rtl="1" eaLnBrk="1" latinLnBrk="0" hangingPunct="1">
                        <a:defRPr sz="1800" kern="1200">
                          <a:solidFill>
                            <a:schemeClr val="dk1"/>
                          </a:solidFill>
                          <a:latin typeface="Arial"/>
                        </a:defRPr>
                      </a:lvl7pPr>
                      <a:lvl8pPr marL="3200400" algn="r" defTabSz="914400" rtl="1" eaLnBrk="1" latinLnBrk="0" hangingPunct="1">
                        <a:defRPr sz="1800" kern="1200">
                          <a:solidFill>
                            <a:schemeClr val="dk1"/>
                          </a:solidFill>
                          <a:latin typeface="Arial"/>
                        </a:defRPr>
                      </a:lvl8pPr>
                      <a:lvl9pPr marL="3657600" algn="r" defTabSz="914400" rtl="1" eaLnBrk="1" latinLnBrk="0" hangingPunct="1">
                        <a:defRPr sz="1800" kern="1200">
                          <a:solidFill>
                            <a:schemeClr val="dk1"/>
                          </a:solidFill>
                          <a:latin typeface="Arial"/>
                        </a:defRPr>
                      </a:lvl9pPr>
                    </a:lstStyle>
                    <a:p>
                      <a:pPr marL="0" marR="0" lvl="0" indent="0" algn="ctr" defTabSz="914400" rtl="1" eaLnBrk="1" fontAlgn="auto" latinLnBrk="0" hangingPunct="1">
                        <a:lnSpc>
                          <a:spcPct val="100000"/>
                        </a:lnSpc>
                        <a:spcBef>
                          <a:spcPts val="0"/>
                        </a:spcBef>
                        <a:spcAft>
                          <a:spcPts val="0"/>
                        </a:spcAft>
                        <a:buClr>
                          <a:srgbClr val="000000"/>
                        </a:buClr>
                        <a:buSzTx/>
                        <a:buFont typeface="Arial"/>
                        <a:buNone/>
                        <a:tabLst/>
                        <a:defRPr/>
                      </a:pPr>
                      <a:r>
                        <a:rPr kumimoji="0" lang="en-US" sz="1400" b="0" i="0" u="none" strike="noStrike" kern="0" cap="none" spc="0" normalizeH="0" baseline="0" noProof="0" dirty="0">
                          <a:ln>
                            <a:noFill/>
                          </a:ln>
                          <a:solidFill>
                            <a:srgbClr val="000000"/>
                          </a:solidFill>
                          <a:effectLst/>
                          <a:uLnTx/>
                          <a:uFillTx/>
                          <a:latin typeface="Bahij TheSansArabic Bold" panose="02040503050201020203" pitchFamily="18" charset="-78"/>
                          <a:ea typeface="Ping AR + LT Medium" panose="00000600000000000000" pitchFamily="50" charset="-78"/>
                          <a:cs typeface="Bahij TheSansArabic Bold" panose="02040503050201020203" pitchFamily="18" charset="-78"/>
                          <a:sym typeface="Arial"/>
                        </a:rPr>
                        <a:t>C</a:t>
                      </a:r>
                      <a:endParaRPr kumimoji="0" lang="ar-SA" sz="1400" b="0" i="0" u="none" strike="noStrike" kern="0" cap="none" spc="0" normalizeH="0" baseline="0" noProof="0" dirty="0">
                        <a:ln>
                          <a:noFill/>
                        </a:ln>
                        <a:solidFill>
                          <a:srgbClr val="000000"/>
                        </a:solidFill>
                        <a:effectLst/>
                        <a:uLnTx/>
                        <a:uFillTx/>
                        <a:latin typeface="Bahij TheSansArabic Bold" panose="02040503050201020203" pitchFamily="18" charset="-78"/>
                        <a:ea typeface="Ping AR + LT Medium" panose="00000600000000000000" pitchFamily="50" charset="-78"/>
                        <a:cs typeface="Bahij TheSansArabic Bold" panose="02040503050201020203" pitchFamily="18" charset="-78"/>
                        <a:sym typeface="Arial"/>
                      </a:endParaRPr>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6F6F6"/>
                    </a:solidFill>
                  </a:tcPr>
                </a:tc>
                <a:tc>
                  <a:txBody>
                    <a:bodyPr/>
                    <a:lstStyle>
                      <a:lvl1pPr marL="0" algn="r" defTabSz="914400" rtl="1" eaLnBrk="1" latinLnBrk="0" hangingPunct="1">
                        <a:defRPr sz="1800" kern="1200">
                          <a:solidFill>
                            <a:schemeClr val="dk1"/>
                          </a:solidFill>
                          <a:latin typeface="Arial"/>
                        </a:defRPr>
                      </a:lvl1pPr>
                      <a:lvl2pPr marL="457200" algn="r" defTabSz="914400" rtl="1" eaLnBrk="1" latinLnBrk="0" hangingPunct="1">
                        <a:defRPr sz="1800" kern="1200">
                          <a:solidFill>
                            <a:schemeClr val="dk1"/>
                          </a:solidFill>
                          <a:latin typeface="Arial"/>
                        </a:defRPr>
                      </a:lvl2pPr>
                      <a:lvl3pPr marL="914400" algn="r" defTabSz="914400" rtl="1" eaLnBrk="1" latinLnBrk="0" hangingPunct="1">
                        <a:defRPr sz="1800" kern="1200">
                          <a:solidFill>
                            <a:schemeClr val="dk1"/>
                          </a:solidFill>
                          <a:latin typeface="Arial"/>
                        </a:defRPr>
                      </a:lvl3pPr>
                      <a:lvl4pPr marL="1371600" algn="r" defTabSz="914400" rtl="1" eaLnBrk="1" latinLnBrk="0" hangingPunct="1">
                        <a:defRPr sz="1800" kern="1200">
                          <a:solidFill>
                            <a:schemeClr val="dk1"/>
                          </a:solidFill>
                          <a:latin typeface="Arial"/>
                        </a:defRPr>
                      </a:lvl4pPr>
                      <a:lvl5pPr marL="1828800" algn="r" defTabSz="914400" rtl="1" eaLnBrk="1" latinLnBrk="0" hangingPunct="1">
                        <a:defRPr sz="1800" kern="1200">
                          <a:solidFill>
                            <a:schemeClr val="dk1"/>
                          </a:solidFill>
                          <a:latin typeface="Arial"/>
                        </a:defRPr>
                      </a:lvl5pPr>
                      <a:lvl6pPr marL="2286000" algn="r" defTabSz="914400" rtl="1" eaLnBrk="1" latinLnBrk="0" hangingPunct="1">
                        <a:defRPr sz="1800" kern="1200">
                          <a:solidFill>
                            <a:schemeClr val="dk1"/>
                          </a:solidFill>
                          <a:latin typeface="Arial"/>
                        </a:defRPr>
                      </a:lvl6pPr>
                      <a:lvl7pPr marL="2743200" algn="r" defTabSz="914400" rtl="1" eaLnBrk="1" latinLnBrk="0" hangingPunct="1">
                        <a:defRPr sz="1800" kern="1200">
                          <a:solidFill>
                            <a:schemeClr val="dk1"/>
                          </a:solidFill>
                          <a:latin typeface="Arial"/>
                        </a:defRPr>
                      </a:lvl7pPr>
                      <a:lvl8pPr marL="3200400" algn="r" defTabSz="914400" rtl="1" eaLnBrk="1" latinLnBrk="0" hangingPunct="1">
                        <a:defRPr sz="1800" kern="1200">
                          <a:solidFill>
                            <a:schemeClr val="dk1"/>
                          </a:solidFill>
                          <a:latin typeface="Arial"/>
                        </a:defRPr>
                      </a:lvl8pPr>
                      <a:lvl9pPr marL="3657600" algn="r" defTabSz="914400" rtl="1" eaLnBrk="1" latinLnBrk="0" hangingPunct="1">
                        <a:defRPr sz="1800" kern="1200">
                          <a:solidFill>
                            <a:schemeClr val="dk1"/>
                          </a:solidFill>
                          <a:latin typeface="Arial"/>
                        </a:defRPr>
                      </a:lvl9pPr>
                    </a:lstStyle>
                    <a:p>
                      <a:pPr marL="0" marR="0" lvl="0" indent="0" algn="ctr" defTabSz="914400" rtl="1" eaLnBrk="1" fontAlgn="auto" latinLnBrk="0" hangingPunct="1">
                        <a:lnSpc>
                          <a:spcPct val="100000"/>
                        </a:lnSpc>
                        <a:spcBef>
                          <a:spcPts val="0"/>
                        </a:spcBef>
                        <a:spcAft>
                          <a:spcPts val="0"/>
                        </a:spcAft>
                        <a:buClr>
                          <a:srgbClr val="000000"/>
                        </a:buClr>
                        <a:buSzTx/>
                        <a:buFont typeface="Arial"/>
                        <a:buNone/>
                        <a:tabLst/>
                        <a:defRPr/>
                      </a:pPr>
                      <a:r>
                        <a:rPr kumimoji="0" lang="en-US" sz="1400" b="0" i="0" u="none" strike="noStrike" kern="0" cap="none" spc="0" normalizeH="0" baseline="0" noProof="0" dirty="0">
                          <a:ln>
                            <a:noFill/>
                          </a:ln>
                          <a:solidFill>
                            <a:srgbClr val="000000"/>
                          </a:solidFill>
                          <a:effectLst/>
                          <a:uLnTx/>
                          <a:uFillTx/>
                          <a:latin typeface="Bahij TheSansArabic Bold" panose="02040503050201020203" pitchFamily="18" charset="-78"/>
                          <a:ea typeface="Ping AR + LT Medium" panose="00000600000000000000" pitchFamily="50" charset="-78"/>
                          <a:cs typeface="Bahij TheSansArabic Bold" panose="02040503050201020203" pitchFamily="18" charset="-78"/>
                          <a:sym typeface="Arial"/>
                        </a:rPr>
                        <a:t>C</a:t>
                      </a:r>
                      <a:endParaRPr kumimoji="0" lang="ar-SA" sz="1400" b="0" i="0" u="none" strike="noStrike" kern="0" cap="none" spc="0" normalizeH="0" baseline="0" noProof="0" dirty="0">
                        <a:ln>
                          <a:noFill/>
                        </a:ln>
                        <a:solidFill>
                          <a:srgbClr val="000000"/>
                        </a:solidFill>
                        <a:effectLst/>
                        <a:uLnTx/>
                        <a:uFillTx/>
                        <a:latin typeface="Bahij TheSansArabic Bold" panose="02040503050201020203" pitchFamily="18" charset="-78"/>
                        <a:ea typeface="Ping AR + LT Medium" panose="00000600000000000000" pitchFamily="50" charset="-78"/>
                        <a:cs typeface="Bahij TheSansArabic Bold" panose="02040503050201020203" pitchFamily="18" charset="-78"/>
                        <a:sym typeface="Arial"/>
                      </a:endParaRPr>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6F6F6"/>
                    </a:solidFill>
                  </a:tcPr>
                </a:tc>
                <a:tc>
                  <a:txBody>
                    <a:bodyPr/>
                    <a:lstStyle>
                      <a:lvl1pPr marL="0" algn="r" defTabSz="914400" rtl="1" eaLnBrk="1" latinLnBrk="0" hangingPunct="1">
                        <a:defRPr sz="1800" kern="1200">
                          <a:solidFill>
                            <a:schemeClr val="dk1"/>
                          </a:solidFill>
                          <a:latin typeface="Arial"/>
                        </a:defRPr>
                      </a:lvl1pPr>
                      <a:lvl2pPr marL="457200" algn="r" defTabSz="914400" rtl="1" eaLnBrk="1" latinLnBrk="0" hangingPunct="1">
                        <a:defRPr sz="1800" kern="1200">
                          <a:solidFill>
                            <a:schemeClr val="dk1"/>
                          </a:solidFill>
                          <a:latin typeface="Arial"/>
                        </a:defRPr>
                      </a:lvl2pPr>
                      <a:lvl3pPr marL="914400" algn="r" defTabSz="914400" rtl="1" eaLnBrk="1" latinLnBrk="0" hangingPunct="1">
                        <a:defRPr sz="1800" kern="1200">
                          <a:solidFill>
                            <a:schemeClr val="dk1"/>
                          </a:solidFill>
                          <a:latin typeface="Arial"/>
                        </a:defRPr>
                      </a:lvl3pPr>
                      <a:lvl4pPr marL="1371600" algn="r" defTabSz="914400" rtl="1" eaLnBrk="1" latinLnBrk="0" hangingPunct="1">
                        <a:defRPr sz="1800" kern="1200">
                          <a:solidFill>
                            <a:schemeClr val="dk1"/>
                          </a:solidFill>
                          <a:latin typeface="Arial"/>
                        </a:defRPr>
                      </a:lvl4pPr>
                      <a:lvl5pPr marL="1828800" algn="r" defTabSz="914400" rtl="1" eaLnBrk="1" latinLnBrk="0" hangingPunct="1">
                        <a:defRPr sz="1800" kern="1200">
                          <a:solidFill>
                            <a:schemeClr val="dk1"/>
                          </a:solidFill>
                          <a:latin typeface="Arial"/>
                        </a:defRPr>
                      </a:lvl5pPr>
                      <a:lvl6pPr marL="2286000" algn="r" defTabSz="914400" rtl="1" eaLnBrk="1" latinLnBrk="0" hangingPunct="1">
                        <a:defRPr sz="1800" kern="1200">
                          <a:solidFill>
                            <a:schemeClr val="dk1"/>
                          </a:solidFill>
                          <a:latin typeface="Arial"/>
                        </a:defRPr>
                      </a:lvl6pPr>
                      <a:lvl7pPr marL="2743200" algn="r" defTabSz="914400" rtl="1" eaLnBrk="1" latinLnBrk="0" hangingPunct="1">
                        <a:defRPr sz="1800" kern="1200">
                          <a:solidFill>
                            <a:schemeClr val="dk1"/>
                          </a:solidFill>
                          <a:latin typeface="Arial"/>
                        </a:defRPr>
                      </a:lvl7pPr>
                      <a:lvl8pPr marL="3200400" algn="r" defTabSz="914400" rtl="1" eaLnBrk="1" latinLnBrk="0" hangingPunct="1">
                        <a:defRPr sz="1800" kern="1200">
                          <a:solidFill>
                            <a:schemeClr val="dk1"/>
                          </a:solidFill>
                          <a:latin typeface="Arial"/>
                        </a:defRPr>
                      </a:lvl8pPr>
                      <a:lvl9pPr marL="3657600" algn="r" defTabSz="914400" rtl="1" eaLnBrk="1" latinLnBrk="0" hangingPunct="1">
                        <a:defRPr sz="1800" kern="1200">
                          <a:solidFill>
                            <a:schemeClr val="dk1"/>
                          </a:solidFill>
                          <a:latin typeface="Arial"/>
                        </a:defRPr>
                      </a:lvl9pPr>
                    </a:lstStyle>
                    <a:p>
                      <a:pPr marL="0" marR="0" lvl="0" indent="0" algn="ctr" defTabSz="914400" rtl="1" eaLnBrk="1" fontAlgn="auto" latinLnBrk="0" hangingPunct="1">
                        <a:lnSpc>
                          <a:spcPct val="100000"/>
                        </a:lnSpc>
                        <a:spcBef>
                          <a:spcPts val="0"/>
                        </a:spcBef>
                        <a:spcAft>
                          <a:spcPts val="0"/>
                        </a:spcAft>
                        <a:buClr>
                          <a:srgbClr val="000000"/>
                        </a:buClr>
                        <a:buSzTx/>
                        <a:buFont typeface="Arial"/>
                        <a:buNone/>
                        <a:tabLst/>
                        <a:defRPr/>
                      </a:pPr>
                      <a:r>
                        <a:rPr kumimoji="0" lang="en-US" sz="1400" b="0" i="0" u="none" strike="noStrike" kern="0" cap="none" spc="0" normalizeH="0" baseline="0" noProof="0" dirty="0">
                          <a:ln>
                            <a:noFill/>
                          </a:ln>
                          <a:solidFill>
                            <a:srgbClr val="000000"/>
                          </a:solidFill>
                          <a:effectLst/>
                          <a:uLnTx/>
                          <a:uFillTx/>
                          <a:latin typeface="Bahij TheSansArabic Bold" panose="02040503050201020203" pitchFamily="18" charset="-78"/>
                          <a:ea typeface="Ping AR + LT Medium" panose="00000600000000000000" pitchFamily="50" charset="-78"/>
                          <a:cs typeface="Bahij TheSansArabic Bold" panose="02040503050201020203" pitchFamily="18" charset="-78"/>
                          <a:sym typeface="Arial"/>
                        </a:rPr>
                        <a:t>A</a:t>
                      </a:r>
                      <a:endParaRPr kumimoji="0" lang="ar-SA" sz="1400" b="0" i="0" u="none" strike="noStrike" kern="0" cap="none" spc="0" normalizeH="0" baseline="0" noProof="0" dirty="0">
                        <a:ln>
                          <a:noFill/>
                        </a:ln>
                        <a:solidFill>
                          <a:srgbClr val="000000"/>
                        </a:solidFill>
                        <a:effectLst/>
                        <a:uLnTx/>
                        <a:uFillTx/>
                        <a:latin typeface="Bahij TheSansArabic Bold" panose="02040503050201020203" pitchFamily="18" charset="-78"/>
                        <a:ea typeface="Ping AR + LT Medium" panose="00000600000000000000" pitchFamily="50" charset="-78"/>
                        <a:cs typeface="Bahij TheSansArabic Bold" panose="02040503050201020203" pitchFamily="18" charset="-78"/>
                        <a:sym typeface="Arial"/>
                      </a:endParaRPr>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6F6F6"/>
                    </a:solidFill>
                  </a:tcPr>
                </a:tc>
                <a:tc>
                  <a:txBody>
                    <a:bodyPr/>
                    <a:lstStyle>
                      <a:lvl1pPr marL="0" algn="r" defTabSz="914400" rtl="1" eaLnBrk="1" latinLnBrk="0" hangingPunct="1">
                        <a:defRPr sz="1800" kern="1200">
                          <a:solidFill>
                            <a:schemeClr val="dk1"/>
                          </a:solidFill>
                          <a:latin typeface="Arial"/>
                        </a:defRPr>
                      </a:lvl1pPr>
                      <a:lvl2pPr marL="457200" algn="r" defTabSz="914400" rtl="1" eaLnBrk="1" latinLnBrk="0" hangingPunct="1">
                        <a:defRPr sz="1800" kern="1200">
                          <a:solidFill>
                            <a:schemeClr val="dk1"/>
                          </a:solidFill>
                          <a:latin typeface="Arial"/>
                        </a:defRPr>
                      </a:lvl2pPr>
                      <a:lvl3pPr marL="914400" algn="r" defTabSz="914400" rtl="1" eaLnBrk="1" latinLnBrk="0" hangingPunct="1">
                        <a:defRPr sz="1800" kern="1200">
                          <a:solidFill>
                            <a:schemeClr val="dk1"/>
                          </a:solidFill>
                          <a:latin typeface="Arial"/>
                        </a:defRPr>
                      </a:lvl3pPr>
                      <a:lvl4pPr marL="1371600" algn="r" defTabSz="914400" rtl="1" eaLnBrk="1" latinLnBrk="0" hangingPunct="1">
                        <a:defRPr sz="1800" kern="1200">
                          <a:solidFill>
                            <a:schemeClr val="dk1"/>
                          </a:solidFill>
                          <a:latin typeface="Arial"/>
                        </a:defRPr>
                      </a:lvl4pPr>
                      <a:lvl5pPr marL="1828800" algn="r" defTabSz="914400" rtl="1" eaLnBrk="1" latinLnBrk="0" hangingPunct="1">
                        <a:defRPr sz="1800" kern="1200">
                          <a:solidFill>
                            <a:schemeClr val="dk1"/>
                          </a:solidFill>
                          <a:latin typeface="Arial"/>
                        </a:defRPr>
                      </a:lvl5pPr>
                      <a:lvl6pPr marL="2286000" algn="r" defTabSz="914400" rtl="1" eaLnBrk="1" latinLnBrk="0" hangingPunct="1">
                        <a:defRPr sz="1800" kern="1200">
                          <a:solidFill>
                            <a:schemeClr val="dk1"/>
                          </a:solidFill>
                          <a:latin typeface="Arial"/>
                        </a:defRPr>
                      </a:lvl6pPr>
                      <a:lvl7pPr marL="2743200" algn="r" defTabSz="914400" rtl="1" eaLnBrk="1" latinLnBrk="0" hangingPunct="1">
                        <a:defRPr sz="1800" kern="1200">
                          <a:solidFill>
                            <a:schemeClr val="dk1"/>
                          </a:solidFill>
                          <a:latin typeface="Arial"/>
                        </a:defRPr>
                      </a:lvl7pPr>
                      <a:lvl8pPr marL="3200400" algn="r" defTabSz="914400" rtl="1" eaLnBrk="1" latinLnBrk="0" hangingPunct="1">
                        <a:defRPr sz="1800" kern="1200">
                          <a:solidFill>
                            <a:schemeClr val="dk1"/>
                          </a:solidFill>
                          <a:latin typeface="Arial"/>
                        </a:defRPr>
                      </a:lvl8pPr>
                      <a:lvl9pPr marL="3657600" algn="r" defTabSz="914400" rtl="1" eaLnBrk="1" latinLnBrk="0" hangingPunct="1">
                        <a:defRPr sz="1800" kern="1200">
                          <a:solidFill>
                            <a:schemeClr val="dk1"/>
                          </a:solidFill>
                          <a:latin typeface="Arial"/>
                        </a:defRPr>
                      </a:lvl9pPr>
                    </a:lstStyle>
                    <a:p>
                      <a:pPr marL="0" marR="0" lvl="0" indent="0" algn="ctr" defTabSz="914400" rtl="1" eaLnBrk="1" fontAlgn="auto" latinLnBrk="0" hangingPunct="1">
                        <a:lnSpc>
                          <a:spcPct val="100000"/>
                        </a:lnSpc>
                        <a:spcBef>
                          <a:spcPts val="0"/>
                        </a:spcBef>
                        <a:spcAft>
                          <a:spcPts val="0"/>
                        </a:spcAft>
                        <a:buClr>
                          <a:srgbClr val="000000"/>
                        </a:buClr>
                        <a:buSzTx/>
                        <a:buFont typeface="Arial"/>
                        <a:buNone/>
                        <a:tabLst/>
                        <a:defRPr/>
                      </a:pPr>
                      <a:r>
                        <a:rPr kumimoji="0" lang="en-US" sz="1400" b="0" i="0" u="none" strike="noStrike" kern="0" cap="none" spc="0" normalizeH="0" baseline="0" noProof="0" dirty="0">
                          <a:ln>
                            <a:noFill/>
                          </a:ln>
                          <a:solidFill>
                            <a:srgbClr val="000000"/>
                          </a:solidFill>
                          <a:effectLst/>
                          <a:uLnTx/>
                          <a:uFillTx/>
                          <a:latin typeface="Bahij TheSansArabic Bold" panose="02040503050201020203" pitchFamily="18" charset="-78"/>
                          <a:ea typeface="Ping AR + LT Medium" panose="00000600000000000000" pitchFamily="50" charset="-78"/>
                          <a:cs typeface="Bahij TheSansArabic Bold" panose="02040503050201020203" pitchFamily="18" charset="-78"/>
                          <a:sym typeface="Arial"/>
                        </a:rPr>
                        <a:t>R</a:t>
                      </a:r>
                      <a:endParaRPr kumimoji="0" lang="ar-SA" sz="1400" b="0" i="0" u="none" strike="noStrike" kern="0" cap="none" spc="0" normalizeH="0" baseline="0" noProof="0" dirty="0">
                        <a:ln>
                          <a:noFill/>
                        </a:ln>
                        <a:solidFill>
                          <a:srgbClr val="000000"/>
                        </a:solidFill>
                        <a:effectLst/>
                        <a:uLnTx/>
                        <a:uFillTx/>
                        <a:latin typeface="Bahij TheSansArabic Bold" panose="02040503050201020203" pitchFamily="18" charset="-78"/>
                        <a:ea typeface="Ping AR + LT Medium" panose="00000600000000000000" pitchFamily="50" charset="-78"/>
                        <a:cs typeface="Bahij TheSansArabic Bold" panose="02040503050201020203" pitchFamily="18" charset="-78"/>
                        <a:sym typeface="Arial"/>
                      </a:endParaRPr>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6F6F6"/>
                    </a:solidFill>
                  </a:tcPr>
                </a:tc>
                <a:tc>
                  <a:txBody>
                    <a:bodyPr/>
                    <a:lstStyle>
                      <a:lvl1pPr marL="0" algn="r" defTabSz="914400" rtl="1" eaLnBrk="1" latinLnBrk="0" hangingPunct="1">
                        <a:defRPr sz="1800" kern="1200">
                          <a:solidFill>
                            <a:schemeClr val="dk1"/>
                          </a:solidFill>
                          <a:latin typeface="Arial"/>
                        </a:defRPr>
                      </a:lvl1pPr>
                      <a:lvl2pPr marL="457200" algn="r" defTabSz="914400" rtl="1" eaLnBrk="1" latinLnBrk="0" hangingPunct="1">
                        <a:defRPr sz="1800" kern="1200">
                          <a:solidFill>
                            <a:schemeClr val="dk1"/>
                          </a:solidFill>
                          <a:latin typeface="Arial"/>
                        </a:defRPr>
                      </a:lvl2pPr>
                      <a:lvl3pPr marL="914400" algn="r" defTabSz="914400" rtl="1" eaLnBrk="1" latinLnBrk="0" hangingPunct="1">
                        <a:defRPr sz="1800" kern="1200">
                          <a:solidFill>
                            <a:schemeClr val="dk1"/>
                          </a:solidFill>
                          <a:latin typeface="Arial"/>
                        </a:defRPr>
                      </a:lvl3pPr>
                      <a:lvl4pPr marL="1371600" algn="r" defTabSz="914400" rtl="1" eaLnBrk="1" latinLnBrk="0" hangingPunct="1">
                        <a:defRPr sz="1800" kern="1200">
                          <a:solidFill>
                            <a:schemeClr val="dk1"/>
                          </a:solidFill>
                          <a:latin typeface="Arial"/>
                        </a:defRPr>
                      </a:lvl4pPr>
                      <a:lvl5pPr marL="1828800" algn="r" defTabSz="914400" rtl="1" eaLnBrk="1" latinLnBrk="0" hangingPunct="1">
                        <a:defRPr sz="1800" kern="1200">
                          <a:solidFill>
                            <a:schemeClr val="dk1"/>
                          </a:solidFill>
                          <a:latin typeface="Arial"/>
                        </a:defRPr>
                      </a:lvl5pPr>
                      <a:lvl6pPr marL="2286000" algn="r" defTabSz="914400" rtl="1" eaLnBrk="1" latinLnBrk="0" hangingPunct="1">
                        <a:defRPr sz="1800" kern="1200">
                          <a:solidFill>
                            <a:schemeClr val="dk1"/>
                          </a:solidFill>
                          <a:latin typeface="Arial"/>
                        </a:defRPr>
                      </a:lvl6pPr>
                      <a:lvl7pPr marL="2743200" algn="r" defTabSz="914400" rtl="1" eaLnBrk="1" latinLnBrk="0" hangingPunct="1">
                        <a:defRPr sz="1800" kern="1200">
                          <a:solidFill>
                            <a:schemeClr val="dk1"/>
                          </a:solidFill>
                          <a:latin typeface="Arial"/>
                        </a:defRPr>
                      </a:lvl7pPr>
                      <a:lvl8pPr marL="3200400" algn="r" defTabSz="914400" rtl="1" eaLnBrk="1" latinLnBrk="0" hangingPunct="1">
                        <a:defRPr sz="1800" kern="1200">
                          <a:solidFill>
                            <a:schemeClr val="dk1"/>
                          </a:solidFill>
                          <a:latin typeface="Arial"/>
                        </a:defRPr>
                      </a:lvl8pPr>
                      <a:lvl9pPr marL="3657600" algn="r" defTabSz="914400" rtl="1" eaLnBrk="1" latinLnBrk="0" hangingPunct="1">
                        <a:defRPr sz="1800" kern="1200">
                          <a:solidFill>
                            <a:schemeClr val="dk1"/>
                          </a:solidFill>
                          <a:latin typeface="Arial"/>
                        </a:defRPr>
                      </a:lvl9pPr>
                    </a:lstStyle>
                    <a:p>
                      <a:pPr algn="justLow" rtl="1"/>
                      <a:r>
                        <a:rPr lang="ar-SA" b="0" dirty="0">
                          <a:latin typeface="Bahij TheSansArabic Bold" panose="02040503050201020203" pitchFamily="18" charset="-78"/>
                          <a:ea typeface="Ping AR + LT Medium" panose="00000600000000000000" pitchFamily="50" charset="-78"/>
                          <a:cs typeface="Bahij TheSansArabic Bold" panose="02040503050201020203" pitchFamily="18" charset="-78"/>
                        </a:rPr>
                        <a:t>6. التكريم والتقدير</a:t>
                      </a:r>
                      <a:endParaRPr lang="en-US" b="0" dirty="0">
                        <a:latin typeface="Bahij TheSansArabic Bold" panose="02040503050201020203" pitchFamily="18" charset="-78"/>
                        <a:ea typeface="Ping AR + LT Medium" panose="00000600000000000000" pitchFamily="50" charset="-78"/>
                        <a:cs typeface="Bahij TheSansArabic Bold" panose="02040503050201020203" pitchFamily="18" charset="-78"/>
                      </a:endParaRPr>
                    </a:p>
                  </a:txBody>
                  <a:tcPr>
                    <a:lnL w="12700" cap="flat" cmpd="sng" algn="ctr">
                      <a:solidFill>
                        <a:srgbClr val="FFFFFF"/>
                      </a:solidFill>
                      <a:prstDash val="solid"/>
                      <a:round/>
                      <a:headEnd type="none" w="med" len="med"/>
                      <a:tailEnd type="none" w="med" len="med"/>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F6F6F6"/>
                    </a:solidFill>
                  </a:tcPr>
                </a:tc>
                <a:extLst>
                  <a:ext uri="{0D108BD9-81ED-4DB2-BD59-A6C34878D82A}">
                    <a16:rowId xmlns:a16="http://schemas.microsoft.com/office/drawing/2014/main" val="1949243636"/>
                  </a:ext>
                </a:extLst>
              </a:tr>
            </a:tbl>
          </a:graphicData>
        </a:graphic>
      </p:graphicFrame>
      <p:sp>
        <p:nvSpPr>
          <p:cNvPr id="6" name="مربع نص 5">
            <a:extLst>
              <a:ext uri="{FF2B5EF4-FFF2-40B4-BE49-F238E27FC236}">
                <a16:creationId xmlns:a16="http://schemas.microsoft.com/office/drawing/2014/main" id="{9DFC6BD7-43BE-FFA4-7ECC-B7DFA0CD3675}"/>
              </a:ext>
            </a:extLst>
          </p:cNvPr>
          <p:cNvSpPr txBox="1"/>
          <p:nvPr/>
        </p:nvSpPr>
        <p:spPr>
          <a:xfrm>
            <a:off x="306512" y="1303357"/>
            <a:ext cx="11578975" cy="923330"/>
          </a:xfrm>
          <a:prstGeom prst="rect">
            <a:avLst/>
          </a:prstGeom>
          <a:noFill/>
        </p:spPr>
        <p:txBody>
          <a:bodyPr wrap="square">
            <a:spAutoFit/>
          </a:bodyPr>
          <a:lstStyle/>
          <a:p>
            <a:pPr algn="justLow">
              <a:lnSpc>
                <a:spcPct val="150000"/>
              </a:lnSpc>
              <a:defRPr/>
            </a:pPr>
            <a:r>
              <a:rPr lang="ar-SA" dirty="0">
                <a:solidFill>
                  <a:prstClr val="black"/>
                </a:solidFill>
                <a:latin typeface="Bahij TheSansArabic Bold" panose="02040503050201020203" pitchFamily="18" charset="-78"/>
                <a:ea typeface="Ping AR + LT" panose="00000500000000000000" pitchFamily="50" charset="-78"/>
                <a:cs typeface="Bahij TheSansArabic Bold" panose="02040503050201020203" pitchFamily="18" charset="-78"/>
              </a:rPr>
              <a:t>أدوار أصحاب المصلحة لوحدة العمل التطوعي مرتكزة على نطاقات العمل التطوعي المعتمدة في المعيار الوطني (إدامة) وسيتم توصيف كل دور من حيث ارتباطه بأصحاب المصلحة وفقاً لمصفوفة </a:t>
            </a:r>
            <a:r>
              <a:rPr lang="en-US" dirty="0">
                <a:solidFill>
                  <a:prstClr val="black"/>
                </a:solidFill>
                <a:latin typeface="Bahij TheSansArabic Bold" panose="02040503050201020203" pitchFamily="18" charset="-78"/>
                <a:ea typeface="Ping AR + LT" panose="00000500000000000000" pitchFamily="50" charset="-78"/>
                <a:cs typeface="Bahij TheSansArabic Bold" panose="02040503050201020203" pitchFamily="18" charset="-78"/>
              </a:rPr>
              <a:t>RACI</a:t>
            </a:r>
            <a:endParaRPr lang="ar-SA" dirty="0">
              <a:solidFill>
                <a:prstClr val="black"/>
              </a:solidFill>
              <a:latin typeface="Bahij TheSansArabic Bold" panose="02040503050201020203" pitchFamily="18" charset="-78"/>
              <a:ea typeface="Ping AR + LT" panose="00000500000000000000" pitchFamily="50" charset="-78"/>
              <a:cs typeface="Bahij TheSansArabic Bold" panose="02040503050201020203" pitchFamily="18" charset="-78"/>
            </a:endParaRPr>
          </a:p>
        </p:txBody>
      </p:sp>
    </p:spTree>
    <p:extLst>
      <p:ext uri="{BB962C8B-B14F-4D97-AF65-F5344CB8AC3E}">
        <p14:creationId xmlns:p14="http://schemas.microsoft.com/office/powerpoint/2010/main" val="107697194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3" name="مربع نص 2">
            <a:extLst>
              <a:ext uri="{FF2B5EF4-FFF2-40B4-BE49-F238E27FC236}">
                <a16:creationId xmlns:a16="http://schemas.microsoft.com/office/drawing/2014/main" id="{22AEF37C-48E8-B9E5-4534-4E0473793253}"/>
              </a:ext>
            </a:extLst>
          </p:cNvPr>
          <p:cNvSpPr txBox="1"/>
          <p:nvPr/>
        </p:nvSpPr>
        <p:spPr>
          <a:xfrm>
            <a:off x="4522343" y="390338"/>
            <a:ext cx="7180032" cy="733791"/>
          </a:xfrm>
          <a:prstGeom prst="rect">
            <a:avLst/>
          </a:prstGeom>
          <a:noFill/>
        </p:spPr>
        <p:txBody>
          <a:bodyPr wrap="square" rtlCol="1">
            <a:spAutoFit/>
          </a:bodyPr>
          <a:lstStyle/>
          <a:p>
            <a:pPr marL="0" marR="0" lvl="0" indent="0" algn="r" defTabSz="914400" rtl="1" eaLnBrk="1" fontAlgn="auto" latinLnBrk="0" hangingPunct="1">
              <a:lnSpc>
                <a:spcPct val="150000"/>
              </a:lnSpc>
              <a:spcBef>
                <a:spcPts val="0"/>
              </a:spcBef>
              <a:spcAft>
                <a:spcPts val="0"/>
              </a:spcAft>
              <a:buClrTx/>
              <a:buSzTx/>
              <a:buFontTx/>
              <a:buNone/>
              <a:tabLst/>
              <a:defRPr/>
            </a:pPr>
            <a:r>
              <a:rPr kumimoji="0" lang="ar-SA" sz="3200" b="0" i="0" u="none" strike="noStrike" kern="1200" cap="none" spc="0" normalizeH="0" baseline="0" noProof="0" dirty="0">
                <a:ln>
                  <a:noFill/>
                </a:ln>
                <a:solidFill>
                  <a:prstClr val="white"/>
                </a:solidFill>
                <a:effectLst/>
                <a:uLnTx/>
                <a:uFillTx/>
                <a:latin typeface="Neo Sans Arabic Medium" panose="020B0704030504040204" pitchFamily="34" charset="-78"/>
                <a:cs typeface="Neo Sans Arabic Medium" panose="020B0704030504040204" pitchFamily="34" charset="-78"/>
              </a:rPr>
              <a:t>نموذج تلبية توقعات أصحاب المصلحة</a:t>
            </a:r>
            <a:endParaRPr kumimoji="0" lang="en-US" sz="3200" b="0" i="0" u="none" strike="noStrike" kern="1200" cap="none" spc="0" normalizeH="0" baseline="0" noProof="0" dirty="0">
              <a:ln>
                <a:noFill/>
              </a:ln>
              <a:solidFill>
                <a:prstClr val="white"/>
              </a:solidFill>
              <a:effectLst/>
              <a:uLnTx/>
              <a:uFillTx/>
              <a:latin typeface="Neo Sans Arabic Medium" panose="020B0704030504040204" pitchFamily="34" charset="-78"/>
              <a:cs typeface="Neo Sans Arabic Medium" panose="020B0704030504040204" pitchFamily="34" charset="-78"/>
            </a:endParaRPr>
          </a:p>
        </p:txBody>
      </p:sp>
      <p:graphicFrame>
        <p:nvGraphicFramePr>
          <p:cNvPr id="2" name="جدول 1">
            <a:extLst>
              <a:ext uri="{FF2B5EF4-FFF2-40B4-BE49-F238E27FC236}">
                <a16:creationId xmlns:a16="http://schemas.microsoft.com/office/drawing/2014/main" id="{E7F20E53-254D-56E0-4F64-8C7E75305598}"/>
              </a:ext>
            </a:extLst>
          </p:cNvPr>
          <p:cNvGraphicFramePr>
            <a:graphicFrameLocks noGrp="1"/>
          </p:cNvGraphicFramePr>
          <p:nvPr>
            <p:extLst>
              <p:ext uri="{D42A27DB-BD31-4B8C-83A1-F6EECF244321}">
                <p14:modId xmlns:p14="http://schemas.microsoft.com/office/powerpoint/2010/main" val="3994898710"/>
              </p:ext>
            </p:extLst>
          </p:nvPr>
        </p:nvGraphicFramePr>
        <p:xfrm>
          <a:off x="770559" y="1364967"/>
          <a:ext cx="11209965" cy="4943909"/>
        </p:xfrm>
        <a:graphic>
          <a:graphicData uri="http://schemas.openxmlformats.org/drawingml/2006/table">
            <a:tbl>
              <a:tblPr rtl="1"/>
              <a:tblGrid>
                <a:gridCol w="414686">
                  <a:extLst>
                    <a:ext uri="{9D8B030D-6E8A-4147-A177-3AD203B41FA5}">
                      <a16:colId xmlns:a16="http://schemas.microsoft.com/office/drawing/2014/main" val="489303781"/>
                    </a:ext>
                  </a:extLst>
                </a:gridCol>
                <a:gridCol w="1575807">
                  <a:extLst>
                    <a:ext uri="{9D8B030D-6E8A-4147-A177-3AD203B41FA5}">
                      <a16:colId xmlns:a16="http://schemas.microsoft.com/office/drawing/2014/main" val="508665314"/>
                    </a:ext>
                  </a:extLst>
                </a:gridCol>
                <a:gridCol w="1824619">
                  <a:extLst>
                    <a:ext uri="{9D8B030D-6E8A-4147-A177-3AD203B41FA5}">
                      <a16:colId xmlns:a16="http://schemas.microsoft.com/office/drawing/2014/main" val="9704281"/>
                    </a:ext>
                  </a:extLst>
                </a:gridCol>
                <a:gridCol w="599836">
                  <a:extLst>
                    <a:ext uri="{9D8B030D-6E8A-4147-A177-3AD203B41FA5}">
                      <a16:colId xmlns:a16="http://schemas.microsoft.com/office/drawing/2014/main" val="738165907"/>
                    </a:ext>
                  </a:extLst>
                </a:gridCol>
                <a:gridCol w="746435">
                  <a:extLst>
                    <a:ext uri="{9D8B030D-6E8A-4147-A177-3AD203B41FA5}">
                      <a16:colId xmlns:a16="http://schemas.microsoft.com/office/drawing/2014/main" val="1909231592"/>
                    </a:ext>
                  </a:extLst>
                </a:gridCol>
                <a:gridCol w="599836">
                  <a:extLst>
                    <a:ext uri="{9D8B030D-6E8A-4147-A177-3AD203B41FA5}">
                      <a16:colId xmlns:a16="http://schemas.microsoft.com/office/drawing/2014/main" val="2355323377"/>
                    </a:ext>
                  </a:extLst>
                </a:gridCol>
                <a:gridCol w="599836">
                  <a:extLst>
                    <a:ext uri="{9D8B030D-6E8A-4147-A177-3AD203B41FA5}">
                      <a16:colId xmlns:a16="http://schemas.microsoft.com/office/drawing/2014/main" val="1257385432"/>
                    </a:ext>
                  </a:extLst>
                </a:gridCol>
                <a:gridCol w="599836">
                  <a:extLst>
                    <a:ext uri="{9D8B030D-6E8A-4147-A177-3AD203B41FA5}">
                      <a16:colId xmlns:a16="http://schemas.microsoft.com/office/drawing/2014/main" val="3254273218"/>
                    </a:ext>
                  </a:extLst>
                </a:gridCol>
                <a:gridCol w="599836">
                  <a:extLst>
                    <a:ext uri="{9D8B030D-6E8A-4147-A177-3AD203B41FA5}">
                      <a16:colId xmlns:a16="http://schemas.microsoft.com/office/drawing/2014/main" val="123487433"/>
                    </a:ext>
                  </a:extLst>
                </a:gridCol>
                <a:gridCol w="1824619">
                  <a:extLst>
                    <a:ext uri="{9D8B030D-6E8A-4147-A177-3AD203B41FA5}">
                      <a16:colId xmlns:a16="http://schemas.microsoft.com/office/drawing/2014/main" val="1161073285"/>
                    </a:ext>
                  </a:extLst>
                </a:gridCol>
                <a:gridCol w="1824619">
                  <a:extLst>
                    <a:ext uri="{9D8B030D-6E8A-4147-A177-3AD203B41FA5}">
                      <a16:colId xmlns:a16="http://schemas.microsoft.com/office/drawing/2014/main" val="2277124357"/>
                    </a:ext>
                  </a:extLst>
                </a:gridCol>
              </a:tblGrid>
              <a:tr h="365760">
                <a:tc rowSpan="2">
                  <a:txBody>
                    <a:bodyPr/>
                    <a:lstStyle/>
                    <a:p>
                      <a:pPr algn="ctr" rtl="1" fontAlgn="ctr"/>
                      <a:r>
                        <a:rPr lang="ar-SA" sz="1500" b="0" i="0" u="none" strike="noStrike" dirty="0">
                          <a:solidFill>
                            <a:schemeClr val="bg1"/>
                          </a:solidFill>
                          <a:effectLst/>
                          <a:latin typeface="Neo Sans Arabic Medium" panose="020B0704030504040204" pitchFamily="34" charset="-78"/>
                          <a:cs typeface="Neo Sans Arabic Medium" panose="020B0704030504040204" pitchFamily="34" charset="-78"/>
                        </a:rPr>
                        <a:t>م</a:t>
                      </a:r>
                    </a:p>
                  </a:txBody>
                  <a:tcPr marL="6149" marR="6149" marT="61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2FBFC0"/>
                    </a:solidFill>
                  </a:tcPr>
                </a:tc>
                <a:tc rowSpan="2">
                  <a:txBody>
                    <a:bodyPr/>
                    <a:lstStyle/>
                    <a:p>
                      <a:pPr algn="ctr" rtl="1" fontAlgn="ctr"/>
                      <a:r>
                        <a:rPr lang="ar-SA" sz="1400" b="0" i="0" u="none" strike="noStrike" dirty="0">
                          <a:solidFill>
                            <a:schemeClr val="bg1"/>
                          </a:solidFill>
                          <a:effectLst/>
                          <a:latin typeface="Neo Sans Arabic Medium" panose="020B0704030504040204" pitchFamily="34" charset="-78"/>
                          <a:cs typeface="Neo Sans Arabic Medium" panose="020B0704030504040204" pitchFamily="34" charset="-78"/>
                        </a:rPr>
                        <a:t>صاحب المصلحة</a:t>
                      </a:r>
                    </a:p>
                  </a:txBody>
                  <a:tcPr marL="6149" marR="6149" marT="61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2FBFC0"/>
                    </a:solidFill>
                  </a:tcPr>
                </a:tc>
                <a:tc rowSpan="2">
                  <a:txBody>
                    <a:bodyPr/>
                    <a:lstStyle/>
                    <a:p>
                      <a:pPr algn="ctr" rtl="1" fontAlgn="ctr"/>
                      <a:r>
                        <a:rPr lang="ar-SA" sz="1400" b="0" i="0" u="none" strike="noStrike" dirty="0">
                          <a:solidFill>
                            <a:schemeClr val="bg1"/>
                          </a:solidFill>
                          <a:effectLst/>
                          <a:latin typeface="Neo Sans Arabic Medium" panose="020B0704030504040204" pitchFamily="34" charset="-78"/>
                          <a:cs typeface="Neo Sans Arabic Medium" panose="020B0704030504040204" pitchFamily="34" charset="-78"/>
                        </a:rPr>
                        <a:t>توقعات صاحب المصلحة من وحدة العمل التطوعي</a:t>
                      </a:r>
                    </a:p>
                  </a:txBody>
                  <a:tcPr marL="6149" marR="6149" marT="61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2FBFC0"/>
                    </a:solidFill>
                  </a:tcPr>
                </a:tc>
                <a:tc gridSpan="6">
                  <a:txBody>
                    <a:bodyPr/>
                    <a:lstStyle/>
                    <a:p>
                      <a:pPr algn="ctr" rtl="1" fontAlgn="ctr"/>
                      <a:r>
                        <a:rPr lang="ar-SA" sz="1500" b="0" i="0" u="none" strike="noStrike" dirty="0">
                          <a:solidFill>
                            <a:schemeClr val="bg1"/>
                          </a:solidFill>
                          <a:effectLst/>
                          <a:latin typeface="Neo Sans Arabic Medium" panose="020B0704030504040204" pitchFamily="34" charset="-78"/>
                          <a:cs typeface="Neo Sans Arabic Medium" panose="020B0704030504040204" pitchFamily="34" charset="-78"/>
                        </a:rPr>
                        <a:t>ارتباط التوقعات بنطاقات التطوع </a:t>
                      </a:r>
                    </a:p>
                  </a:txBody>
                  <a:tcPr marL="6149" marR="6149" marT="61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2FBFC0"/>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pPr algn="ctr" rtl="1" fontAlgn="ctr"/>
                      <a:endParaRPr lang="ar-SA" sz="1500" b="0" i="0" u="none" strike="noStrike">
                        <a:solidFill>
                          <a:srgbClr val="000000"/>
                        </a:solidFill>
                        <a:effectLst/>
                        <a:latin typeface="Bahij TheSansArabic ExtraBold" panose="02040503050201020203" pitchFamily="18" charset="-78"/>
                        <a:cs typeface="Bahij TheSansArabic ExtraBold" panose="02040503050201020203" pitchFamily="18" charset="-78"/>
                      </a:endParaRPr>
                    </a:p>
                  </a:txBody>
                  <a:tcPr marL="6149" marR="6149" marT="614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A6A6A6"/>
                    </a:solidFill>
                  </a:tcPr>
                </a:tc>
                <a:tc rowSpan="2">
                  <a:txBody>
                    <a:bodyPr/>
                    <a:lstStyle/>
                    <a:p>
                      <a:pPr algn="ctr" rtl="1" fontAlgn="ctr"/>
                      <a:r>
                        <a:rPr lang="ar-SA" sz="1400" b="0" i="0" u="none" strike="noStrike" dirty="0">
                          <a:solidFill>
                            <a:schemeClr val="bg1"/>
                          </a:solidFill>
                          <a:effectLst/>
                          <a:latin typeface="Neo Sans Arabic Medium" panose="020B0704030504040204" pitchFamily="34" charset="-78"/>
                          <a:cs typeface="Neo Sans Arabic Medium" panose="020B0704030504040204" pitchFamily="34" charset="-78"/>
                        </a:rPr>
                        <a:t>توقعات وحدة التطوع من صاحب المصلحة</a:t>
                      </a:r>
                    </a:p>
                  </a:txBody>
                  <a:tcPr marL="6149" marR="6149" marT="61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2FBFC0"/>
                    </a:solidFill>
                  </a:tcPr>
                </a:tc>
                <a:tc rowSpan="2">
                  <a:txBody>
                    <a:bodyPr/>
                    <a:lstStyle/>
                    <a:p>
                      <a:pPr algn="ctr" rtl="1" fontAlgn="ctr"/>
                      <a:r>
                        <a:rPr lang="ar-SA" sz="1400" b="0" i="0" u="none" strike="noStrike" dirty="0">
                          <a:solidFill>
                            <a:schemeClr val="bg1"/>
                          </a:solidFill>
                          <a:effectLst/>
                          <a:latin typeface="Neo Sans Arabic Medium" panose="020B0704030504040204" pitchFamily="34" charset="-78"/>
                          <a:cs typeface="Neo Sans Arabic Medium" panose="020B0704030504040204" pitchFamily="34" charset="-78"/>
                        </a:rPr>
                        <a:t>إجراءات وحدة التطوع لتلبية توقعات أصحاب المصلحة </a:t>
                      </a:r>
                    </a:p>
                  </a:txBody>
                  <a:tcPr marL="6149" marR="6149" marT="61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2FBFC0"/>
                    </a:solidFill>
                  </a:tcPr>
                </a:tc>
                <a:extLst>
                  <a:ext uri="{0D108BD9-81ED-4DB2-BD59-A6C34878D82A}">
                    <a16:rowId xmlns:a16="http://schemas.microsoft.com/office/drawing/2014/main" val="1603492410"/>
                  </a:ext>
                </a:extLst>
              </a:tr>
              <a:tr h="731520">
                <a:tc vMerge="1">
                  <a:txBody>
                    <a:bodyPr/>
                    <a:lstStyle/>
                    <a:p>
                      <a:endParaRPr lang="en-US"/>
                    </a:p>
                  </a:txBody>
                  <a:tcPr/>
                </a:tc>
                <a:tc vMerge="1">
                  <a:txBody>
                    <a:bodyPr/>
                    <a:lstStyle/>
                    <a:p>
                      <a:endParaRPr lang="en-US"/>
                    </a:p>
                  </a:txBody>
                  <a:tcPr/>
                </a:tc>
                <a:tc vMerge="1">
                  <a:txBody>
                    <a:bodyPr/>
                    <a:lstStyle/>
                    <a:p>
                      <a:endParaRPr lang="en-US"/>
                    </a:p>
                  </a:txBody>
                  <a:tcPr/>
                </a:tc>
                <a:tc>
                  <a:txBody>
                    <a:bodyPr/>
                    <a:lstStyle/>
                    <a:p>
                      <a:pPr algn="ctr" rtl="1" fontAlgn="ctr"/>
                      <a:r>
                        <a:rPr lang="ar-SA" sz="1050" b="0" i="0" u="none" strike="noStrike" dirty="0">
                          <a:solidFill>
                            <a:schemeClr val="tx1"/>
                          </a:solidFill>
                          <a:effectLst/>
                          <a:latin typeface="Neo Sans Arabic Medium" panose="020B0704030504040204" pitchFamily="34" charset="-78"/>
                          <a:cs typeface="Neo Sans Arabic Medium" panose="020B0704030504040204" pitchFamily="34" charset="-78"/>
                        </a:rPr>
                        <a:t>التخطيط والتعزيز </a:t>
                      </a:r>
                    </a:p>
                  </a:txBody>
                  <a:tcPr marL="6149" marR="6149" marT="6149" marB="0" vert="vert2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2FBFC0"/>
                    </a:solidFill>
                  </a:tcPr>
                </a:tc>
                <a:tc>
                  <a:txBody>
                    <a:bodyPr/>
                    <a:lstStyle/>
                    <a:p>
                      <a:pPr algn="ctr" rtl="1" fontAlgn="ctr"/>
                      <a:r>
                        <a:rPr lang="ar-SA" sz="1050" b="0" i="0" u="none" strike="noStrike" dirty="0">
                          <a:solidFill>
                            <a:schemeClr val="tx1"/>
                          </a:solidFill>
                          <a:effectLst/>
                          <a:latin typeface="Neo Sans Arabic Medium" panose="020B0704030504040204" pitchFamily="34" charset="-78"/>
                          <a:cs typeface="Neo Sans Arabic Medium" panose="020B0704030504040204" pitchFamily="34" charset="-78"/>
                        </a:rPr>
                        <a:t>تصميم الفرص والاستقطاب</a:t>
                      </a:r>
                    </a:p>
                  </a:txBody>
                  <a:tcPr marL="6149" marR="6149" marT="6149" marB="0" vert="vert2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2FBFC0"/>
                    </a:solidFill>
                  </a:tcPr>
                </a:tc>
                <a:tc>
                  <a:txBody>
                    <a:bodyPr/>
                    <a:lstStyle/>
                    <a:p>
                      <a:pPr algn="ctr" rtl="1" fontAlgn="ctr"/>
                      <a:r>
                        <a:rPr lang="ar-SA" sz="1050" b="0" i="0" u="none" strike="noStrike" dirty="0">
                          <a:solidFill>
                            <a:schemeClr val="tx1"/>
                          </a:solidFill>
                          <a:effectLst/>
                          <a:latin typeface="Neo Sans Arabic Medium" panose="020B0704030504040204" pitchFamily="34" charset="-78"/>
                          <a:cs typeface="Neo Sans Arabic Medium" panose="020B0704030504040204" pitchFamily="34" charset="-78"/>
                        </a:rPr>
                        <a:t>الفرز والتسكين</a:t>
                      </a:r>
                    </a:p>
                  </a:txBody>
                  <a:tcPr marL="6149" marR="6149" marT="6149" marB="0" vert="vert2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2FBFC0"/>
                    </a:solidFill>
                  </a:tcPr>
                </a:tc>
                <a:tc>
                  <a:txBody>
                    <a:bodyPr/>
                    <a:lstStyle/>
                    <a:p>
                      <a:pPr algn="ctr" rtl="1" fontAlgn="ctr"/>
                      <a:r>
                        <a:rPr lang="ar-SA" sz="1050" b="0" i="0" u="none" strike="noStrike" dirty="0">
                          <a:solidFill>
                            <a:schemeClr val="tx1"/>
                          </a:solidFill>
                          <a:effectLst/>
                          <a:latin typeface="Neo Sans Arabic Medium" panose="020B0704030504040204" pitchFamily="34" charset="-78"/>
                          <a:cs typeface="Neo Sans Arabic Medium" panose="020B0704030504040204" pitchFamily="34" charset="-78"/>
                        </a:rPr>
                        <a:t>التوجيه والتدريب</a:t>
                      </a:r>
                    </a:p>
                  </a:txBody>
                  <a:tcPr marL="6149" marR="6149" marT="6149" marB="0" vert="vert2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2FBFC0"/>
                    </a:solidFill>
                  </a:tcPr>
                </a:tc>
                <a:tc>
                  <a:txBody>
                    <a:bodyPr/>
                    <a:lstStyle/>
                    <a:p>
                      <a:pPr algn="ctr" rtl="1" fontAlgn="ctr"/>
                      <a:r>
                        <a:rPr lang="ar-SA" sz="1050" b="0" i="0" u="none" strike="noStrike" dirty="0">
                          <a:solidFill>
                            <a:schemeClr val="tx1"/>
                          </a:solidFill>
                          <a:effectLst/>
                          <a:latin typeface="Neo Sans Arabic Medium" panose="020B0704030504040204" pitchFamily="34" charset="-78"/>
                          <a:cs typeface="Neo Sans Arabic Medium" panose="020B0704030504040204" pitchFamily="34" charset="-78"/>
                        </a:rPr>
                        <a:t>الدعم والإشراف</a:t>
                      </a:r>
                    </a:p>
                  </a:txBody>
                  <a:tcPr marL="6149" marR="6149" marT="6149" marB="0" vert="vert2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2FBFC0"/>
                    </a:solidFill>
                  </a:tcPr>
                </a:tc>
                <a:tc>
                  <a:txBody>
                    <a:bodyPr/>
                    <a:lstStyle/>
                    <a:p>
                      <a:pPr algn="ctr" rtl="1" fontAlgn="ctr"/>
                      <a:r>
                        <a:rPr lang="ar-SA" sz="1050" b="0" i="0" u="none" strike="noStrike" dirty="0">
                          <a:solidFill>
                            <a:schemeClr val="tx1"/>
                          </a:solidFill>
                          <a:effectLst/>
                          <a:latin typeface="Neo Sans Arabic Medium" panose="020B0704030504040204" pitchFamily="34" charset="-78"/>
                          <a:cs typeface="Neo Sans Arabic Medium" panose="020B0704030504040204" pitchFamily="34" charset="-78"/>
                        </a:rPr>
                        <a:t>التكريم والتقدير</a:t>
                      </a:r>
                    </a:p>
                  </a:txBody>
                  <a:tcPr marL="6149" marR="6149" marT="6149" marB="0" vert="vert2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2FBFC0"/>
                    </a:solidFill>
                  </a:tcPr>
                </a:tc>
                <a:tc vMerge="1">
                  <a:txBody>
                    <a:bodyPr/>
                    <a:lstStyle/>
                    <a:p>
                      <a:endParaRPr dirty="0"/>
                    </a:p>
                  </a:txBody>
                  <a:tcPr marL="6149" marR="6149" marT="6149" marB="0" anchor="ctr">
                    <a:lnL w="12700" cap="flat" cmpd="sng" algn="ctr">
                      <a:solidFill>
                        <a:schemeClr val="bg1"/>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2FBFC0"/>
                    </a:solidFill>
                  </a:tcPr>
                </a:tc>
                <a:tc vMerge="1">
                  <a:txBody>
                    <a:bodyPr/>
                    <a:lstStyle/>
                    <a:p>
                      <a:endParaRPr lang="en-US"/>
                    </a:p>
                  </a:txBody>
                  <a:tcPr/>
                </a:tc>
                <a:extLst>
                  <a:ext uri="{0D108BD9-81ED-4DB2-BD59-A6C34878D82A}">
                    <a16:rowId xmlns:a16="http://schemas.microsoft.com/office/drawing/2014/main" val="2963404283"/>
                  </a:ext>
                </a:extLst>
              </a:tr>
              <a:tr h="457200">
                <a:tc>
                  <a:txBody>
                    <a:bodyPr/>
                    <a:lstStyle/>
                    <a:p>
                      <a:pPr algn="ctr" rtl="0" fontAlgn="b"/>
                      <a:r>
                        <a:rPr lang="en-US" sz="1700" b="0" i="0" u="none" strike="noStrike" dirty="0">
                          <a:solidFill>
                            <a:srgbClr val="000000"/>
                          </a:solidFill>
                          <a:effectLst/>
                          <a:latin typeface="Neo Sans Arabic Medium" panose="020B0704030504040204" pitchFamily="34" charset="-78"/>
                          <a:cs typeface="Neo Sans Arabic Medium" panose="020B0704030504040204" pitchFamily="34" charset="-78"/>
                        </a:rPr>
                        <a:t> </a:t>
                      </a:r>
                    </a:p>
                  </a:txBody>
                  <a:tcPr marL="6149" marR="6149" marT="61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0" fontAlgn="b"/>
                      <a:r>
                        <a:rPr lang="ar-SA" sz="1400" b="0" i="0" u="none" strike="noStrike" dirty="0">
                          <a:solidFill>
                            <a:srgbClr val="000000"/>
                          </a:solidFill>
                          <a:effectLst/>
                          <a:latin typeface="Neo Sans Arabic Medium" panose="020B0704030504040204" pitchFamily="34" charset="-78"/>
                          <a:cs typeface="Neo Sans Arabic Medium" panose="020B0704030504040204" pitchFamily="34" charset="-78"/>
                        </a:rPr>
                        <a:t>ادامة </a:t>
                      </a:r>
                      <a:endParaRPr lang="en-US" sz="1400" b="0" i="0" u="none" strike="noStrike" dirty="0">
                        <a:solidFill>
                          <a:srgbClr val="000000"/>
                        </a:solidFill>
                        <a:effectLst/>
                        <a:latin typeface="Neo Sans Arabic Medium" panose="020B0704030504040204" pitchFamily="34" charset="-78"/>
                        <a:cs typeface="Neo Sans Arabic Medium" panose="020B0704030504040204" pitchFamily="34" charset="-78"/>
                      </a:endParaRPr>
                    </a:p>
                  </a:txBody>
                  <a:tcPr marL="6149" marR="6149" marT="61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0" fontAlgn="b"/>
                      <a:r>
                        <a:rPr lang="en-US" sz="1400" b="0" i="0" u="none" strike="noStrike" dirty="0">
                          <a:solidFill>
                            <a:srgbClr val="000000"/>
                          </a:solidFill>
                          <a:effectLst/>
                          <a:latin typeface="Neo Sans Arabic Medium" panose="020B0704030504040204" pitchFamily="34" charset="-78"/>
                          <a:cs typeface="Neo Sans Arabic Medium" panose="020B0704030504040204" pitchFamily="34" charset="-78"/>
                        </a:rPr>
                        <a:t> </a:t>
                      </a:r>
                      <a:r>
                        <a:rPr lang="ar-SA" sz="1400" b="0" i="0" u="none" strike="noStrike" dirty="0">
                          <a:solidFill>
                            <a:srgbClr val="000000"/>
                          </a:solidFill>
                          <a:effectLst/>
                          <a:latin typeface="Neo Sans Arabic Medium" panose="020B0704030504040204" pitchFamily="34" charset="-78"/>
                          <a:cs typeface="Neo Sans Arabic Medium" panose="020B0704030504040204" pitchFamily="34" charset="-78"/>
                        </a:rPr>
                        <a:t>التزام –توحيد </a:t>
                      </a:r>
                      <a:r>
                        <a:rPr lang="ar-SA" sz="1400" b="0" i="0" u="none" strike="noStrike" dirty="0" err="1">
                          <a:solidFill>
                            <a:srgbClr val="000000"/>
                          </a:solidFill>
                          <a:effectLst/>
                          <a:latin typeface="Neo Sans Arabic Medium" panose="020B0704030504040204" pitchFamily="34" charset="-78"/>
                          <a:cs typeface="Neo Sans Arabic Medium" panose="020B0704030504040204" pitchFamily="34" charset="-78"/>
                        </a:rPr>
                        <a:t>اجراءت</a:t>
                      </a:r>
                      <a:r>
                        <a:rPr lang="ar-SA" sz="1400" b="0" i="0" u="none" strike="noStrike" dirty="0">
                          <a:solidFill>
                            <a:srgbClr val="000000"/>
                          </a:solidFill>
                          <a:effectLst/>
                          <a:latin typeface="Neo Sans Arabic Medium" panose="020B0704030504040204" pitchFamily="34" charset="-78"/>
                          <a:cs typeface="Neo Sans Arabic Medium" panose="020B0704030504040204" pitchFamily="34" charset="-78"/>
                        </a:rPr>
                        <a:t> – تقارير دقيقة- تعاون كامل مع المسارات  </a:t>
                      </a:r>
                      <a:endParaRPr lang="en-US" sz="1400" b="0" i="0" u="none" strike="noStrike" dirty="0">
                        <a:solidFill>
                          <a:srgbClr val="000000"/>
                        </a:solidFill>
                        <a:effectLst/>
                        <a:latin typeface="Neo Sans Arabic Medium" panose="020B0704030504040204" pitchFamily="34" charset="-78"/>
                        <a:cs typeface="Neo Sans Arabic Medium" panose="020B0704030504040204" pitchFamily="34" charset="-78"/>
                      </a:endParaRPr>
                    </a:p>
                  </a:txBody>
                  <a:tcPr marL="6149" marR="6149" marT="61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0" fontAlgn="b"/>
                      <a:r>
                        <a:rPr lang="en-US" sz="1700" b="0" i="0" u="none" strike="noStrike" dirty="0">
                          <a:solidFill>
                            <a:srgbClr val="000000"/>
                          </a:solidFill>
                          <a:effectLst/>
                          <a:latin typeface="Neo Sans Arabic Medium" panose="020B0704030504040204" pitchFamily="34" charset="-78"/>
                          <a:cs typeface="Neo Sans Arabic Medium" panose="020B0704030504040204" pitchFamily="34" charset="-78"/>
                        </a:rPr>
                        <a:t> </a:t>
                      </a:r>
                      <a:r>
                        <a:rPr lang="ar-SA" sz="1700" b="0" i="0" u="none" strike="noStrike" dirty="0">
                          <a:solidFill>
                            <a:srgbClr val="000000"/>
                          </a:solidFill>
                          <a:effectLst/>
                          <a:latin typeface="Neo Sans Arabic Medium" panose="020B0704030504040204" pitchFamily="34" charset="-78"/>
                          <a:cs typeface="Neo Sans Arabic Medium" panose="020B0704030504040204" pitchFamily="34" charset="-78"/>
                        </a:rPr>
                        <a:t>/</a:t>
                      </a:r>
                      <a:endParaRPr lang="en-US" sz="1700" b="0" i="0" u="none" strike="noStrike" dirty="0">
                        <a:solidFill>
                          <a:srgbClr val="000000"/>
                        </a:solidFill>
                        <a:effectLst/>
                        <a:latin typeface="Neo Sans Arabic Medium" panose="020B0704030504040204" pitchFamily="34" charset="-78"/>
                        <a:cs typeface="Neo Sans Arabic Medium" panose="020B0704030504040204" pitchFamily="34" charset="-78"/>
                      </a:endParaRPr>
                    </a:p>
                  </a:txBody>
                  <a:tcPr marL="6149" marR="6149" marT="61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0" fontAlgn="b"/>
                      <a:r>
                        <a:rPr lang="en-US" sz="1700" b="0" i="0" u="none" strike="noStrike" dirty="0">
                          <a:solidFill>
                            <a:srgbClr val="000000"/>
                          </a:solidFill>
                          <a:effectLst/>
                          <a:latin typeface="Neo Sans Arabic Medium" panose="020B0704030504040204" pitchFamily="34" charset="-78"/>
                          <a:cs typeface="Neo Sans Arabic Medium" panose="020B0704030504040204" pitchFamily="34" charset="-78"/>
                        </a:rPr>
                        <a:t> </a:t>
                      </a:r>
                      <a:r>
                        <a:rPr lang="ar-SA" sz="1700" b="0" i="0" u="none" strike="noStrike" dirty="0">
                          <a:solidFill>
                            <a:srgbClr val="000000"/>
                          </a:solidFill>
                          <a:effectLst/>
                          <a:latin typeface="Neo Sans Arabic Medium" panose="020B0704030504040204" pitchFamily="34" charset="-78"/>
                          <a:cs typeface="Neo Sans Arabic Medium" panose="020B0704030504040204" pitchFamily="34" charset="-78"/>
                        </a:rPr>
                        <a:t>/</a:t>
                      </a:r>
                      <a:endParaRPr lang="en-US" sz="1700" b="0" i="0" u="none" strike="noStrike" dirty="0">
                        <a:solidFill>
                          <a:srgbClr val="000000"/>
                        </a:solidFill>
                        <a:effectLst/>
                        <a:latin typeface="Neo Sans Arabic Medium" panose="020B0704030504040204" pitchFamily="34" charset="-78"/>
                        <a:cs typeface="Neo Sans Arabic Medium" panose="020B0704030504040204" pitchFamily="34" charset="-78"/>
                      </a:endParaRPr>
                    </a:p>
                  </a:txBody>
                  <a:tcPr marL="6149" marR="6149" marT="61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0" fontAlgn="b"/>
                      <a:r>
                        <a:rPr lang="en-US" sz="1700" b="0" i="0" u="none" strike="noStrike" dirty="0">
                          <a:solidFill>
                            <a:srgbClr val="000000"/>
                          </a:solidFill>
                          <a:effectLst/>
                          <a:latin typeface="Neo Sans Arabic Medium" panose="020B0704030504040204" pitchFamily="34" charset="-78"/>
                          <a:cs typeface="Neo Sans Arabic Medium" panose="020B0704030504040204" pitchFamily="34" charset="-78"/>
                        </a:rPr>
                        <a:t> </a:t>
                      </a:r>
                      <a:r>
                        <a:rPr lang="ar-SA" sz="1700" b="0" i="0" u="none" strike="noStrike" dirty="0">
                          <a:solidFill>
                            <a:srgbClr val="000000"/>
                          </a:solidFill>
                          <a:effectLst/>
                          <a:latin typeface="Neo Sans Arabic Medium" panose="020B0704030504040204" pitchFamily="34" charset="-78"/>
                          <a:cs typeface="Neo Sans Arabic Medium" panose="020B0704030504040204" pitchFamily="34" charset="-78"/>
                        </a:rPr>
                        <a:t>/</a:t>
                      </a:r>
                      <a:endParaRPr lang="en-US" sz="1700" b="0" i="0" u="none" strike="noStrike" dirty="0">
                        <a:solidFill>
                          <a:srgbClr val="000000"/>
                        </a:solidFill>
                        <a:effectLst/>
                        <a:latin typeface="Neo Sans Arabic Medium" panose="020B0704030504040204" pitchFamily="34" charset="-78"/>
                        <a:cs typeface="Neo Sans Arabic Medium" panose="020B0704030504040204" pitchFamily="34" charset="-78"/>
                      </a:endParaRPr>
                    </a:p>
                  </a:txBody>
                  <a:tcPr marL="6149" marR="6149" marT="61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0" fontAlgn="b"/>
                      <a:r>
                        <a:rPr lang="en-US" sz="1700" b="0" i="0" u="none" strike="noStrike" dirty="0">
                          <a:solidFill>
                            <a:srgbClr val="000000"/>
                          </a:solidFill>
                          <a:effectLst/>
                          <a:latin typeface="Neo Sans Arabic Medium" panose="020B0704030504040204" pitchFamily="34" charset="-78"/>
                          <a:cs typeface="Neo Sans Arabic Medium" panose="020B0704030504040204" pitchFamily="34" charset="-78"/>
                        </a:rPr>
                        <a:t> </a:t>
                      </a:r>
                      <a:r>
                        <a:rPr lang="ar-SA" sz="1700" b="0" i="0" u="none" strike="noStrike" dirty="0">
                          <a:solidFill>
                            <a:srgbClr val="000000"/>
                          </a:solidFill>
                          <a:effectLst/>
                          <a:latin typeface="Neo Sans Arabic Medium" panose="020B0704030504040204" pitchFamily="34" charset="-78"/>
                          <a:cs typeface="Neo Sans Arabic Medium" panose="020B0704030504040204" pitchFamily="34" charset="-78"/>
                        </a:rPr>
                        <a:t>/</a:t>
                      </a:r>
                      <a:endParaRPr lang="en-US" sz="1700" b="0" i="0" u="none" strike="noStrike" dirty="0">
                        <a:solidFill>
                          <a:srgbClr val="000000"/>
                        </a:solidFill>
                        <a:effectLst/>
                        <a:latin typeface="Neo Sans Arabic Medium" panose="020B0704030504040204" pitchFamily="34" charset="-78"/>
                        <a:cs typeface="Neo Sans Arabic Medium" panose="020B0704030504040204" pitchFamily="34" charset="-78"/>
                      </a:endParaRPr>
                    </a:p>
                  </a:txBody>
                  <a:tcPr marL="6149" marR="6149" marT="61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0" fontAlgn="b"/>
                      <a:r>
                        <a:rPr lang="en-US" sz="1700" b="0" i="0" u="none" strike="noStrike" dirty="0">
                          <a:solidFill>
                            <a:srgbClr val="000000"/>
                          </a:solidFill>
                          <a:effectLst/>
                          <a:latin typeface="Neo Sans Arabic Medium" panose="020B0704030504040204" pitchFamily="34" charset="-78"/>
                          <a:cs typeface="Neo Sans Arabic Medium" panose="020B0704030504040204" pitchFamily="34" charset="-78"/>
                        </a:rPr>
                        <a:t> </a:t>
                      </a:r>
                      <a:r>
                        <a:rPr lang="ar-SA" sz="1700" b="0" i="0" u="none" strike="noStrike" dirty="0">
                          <a:solidFill>
                            <a:srgbClr val="000000"/>
                          </a:solidFill>
                          <a:effectLst/>
                          <a:latin typeface="Neo Sans Arabic Medium" panose="020B0704030504040204" pitchFamily="34" charset="-78"/>
                          <a:cs typeface="Neo Sans Arabic Medium" panose="020B0704030504040204" pitchFamily="34" charset="-78"/>
                        </a:rPr>
                        <a:t>/</a:t>
                      </a:r>
                      <a:endParaRPr lang="en-US" sz="1700" b="0" i="0" u="none" strike="noStrike" dirty="0">
                        <a:solidFill>
                          <a:srgbClr val="000000"/>
                        </a:solidFill>
                        <a:effectLst/>
                        <a:latin typeface="Neo Sans Arabic Medium" panose="020B0704030504040204" pitchFamily="34" charset="-78"/>
                        <a:cs typeface="Neo Sans Arabic Medium" panose="020B0704030504040204" pitchFamily="34" charset="-78"/>
                      </a:endParaRPr>
                    </a:p>
                  </a:txBody>
                  <a:tcPr marL="6149" marR="6149" marT="61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0" fontAlgn="b"/>
                      <a:r>
                        <a:rPr lang="ar-SA" sz="1700" b="0" i="0" u="none" strike="noStrike" dirty="0">
                          <a:solidFill>
                            <a:srgbClr val="000000"/>
                          </a:solidFill>
                          <a:effectLst/>
                          <a:latin typeface="Neo Sans Arabic Medium" panose="020B0704030504040204" pitchFamily="34" charset="-78"/>
                          <a:cs typeface="Neo Sans Arabic Medium" panose="020B0704030504040204" pitchFamily="34" charset="-78"/>
                        </a:rPr>
                        <a:t>/</a:t>
                      </a:r>
                      <a:endParaRPr lang="en-US" sz="1700" b="0" i="0" u="none" strike="noStrike" dirty="0">
                        <a:solidFill>
                          <a:srgbClr val="000000"/>
                        </a:solidFill>
                        <a:effectLst/>
                        <a:latin typeface="Neo Sans Arabic Medium" panose="020B0704030504040204" pitchFamily="34" charset="-78"/>
                        <a:cs typeface="Neo Sans Arabic Medium" panose="020B0704030504040204" pitchFamily="34" charset="-78"/>
                      </a:endParaRPr>
                    </a:p>
                  </a:txBody>
                  <a:tcPr marL="6149" marR="6149" marT="61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0" fontAlgn="b"/>
                      <a:endParaRPr lang="en-US" sz="1700" b="0" i="0" u="none" strike="noStrike" dirty="0">
                        <a:solidFill>
                          <a:srgbClr val="000000"/>
                        </a:solidFill>
                        <a:effectLst/>
                        <a:latin typeface="Neo Sans Arabic Medium" panose="020B0704030504040204" pitchFamily="34" charset="-78"/>
                        <a:cs typeface="Neo Sans Arabic Medium" panose="020B0704030504040204" pitchFamily="34" charset="-78"/>
                      </a:endParaRPr>
                    </a:p>
                  </a:txBody>
                  <a:tcPr marL="6149" marR="6149" marT="61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0" fontAlgn="b"/>
                      <a:endParaRPr lang="en-US" sz="1700" b="0" i="0" u="none" strike="noStrike">
                        <a:solidFill>
                          <a:srgbClr val="000000"/>
                        </a:solidFill>
                        <a:effectLst/>
                        <a:latin typeface="Neo Sans Arabic Medium" panose="020B0704030504040204" pitchFamily="34" charset="-78"/>
                        <a:cs typeface="Neo Sans Arabic Medium" panose="020B0704030504040204" pitchFamily="34" charset="-78"/>
                      </a:endParaRPr>
                    </a:p>
                  </a:txBody>
                  <a:tcPr marL="6149" marR="6149" marT="61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586336129"/>
                  </a:ext>
                </a:extLst>
              </a:tr>
              <a:tr h="457200">
                <a:tc>
                  <a:txBody>
                    <a:bodyPr/>
                    <a:lstStyle/>
                    <a:p>
                      <a:pPr algn="ctr" rtl="0" fontAlgn="b"/>
                      <a:endParaRPr lang="en-US" sz="1700" b="0" i="0" u="none" strike="noStrike" dirty="0">
                        <a:solidFill>
                          <a:srgbClr val="000000"/>
                        </a:solidFill>
                        <a:effectLst/>
                        <a:latin typeface="Neo Sans Arabic Medium" panose="020B0704030504040204" pitchFamily="34" charset="-78"/>
                        <a:cs typeface="Neo Sans Arabic Medium" panose="020B0704030504040204" pitchFamily="34" charset="-78"/>
                      </a:endParaRPr>
                    </a:p>
                  </a:txBody>
                  <a:tcPr marL="6149" marR="6149" marT="61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0" fontAlgn="b"/>
                      <a:r>
                        <a:rPr lang="ar-SA" sz="1700" b="0" i="0" u="none" strike="noStrike" dirty="0">
                          <a:solidFill>
                            <a:srgbClr val="000000"/>
                          </a:solidFill>
                          <a:effectLst/>
                          <a:latin typeface="Neo Sans Arabic Medium" panose="020B0704030504040204" pitchFamily="34" charset="-78"/>
                          <a:cs typeface="Neo Sans Arabic Medium" panose="020B0704030504040204" pitchFamily="34" charset="-78"/>
                        </a:rPr>
                        <a:t>إدارة المشاريع </a:t>
                      </a:r>
                      <a:endParaRPr lang="en-US" sz="1700" b="0" i="0" u="none" strike="noStrike" dirty="0">
                        <a:solidFill>
                          <a:srgbClr val="000000"/>
                        </a:solidFill>
                        <a:effectLst/>
                        <a:latin typeface="Neo Sans Arabic Medium" panose="020B0704030504040204" pitchFamily="34" charset="-78"/>
                        <a:cs typeface="Neo Sans Arabic Medium" panose="020B0704030504040204" pitchFamily="34" charset="-78"/>
                      </a:endParaRPr>
                    </a:p>
                  </a:txBody>
                  <a:tcPr marL="6149" marR="6149" marT="61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0" fontAlgn="b"/>
                      <a:r>
                        <a:rPr lang="ar-SA" sz="1200" b="0" i="0" u="none" strike="noStrike" dirty="0">
                          <a:solidFill>
                            <a:srgbClr val="000000"/>
                          </a:solidFill>
                          <a:effectLst/>
                          <a:latin typeface="Neo Sans Arabic Medium" panose="020B0704030504040204" pitchFamily="34" charset="-78"/>
                          <a:cs typeface="Neo Sans Arabic Medium" panose="020B0704030504040204" pitchFamily="34" charset="-78"/>
                        </a:rPr>
                        <a:t>خطة واضحة</a:t>
                      </a:r>
                    </a:p>
                    <a:p>
                      <a:pPr algn="ctr" rtl="0" fontAlgn="b"/>
                      <a:r>
                        <a:rPr lang="ar-SA" sz="1200" b="0" i="0" u="none" strike="noStrike" dirty="0">
                          <a:solidFill>
                            <a:srgbClr val="000000"/>
                          </a:solidFill>
                          <a:effectLst/>
                          <a:latin typeface="Neo Sans Arabic Medium" panose="020B0704030504040204" pitchFamily="34" charset="-78"/>
                          <a:cs typeface="Neo Sans Arabic Medium" panose="020B0704030504040204" pitchFamily="34" charset="-78"/>
                        </a:rPr>
                        <a:t>متابعة دورية –مؤشرات اداء</a:t>
                      </a:r>
                      <a:endParaRPr lang="en-US" sz="1200" b="0" i="0" u="none" strike="noStrike" dirty="0">
                        <a:solidFill>
                          <a:srgbClr val="000000"/>
                        </a:solidFill>
                        <a:effectLst/>
                        <a:latin typeface="Neo Sans Arabic Medium" panose="020B0704030504040204" pitchFamily="34" charset="-78"/>
                        <a:cs typeface="Neo Sans Arabic Medium" panose="020B0704030504040204" pitchFamily="34" charset="-78"/>
                      </a:endParaRPr>
                    </a:p>
                  </a:txBody>
                  <a:tcPr marL="6149" marR="6149" marT="61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0" fontAlgn="b"/>
                      <a:r>
                        <a:rPr lang="ar-SA" sz="1700" b="0" i="0" u="none" strike="noStrike" dirty="0">
                          <a:solidFill>
                            <a:srgbClr val="000000"/>
                          </a:solidFill>
                          <a:effectLst/>
                          <a:latin typeface="Neo Sans Arabic Medium" panose="020B0704030504040204" pitchFamily="34" charset="-78"/>
                          <a:cs typeface="Neo Sans Arabic Medium" panose="020B0704030504040204" pitchFamily="34" charset="-78"/>
                        </a:rPr>
                        <a:t>/</a:t>
                      </a:r>
                      <a:endParaRPr lang="en-US" sz="1700" b="0" i="0" u="none" strike="noStrike" dirty="0">
                        <a:solidFill>
                          <a:srgbClr val="000000"/>
                        </a:solidFill>
                        <a:effectLst/>
                        <a:latin typeface="Neo Sans Arabic Medium" panose="020B0704030504040204" pitchFamily="34" charset="-78"/>
                        <a:cs typeface="Neo Sans Arabic Medium" panose="020B0704030504040204" pitchFamily="34" charset="-78"/>
                      </a:endParaRPr>
                    </a:p>
                  </a:txBody>
                  <a:tcPr marL="6149" marR="6149" marT="61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0" fontAlgn="b"/>
                      <a:r>
                        <a:rPr lang="ar-SA" sz="1700" b="0" i="0" u="none" strike="noStrike" dirty="0">
                          <a:solidFill>
                            <a:srgbClr val="000000"/>
                          </a:solidFill>
                          <a:effectLst/>
                          <a:latin typeface="Neo Sans Arabic Medium" panose="020B0704030504040204" pitchFamily="34" charset="-78"/>
                          <a:cs typeface="Neo Sans Arabic Medium" panose="020B0704030504040204" pitchFamily="34" charset="-78"/>
                        </a:rPr>
                        <a:t>/</a:t>
                      </a:r>
                      <a:endParaRPr lang="en-US" sz="1700" b="0" i="0" u="none" strike="noStrike" dirty="0">
                        <a:solidFill>
                          <a:srgbClr val="000000"/>
                        </a:solidFill>
                        <a:effectLst/>
                        <a:latin typeface="Neo Sans Arabic Medium" panose="020B0704030504040204" pitchFamily="34" charset="-78"/>
                        <a:cs typeface="Neo Sans Arabic Medium" panose="020B0704030504040204" pitchFamily="34" charset="-78"/>
                      </a:endParaRPr>
                    </a:p>
                  </a:txBody>
                  <a:tcPr marL="6149" marR="6149" marT="61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0" fontAlgn="b"/>
                      <a:endParaRPr lang="en-US" sz="1700" b="0" i="0" u="none" strike="noStrike">
                        <a:solidFill>
                          <a:srgbClr val="000000"/>
                        </a:solidFill>
                        <a:effectLst/>
                        <a:latin typeface="Neo Sans Arabic Medium" panose="020B0704030504040204" pitchFamily="34" charset="-78"/>
                        <a:cs typeface="Neo Sans Arabic Medium" panose="020B0704030504040204" pitchFamily="34" charset="-78"/>
                      </a:endParaRPr>
                    </a:p>
                  </a:txBody>
                  <a:tcPr marL="6149" marR="6149" marT="61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0" fontAlgn="b"/>
                      <a:endParaRPr lang="en-US" sz="1700" b="0" i="0" u="none" strike="noStrike">
                        <a:solidFill>
                          <a:srgbClr val="000000"/>
                        </a:solidFill>
                        <a:effectLst/>
                        <a:latin typeface="Neo Sans Arabic Medium" panose="020B0704030504040204" pitchFamily="34" charset="-78"/>
                        <a:cs typeface="Neo Sans Arabic Medium" panose="020B0704030504040204" pitchFamily="34" charset="-78"/>
                      </a:endParaRPr>
                    </a:p>
                  </a:txBody>
                  <a:tcPr marL="6149" marR="6149" marT="61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0" fontAlgn="b"/>
                      <a:r>
                        <a:rPr lang="ar-SA" sz="1700" b="0" i="0" u="none" strike="noStrike" dirty="0">
                          <a:solidFill>
                            <a:srgbClr val="000000"/>
                          </a:solidFill>
                          <a:effectLst/>
                          <a:latin typeface="Neo Sans Arabic Medium" panose="020B0704030504040204" pitchFamily="34" charset="-78"/>
                          <a:cs typeface="Neo Sans Arabic Medium" panose="020B0704030504040204" pitchFamily="34" charset="-78"/>
                        </a:rPr>
                        <a:t>/</a:t>
                      </a:r>
                      <a:endParaRPr lang="en-US" sz="1700" b="0" i="0" u="none" strike="noStrike" dirty="0">
                        <a:solidFill>
                          <a:srgbClr val="000000"/>
                        </a:solidFill>
                        <a:effectLst/>
                        <a:latin typeface="Neo Sans Arabic Medium" panose="020B0704030504040204" pitchFamily="34" charset="-78"/>
                        <a:cs typeface="Neo Sans Arabic Medium" panose="020B0704030504040204" pitchFamily="34" charset="-78"/>
                      </a:endParaRPr>
                    </a:p>
                  </a:txBody>
                  <a:tcPr marL="6149" marR="6149" marT="61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0" fontAlgn="b"/>
                      <a:r>
                        <a:rPr lang="ar-SA" sz="1700" b="0" i="0" u="none" strike="noStrike" dirty="0">
                          <a:solidFill>
                            <a:srgbClr val="000000"/>
                          </a:solidFill>
                          <a:effectLst/>
                          <a:latin typeface="Neo Sans Arabic Medium" panose="020B0704030504040204" pitchFamily="34" charset="-78"/>
                          <a:cs typeface="Neo Sans Arabic Medium" panose="020B0704030504040204" pitchFamily="34" charset="-78"/>
                        </a:rPr>
                        <a:t>/</a:t>
                      </a:r>
                      <a:endParaRPr lang="en-US" sz="1700" b="0" i="0" u="none" strike="noStrike" dirty="0">
                        <a:solidFill>
                          <a:srgbClr val="000000"/>
                        </a:solidFill>
                        <a:effectLst/>
                        <a:latin typeface="Neo Sans Arabic Medium" panose="020B0704030504040204" pitchFamily="34" charset="-78"/>
                        <a:cs typeface="Neo Sans Arabic Medium" panose="020B0704030504040204" pitchFamily="34" charset="-78"/>
                      </a:endParaRPr>
                    </a:p>
                  </a:txBody>
                  <a:tcPr marL="6149" marR="6149" marT="61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0" fontAlgn="b"/>
                      <a:endParaRPr lang="en-US" sz="1700" b="0" i="0" u="none" strike="noStrike">
                        <a:solidFill>
                          <a:srgbClr val="000000"/>
                        </a:solidFill>
                        <a:effectLst/>
                        <a:latin typeface="Neo Sans Arabic Medium" panose="020B0704030504040204" pitchFamily="34" charset="-78"/>
                        <a:cs typeface="Neo Sans Arabic Medium" panose="020B0704030504040204" pitchFamily="34" charset="-78"/>
                      </a:endParaRPr>
                    </a:p>
                  </a:txBody>
                  <a:tcPr marL="6149" marR="6149" marT="61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0" fontAlgn="b"/>
                      <a:endParaRPr lang="en-US" sz="1700" b="0" i="0" u="none" strike="noStrike">
                        <a:solidFill>
                          <a:srgbClr val="000000"/>
                        </a:solidFill>
                        <a:effectLst/>
                        <a:latin typeface="Neo Sans Arabic Medium" panose="020B0704030504040204" pitchFamily="34" charset="-78"/>
                        <a:cs typeface="Neo Sans Arabic Medium" panose="020B0704030504040204" pitchFamily="34" charset="-78"/>
                      </a:endParaRPr>
                    </a:p>
                  </a:txBody>
                  <a:tcPr marL="6149" marR="6149" marT="61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70249050"/>
                  </a:ext>
                </a:extLst>
              </a:tr>
              <a:tr h="457200">
                <a:tc>
                  <a:txBody>
                    <a:bodyPr/>
                    <a:lstStyle/>
                    <a:p>
                      <a:pPr algn="ctr" rtl="0" fontAlgn="b"/>
                      <a:endParaRPr lang="en-US" sz="1700" b="0" i="0" u="none" strike="noStrike" dirty="0">
                        <a:solidFill>
                          <a:srgbClr val="000000"/>
                        </a:solidFill>
                        <a:effectLst/>
                        <a:latin typeface="Neo Sans Arabic Medium" panose="020B0704030504040204" pitchFamily="34" charset="-78"/>
                        <a:cs typeface="Neo Sans Arabic Medium" panose="020B0704030504040204" pitchFamily="34" charset="-78"/>
                      </a:endParaRPr>
                    </a:p>
                  </a:txBody>
                  <a:tcPr marL="6149" marR="6149" marT="61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0" fontAlgn="b"/>
                      <a:r>
                        <a:rPr lang="ar-SA" sz="1700" b="0" i="0" u="none" strike="noStrike" dirty="0">
                          <a:solidFill>
                            <a:srgbClr val="000000"/>
                          </a:solidFill>
                          <a:effectLst/>
                          <a:latin typeface="Neo Sans Arabic Medium" panose="020B0704030504040204" pitchFamily="34" charset="-78"/>
                          <a:cs typeface="Neo Sans Arabic Medium" panose="020B0704030504040204" pitchFamily="34" charset="-78"/>
                        </a:rPr>
                        <a:t>وحدة التطوع </a:t>
                      </a:r>
                      <a:endParaRPr lang="en-US" sz="1700" b="0" i="0" u="none" strike="noStrike" dirty="0">
                        <a:solidFill>
                          <a:srgbClr val="000000"/>
                        </a:solidFill>
                        <a:effectLst/>
                        <a:latin typeface="Neo Sans Arabic Medium" panose="020B0704030504040204" pitchFamily="34" charset="-78"/>
                        <a:cs typeface="Neo Sans Arabic Medium" panose="020B0704030504040204" pitchFamily="34" charset="-78"/>
                      </a:endParaRPr>
                    </a:p>
                  </a:txBody>
                  <a:tcPr marL="6149" marR="6149" marT="61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0" fontAlgn="b"/>
                      <a:r>
                        <a:rPr lang="ar-SA" sz="1200" b="0" i="0" u="none" strike="noStrike" dirty="0">
                          <a:solidFill>
                            <a:srgbClr val="000000"/>
                          </a:solidFill>
                          <a:effectLst/>
                          <a:latin typeface="Neo Sans Arabic Medium" panose="020B0704030504040204" pitchFamily="34" charset="-78"/>
                          <a:cs typeface="Neo Sans Arabic Medium" panose="020B0704030504040204" pitchFamily="34" charset="-78"/>
                        </a:rPr>
                        <a:t>التزام المتطوعين – وضوح المهام </a:t>
                      </a:r>
                    </a:p>
                    <a:p>
                      <a:pPr algn="ctr" rtl="0" fontAlgn="b"/>
                      <a:r>
                        <a:rPr lang="ar-SA" sz="1200" b="0" i="0" u="none" strike="noStrike" dirty="0">
                          <a:solidFill>
                            <a:srgbClr val="000000"/>
                          </a:solidFill>
                          <a:effectLst/>
                          <a:latin typeface="Neo Sans Arabic Medium" panose="020B0704030504040204" pitchFamily="34" charset="-78"/>
                          <a:cs typeface="Neo Sans Arabic Medium" panose="020B0704030504040204" pitchFamily="34" charset="-78"/>
                        </a:rPr>
                        <a:t>جودة التنفيذ – بيانات دقيقة </a:t>
                      </a:r>
                      <a:endParaRPr lang="en-US" sz="1200" b="0" i="0" u="none" strike="noStrike" dirty="0">
                        <a:solidFill>
                          <a:srgbClr val="000000"/>
                        </a:solidFill>
                        <a:effectLst/>
                        <a:latin typeface="Neo Sans Arabic Medium" panose="020B0704030504040204" pitchFamily="34" charset="-78"/>
                        <a:cs typeface="Neo Sans Arabic Medium" panose="020B0704030504040204" pitchFamily="34" charset="-78"/>
                      </a:endParaRPr>
                    </a:p>
                  </a:txBody>
                  <a:tcPr marL="6149" marR="6149" marT="61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0" fontAlgn="b"/>
                      <a:r>
                        <a:rPr lang="ar-SA" sz="1700" b="0" i="0" u="none" strike="noStrike" dirty="0">
                          <a:solidFill>
                            <a:srgbClr val="000000"/>
                          </a:solidFill>
                          <a:effectLst/>
                          <a:latin typeface="Neo Sans Arabic Medium" panose="020B0704030504040204" pitchFamily="34" charset="-78"/>
                          <a:cs typeface="Neo Sans Arabic Medium" panose="020B0704030504040204" pitchFamily="34" charset="-78"/>
                        </a:rPr>
                        <a:t>/</a:t>
                      </a:r>
                      <a:endParaRPr lang="en-US" sz="1700" b="0" i="0" u="none" strike="noStrike" dirty="0">
                        <a:solidFill>
                          <a:srgbClr val="000000"/>
                        </a:solidFill>
                        <a:effectLst/>
                        <a:latin typeface="Neo Sans Arabic Medium" panose="020B0704030504040204" pitchFamily="34" charset="-78"/>
                        <a:cs typeface="Neo Sans Arabic Medium" panose="020B0704030504040204" pitchFamily="34" charset="-78"/>
                      </a:endParaRPr>
                    </a:p>
                  </a:txBody>
                  <a:tcPr marL="6149" marR="6149" marT="61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0" fontAlgn="b"/>
                      <a:r>
                        <a:rPr lang="ar-SA" sz="1700" b="0" i="0" u="none" strike="noStrike" dirty="0">
                          <a:solidFill>
                            <a:srgbClr val="000000"/>
                          </a:solidFill>
                          <a:effectLst/>
                          <a:latin typeface="Neo Sans Arabic Medium" panose="020B0704030504040204" pitchFamily="34" charset="-78"/>
                          <a:cs typeface="Neo Sans Arabic Medium" panose="020B0704030504040204" pitchFamily="34" charset="-78"/>
                        </a:rPr>
                        <a:t>/</a:t>
                      </a:r>
                      <a:endParaRPr lang="en-US" sz="1700" b="0" i="0" u="none" strike="noStrike" dirty="0">
                        <a:solidFill>
                          <a:srgbClr val="000000"/>
                        </a:solidFill>
                        <a:effectLst/>
                        <a:latin typeface="Neo Sans Arabic Medium" panose="020B0704030504040204" pitchFamily="34" charset="-78"/>
                        <a:cs typeface="Neo Sans Arabic Medium" panose="020B0704030504040204" pitchFamily="34" charset="-78"/>
                      </a:endParaRPr>
                    </a:p>
                  </a:txBody>
                  <a:tcPr marL="6149" marR="6149" marT="61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0" fontAlgn="b"/>
                      <a:r>
                        <a:rPr lang="ar-SA" sz="1700" b="0" i="0" u="none" strike="noStrike" dirty="0">
                          <a:solidFill>
                            <a:srgbClr val="000000"/>
                          </a:solidFill>
                          <a:effectLst/>
                          <a:latin typeface="Neo Sans Arabic Medium" panose="020B0704030504040204" pitchFamily="34" charset="-78"/>
                          <a:cs typeface="Neo Sans Arabic Medium" panose="020B0704030504040204" pitchFamily="34" charset="-78"/>
                        </a:rPr>
                        <a:t>/</a:t>
                      </a:r>
                      <a:endParaRPr lang="en-US" sz="1700" b="0" i="0" u="none" strike="noStrike" dirty="0">
                        <a:solidFill>
                          <a:srgbClr val="000000"/>
                        </a:solidFill>
                        <a:effectLst/>
                        <a:latin typeface="Neo Sans Arabic Medium" panose="020B0704030504040204" pitchFamily="34" charset="-78"/>
                        <a:cs typeface="Neo Sans Arabic Medium" panose="020B0704030504040204" pitchFamily="34" charset="-78"/>
                      </a:endParaRPr>
                    </a:p>
                  </a:txBody>
                  <a:tcPr marL="6149" marR="6149" marT="61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0" fontAlgn="b"/>
                      <a:r>
                        <a:rPr lang="ar-SA" sz="1700" b="0" i="0" u="none" strike="noStrike" dirty="0">
                          <a:solidFill>
                            <a:srgbClr val="000000"/>
                          </a:solidFill>
                          <a:effectLst/>
                          <a:latin typeface="Neo Sans Arabic Medium" panose="020B0704030504040204" pitchFamily="34" charset="-78"/>
                          <a:cs typeface="Neo Sans Arabic Medium" panose="020B0704030504040204" pitchFamily="34" charset="-78"/>
                        </a:rPr>
                        <a:t>/</a:t>
                      </a:r>
                      <a:endParaRPr lang="en-US" sz="1700" b="0" i="0" u="none" strike="noStrike" dirty="0">
                        <a:solidFill>
                          <a:srgbClr val="000000"/>
                        </a:solidFill>
                        <a:effectLst/>
                        <a:latin typeface="Neo Sans Arabic Medium" panose="020B0704030504040204" pitchFamily="34" charset="-78"/>
                        <a:cs typeface="Neo Sans Arabic Medium" panose="020B0704030504040204" pitchFamily="34" charset="-78"/>
                      </a:endParaRPr>
                    </a:p>
                  </a:txBody>
                  <a:tcPr marL="6149" marR="6149" marT="61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0" fontAlgn="b"/>
                      <a:r>
                        <a:rPr lang="ar-SA" sz="1700" b="0" i="0" u="none" strike="noStrike" dirty="0">
                          <a:solidFill>
                            <a:srgbClr val="000000"/>
                          </a:solidFill>
                          <a:effectLst/>
                          <a:latin typeface="Neo Sans Arabic Medium" panose="020B0704030504040204" pitchFamily="34" charset="-78"/>
                          <a:cs typeface="Neo Sans Arabic Medium" panose="020B0704030504040204" pitchFamily="34" charset="-78"/>
                        </a:rPr>
                        <a:t>/</a:t>
                      </a:r>
                      <a:endParaRPr lang="en-US" sz="1700" b="0" i="0" u="none" strike="noStrike" dirty="0">
                        <a:solidFill>
                          <a:srgbClr val="000000"/>
                        </a:solidFill>
                        <a:effectLst/>
                        <a:latin typeface="Neo Sans Arabic Medium" panose="020B0704030504040204" pitchFamily="34" charset="-78"/>
                        <a:cs typeface="Neo Sans Arabic Medium" panose="020B0704030504040204" pitchFamily="34" charset="-78"/>
                      </a:endParaRPr>
                    </a:p>
                  </a:txBody>
                  <a:tcPr marL="6149" marR="6149" marT="61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0" fontAlgn="b"/>
                      <a:r>
                        <a:rPr lang="ar-SA" sz="1700" b="0" i="0" u="none" strike="noStrike" dirty="0">
                          <a:solidFill>
                            <a:srgbClr val="000000"/>
                          </a:solidFill>
                          <a:effectLst/>
                          <a:latin typeface="Neo Sans Arabic Medium" panose="020B0704030504040204" pitchFamily="34" charset="-78"/>
                          <a:cs typeface="Neo Sans Arabic Medium" panose="020B0704030504040204" pitchFamily="34" charset="-78"/>
                        </a:rPr>
                        <a:t>/</a:t>
                      </a:r>
                      <a:endParaRPr lang="en-US" sz="1700" b="0" i="0" u="none" strike="noStrike" dirty="0">
                        <a:solidFill>
                          <a:srgbClr val="000000"/>
                        </a:solidFill>
                        <a:effectLst/>
                        <a:latin typeface="Neo Sans Arabic Medium" panose="020B0704030504040204" pitchFamily="34" charset="-78"/>
                        <a:cs typeface="Neo Sans Arabic Medium" panose="020B0704030504040204" pitchFamily="34" charset="-78"/>
                      </a:endParaRPr>
                    </a:p>
                  </a:txBody>
                  <a:tcPr marL="6149" marR="6149" marT="61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0" fontAlgn="b"/>
                      <a:endParaRPr lang="en-US" sz="1700" b="0" i="0" u="none" strike="noStrike">
                        <a:solidFill>
                          <a:srgbClr val="000000"/>
                        </a:solidFill>
                        <a:effectLst/>
                        <a:latin typeface="Neo Sans Arabic Medium" panose="020B0704030504040204" pitchFamily="34" charset="-78"/>
                        <a:cs typeface="Neo Sans Arabic Medium" panose="020B0704030504040204" pitchFamily="34" charset="-78"/>
                      </a:endParaRPr>
                    </a:p>
                  </a:txBody>
                  <a:tcPr marL="6149" marR="6149" marT="61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0" fontAlgn="b"/>
                      <a:endParaRPr lang="en-US" sz="1700" b="0" i="0" u="none" strike="noStrike">
                        <a:solidFill>
                          <a:srgbClr val="000000"/>
                        </a:solidFill>
                        <a:effectLst/>
                        <a:latin typeface="Neo Sans Arabic Medium" panose="020B0704030504040204" pitchFamily="34" charset="-78"/>
                        <a:cs typeface="Neo Sans Arabic Medium" panose="020B0704030504040204" pitchFamily="34" charset="-78"/>
                      </a:endParaRPr>
                    </a:p>
                  </a:txBody>
                  <a:tcPr marL="6149" marR="6149" marT="61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611312111"/>
                  </a:ext>
                </a:extLst>
              </a:tr>
              <a:tr h="457200">
                <a:tc>
                  <a:txBody>
                    <a:bodyPr/>
                    <a:lstStyle/>
                    <a:p>
                      <a:pPr algn="ctr" rtl="0" fontAlgn="b"/>
                      <a:endParaRPr lang="en-US" sz="1700" b="0" i="0" u="none" strike="noStrike" dirty="0">
                        <a:solidFill>
                          <a:srgbClr val="000000"/>
                        </a:solidFill>
                        <a:effectLst/>
                        <a:latin typeface="Neo Sans Arabic Medium" panose="020B0704030504040204" pitchFamily="34" charset="-78"/>
                        <a:cs typeface="Neo Sans Arabic Medium" panose="020B0704030504040204" pitchFamily="34" charset="-78"/>
                      </a:endParaRPr>
                    </a:p>
                  </a:txBody>
                  <a:tcPr marL="6149" marR="6149" marT="61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0" fontAlgn="b"/>
                      <a:r>
                        <a:rPr lang="ar-SA" sz="1700" b="0" i="0" u="none" strike="noStrike" dirty="0">
                          <a:solidFill>
                            <a:srgbClr val="000000"/>
                          </a:solidFill>
                          <a:effectLst/>
                          <a:latin typeface="Neo Sans Arabic Medium" panose="020B0704030504040204" pitchFamily="34" charset="-78"/>
                          <a:cs typeface="Neo Sans Arabic Medium" panose="020B0704030504040204" pitchFamily="34" charset="-78"/>
                        </a:rPr>
                        <a:t>مناطق التمكين</a:t>
                      </a:r>
                      <a:endParaRPr lang="en-US" sz="1700" b="0" i="0" u="none" strike="noStrike" dirty="0">
                        <a:solidFill>
                          <a:srgbClr val="000000"/>
                        </a:solidFill>
                        <a:effectLst/>
                        <a:latin typeface="Neo Sans Arabic Medium" panose="020B0704030504040204" pitchFamily="34" charset="-78"/>
                        <a:cs typeface="Neo Sans Arabic Medium" panose="020B0704030504040204" pitchFamily="34" charset="-78"/>
                      </a:endParaRPr>
                    </a:p>
                  </a:txBody>
                  <a:tcPr marL="6149" marR="6149" marT="61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0" fontAlgn="b"/>
                      <a:r>
                        <a:rPr lang="ar-SA" sz="1200" b="0" i="0" u="none" strike="noStrike" dirty="0">
                          <a:solidFill>
                            <a:srgbClr val="000000"/>
                          </a:solidFill>
                          <a:effectLst/>
                          <a:latin typeface="Neo Sans Arabic Medium" panose="020B0704030504040204" pitchFamily="34" charset="-78"/>
                          <a:cs typeface="Neo Sans Arabic Medium" panose="020B0704030504040204" pitchFamily="34" charset="-78"/>
                        </a:rPr>
                        <a:t>دعم مباشر – إرشادات واضحة </a:t>
                      </a:r>
                    </a:p>
                    <a:p>
                      <a:pPr algn="ctr" rtl="0" fontAlgn="b"/>
                      <a:r>
                        <a:rPr lang="ar-SA" sz="1200" b="0" i="0" u="none" strike="noStrike" dirty="0">
                          <a:solidFill>
                            <a:srgbClr val="000000"/>
                          </a:solidFill>
                          <a:effectLst/>
                          <a:latin typeface="Neo Sans Arabic Medium" panose="020B0704030504040204" pitchFamily="34" charset="-78"/>
                          <a:cs typeface="Neo Sans Arabic Medium" panose="020B0704030504040204" pitchFamily="34" charset="-78"/>
                        </a:rPr>
                        <a:t>توفير متطوعين – تقارير دقيقة </a:t>
                      </a:r>
                      <a:endParaRPr lang="en-US" sz="1200" b="0" i="0" u="none" strike="noStrike" dirty="0">
                        <a:solidFill>
                          <a:srgbClr val="000000"/>
                        </a:solidFill>
                        <a:effectLst/>
                        <a:latin typeface="Neo Sans Arabic Medium" panose="020B0704030504040204" pitchFamily="34" charset="-78"/>
                        <a:cs typeface="Neo Sans Arabic Medium" panose="020B0704030504040204" pitchFamily="34" charset="-78"/>
                      </a:endParaRPr>
                    </a:p>
                  </a:txBody>
                  <a:tcPr marL="6149" marR="6149" marT="61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0" fontAlgn="b"/>
                      <a:endParaRPr lang="en-US" sz="1700" b="0" i="0" u="none" strike="noStrike" dirty="0">
                        <a:solidFill>
                          <a:srgbClr val="000000"/>
                        </a:solidFill>
                        <a:effectLst/>
                        <a:latin typeface="Neo Sans Arabic Medium" panose="020B0704030504040204" pitchFamily="34" charset="-78"/>
                        <a:cs typeface="Neo Sans Arabic Medium" panose="020B0704030504040204" pitchFamily="34" charset="-78"/>
                      </a:endParaRPr>
                    </a:p>
                  </a:txBody>
                  <a:tcPr marL="6149" marR="6149" marT="61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0" fontAlgn="b"/>
                      <a:endParaRPr lang="en-US" sz="1700" b="0" i="0" u="none" strike="noStrike">
                        <a:solidFill>
                          <a:srgbClr val="000000"/>
                        </a:solidFill>
                        <a:effectLst/>
                        <a:latin typeface="Neo Sans Arabic Medium" panose="020B0704030504040204" pitchFamily="34" charset="-78"/>
                        <a:cs typeface="Neo Sans Arabic Medium" panose="020B0704030504040204" pitchFamily="34" charset="-78"/>
                      </a:endParaRPr>
                    </a:p>
                  </a:txBody>
                  <a:tcPr marL="6149" marR="6149" marT="61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0" fontAlgn="b"/>
                      <a:r>
                        <a:rPr lang="ar-SA" sz="1700" b="0" i="0" u="none" strike="noStrike" dirty="0">
                          <a:solidFill>
                            <a:srgbClr val="000000"/>
                          </a:solidFill>
                          <a:effectLst/>
                          <a:latin typeface="Neo Sans Arabic Medium" panose="020B0704030504040204" pitchFamily="34" charset="-78"/>
                          <a:cs typeface="Neo Sans Arabic Medium" panose="020B0704030504040204" pitchFamily="34" charset="-78"/>
                        </a:rPr>
                        <a:t>/</a:t>
                      </a:r>
                      <a:endParaRPr lang="en-US" sz="1700" b="0" i="0" u="none" strike="noStrike" dirty="0">
                        <a:solidFill>
                          <a:srgbClr val="000000"/>
                        </a:solidFill>
                        <a:effectLst/>
                        <a:latin typeface="Neo Sans Arabic Medium" panose="020B0704030504040204" pitchFamily="34" charset="-78"/>
                        <a:cs typeface="Neo Sans Arabic Medium" panose="020B0704030504040204" pitchFamily="34" charset="-78"/>
                      </a:endParaRPr>
                    </a:p>
                  </a:txBody>
                  <a:tcPr marL="6149" marR="6149" marT="61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0" fontAlgn="b"/>
                      <a:r>
                        <a:rPr lang="ar-SA" sz="1700" b="0" i="0" u="none" strike="noStrike" dirty="0">
                          <a:solidFill>
                            <a:srgbClr val="000000"/>
                          </a:solidFill>
                          <a:effectLst/>
                          <a:latin typeface="Neo Sans Arabic Medium" panose="020B0704030504040204" pitchFamily="34" charset="-78"/>
                          <a:cs typeface="Neo Sans Arabic Medium" panose="020B0704030504040204" pitchFamily="34" charset="-78"/>
                        </a:rPr>
                        <a:t>/</a:t>
                      </a:r>
                      <a:endParaRPr lang="en-US" sz="1700" b="0" i="0" u="none" strike="noStrike" dirty="0">
                        <a:solidFill>
                          <a:srgbClr val="000000"/>
                        </a:solidFill>
                        <a:effectLst/>
                        <a:latin typeface="Neo Sans Arabic Medium" panose="020B0704030504040204" pitchFamily="34" charset="-78"/>
                        <a:cs typeface="Neo Sans Arabic Medium" panose="020B0704030504040204" pitchFamily="34" charset="-78"/>
                      </a:endParaRPr>
                    </a:p>
                  </a:txBody>
                  <a:tcPr marL="6149" marR="6149" marT="61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0" fontAlgn="b"/>
                      <a:r>
                        <a:rPr lang="ar-SA" sz="1700" b="0" i="0" u="none" strike="noStrike" dirty="0">
                          <a:solidFill>
                            <a:srgbClr val="000000"/>
                          </a:solidFill>
                          <a:effectLst/>
                          <a:latin typeface="Neo Sans Arabic Medium" panose="020B0704030504040204" pitchFamily="34" charset="-78"/>
                          <a:cs typeface="Neo Sans Arabic Medium" panose="020B0704030504040204" pitchFamily="34" charset="-78"/>
                        </a:rPr>
                        <a:t>/</a:t>
                      </a:r>
                      <a:endParaRPr lang="en-US" sz="1700" b="0" i="0" u="none" strike="noStrike" dirty="0">
                        <a:solidFill>
                          <a:srgbClr val="000000"/>
                        </a:solidFill>
                        <a:effectLst/>
                        <a:latin typeface="Neo Sans Arabic Medium" panose="020B0704030504040204" pitchFamily="34" charset="-78"/>
                        <a:cs typeface="Neo Sans Arabic Medium" panose="020B0704030504040204" pitchFamily="34" charset="-78"/>
                      </a:endParaRPr>
                    </a:p>
                  </a:txBody>
                  <a:tcPr marL="6149" marR="6149" marT="61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0" fontAlgn="b"/>
                      <a:endParaRPr lang="en-US" sz="1700" b="0" i="0" u="none" strike="noStrike">
                        <a:solidFill>
                          <a:srgbClr val="000000"/>
                        </a:solidFill>
                        <a:effectLst/>
                        <a:latin typeface="Neo Sans Arabic Medium" panose="020B0704030504040204" pitchFamily="34" charset="-78"/>
                        <a:cs typeface="Neo Sans Arabic Medium" panose="020B0704030504040204" pitchFamily="34" charset="-78"/>
                      </a:endParaRPr>
                    </a:p>
                  </a:txBody>
                  <a:tcPr marL="6149" marR="6149" marT="61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0" fontAlgn="b"/>
                      <a:endParaRPr lang="en-US" sz="1700" b="0" i="0" u="none" strike="noStrike">
                        <a:solidFill>
                          <a:srgbClr val="000000"/>
                        </a:solidFill>
                        <a:effectLst/>
                        <a:latin typeface="Neo Sans Arabic Medium" panose="020B0704030504040204" pitchFamily="34" charset="-78"/>
                        <a:cs typeface="Neo Sans Arabic Medium" panose="020B0704030504040204" pitchFamily="34" charset="-78"/>
                      </a:endParaRPr>
                    </a:p>
                  </a:txBody>
                  <a:tcPr marL="6149" marR="6149" marT="61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0" fontAlgn="b"/>
                      <a:endParaRPr lang="en-US" sz="1700" b="0" i="0" u="none" strike="noStrike">
                        <a:solidFill>
                          <a:srgbClr val="000000"/>
                        </a:solidFill>
                        <a:effectLst/>
                        <a:latin typeface="Neo Sans Arabic Medium" panose="020B0704030504040204" pitchFamily="34" charset="-78"/>
                        <a:cs typeface="Neo Sans Arabic Medium" panose="020B0704030504040204" pitchFamily="34" charset="-78"/>
                      </a:endParaRPr>
                    </a:p>
                  </a:txBody>
                  <a:tcPr marL="6149" marR="6149" marT="61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618238330"/>
                  </a:ext>
                </a:extLst>
              </a:tr>
              <a:tr h="457200">
                <a:tc>
                  <a:txBody>
                    <a:bodyPr/>
                    <a:lstStyle/>
                    <a:p>
                      <a:pPr algn="ctr" rtl="0" fontAlgn="b"/>
                      <a:endParaRPr lang="en-US" sz="1700" b="0" i="0" u="none" strike="noStrike" dirty="0">
                        <a:solidFill>
                          <a:srgbClr val="000000"/>
                        </a:solidFill>
                        <a:effectLst/>
                        <a:latin typeface="Neo Sans Arabic Medium" panose="020B0704030504040204" pitchFamily="34" charset="-78"/>
                        <a:cs typeface="Neo Sans Arabic Medium" panose="020B0704030504040204" pitchFamily="34" charset="-78"/>
                      </a:endParaRPr>
                    </a:p>
                  </a:txBody>
                  <a:tcPr marL="6149" marR="6149" marT="61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0" fontAlgn="b"/>
                      <a:r>
                        <a:rPr lang="ar-SA" sz="1700" b="0" i="0" u="none" strike="noStrike" dirty="0">
                          <a:solidFill>
                            <a:srgbClr val="000000"/>
                          </a:solidFill>
                          <a:effectLst/>
                          <a:latin typeface="Neo Sans Arabic Medium" panose="020B0704030504040204" pitchFamily="34" charset="-78"/>
                          <a:cs typeface="Neo Sans Arabic Medium" panose="020B0704030504040204" pitchFamily="34" charset="-78"/>
                        </a:rPr>
                        <a:t>الجهات الداعمة </a:t>
                      </a:r>
                      <a:endParaRPr lang="en-US" sz="1700" b="0" i="0" u="none" strike="noStrike" dirty="0">
                        <a:solidFill>
                          <a:srgbClr val="000000"/>
                        </a:solidFill>
                        <a:effectLst/>
                        <a:latin typeface="Neo Sans Arabic Medium" panose="020B0704030504040204" pitchFamily="34" charset="-78"/>
                        <a:cs typeface="Neo Sans Arabic Medium" panose="020B0704030504040204" pitchFamily="34" charset="-78"/>
                      </a:endParaRPr>
                    </a:p>
                  </a:txBody>
                  <a:tcPr marL="6149" marR="6149" marT="61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0" fontAlgn="b"/>
                      <a:r>
                        <a:rPr lang="ar-SA" sz="1200" b="0" i="0" u="none" strike="noStrike" dirty="0">
                          <a:solidFill>
                            <a:srgbClr val="000000"/>
                          </a:solidFill>
                          <a:effectLst/>
                          <a:latin typeface="Neo Sans Arabic Medium" panose="020B0704030504040204" pitchFamily="34" charset="-78"/>
                          <a:cs typeface="Neo Sans Arabic Medium" panose="020B0704030504040204" pitchFamily="34" charset="-78"/>
                        </a:rPr>
                        <a:t>معرفة الدور –تواصل سريع</a:t>
                      </a:r>
                    </a:p>
                    <a:p>
                      <a:pPr algn="ctr" rtl="0" fontAlgn="b"/>
                      <a:r>
                        <a:rPr lang="ar-SA" sz="1200" b="0" i="0" u="none" strike="noStrike" dirty="0">
                          <a:solidFill>
                            <a:srgbClr val="000000"/>
                          </a:solidFill>
                          <a:effectLst/>
                          <a:latin typeface="Neo Sans Arabic Medium" panose="020B0704030504040204" pitchFamily="34" charset="-78"/>
                          <a:cs typeface="Neo Sans Arabic Medium" panose="020B0704030504040204" pitchFamily="34" charset="-78"/>
                        </a:rPr>
                        <a:t>دعم </a:t>
                      </a:r>
                      <a:r>
                        <a:rPr lang="ar-SA" sz="1200" b="0" i="0" u="none" strike="noStrike" dirty="0" err="1">
                          <a:solidFill>
                            <a:srgbClr val="000000"/>
                          </a:solidFill>
                          <a:effectLst/>
                          <a:latin typeface="Neo Sans Arabic Medium" panose="020B0704030504040204" pitchFamily="34" charset="-78"/>
                          <a:cs typeface="Neo Sans Arabic Medium" panose="020B0704030504040204" pitchFamily="34" charset="-78"/>
                        </a:rPr>
                        <a:t>لوجستس</a:t>
                      </a:r>
                      <a:r>
                        <a:rPr lang="ar-SA" sz="1200" b="0" i="0" u="none" strike="noStrike" dirty="0">
                          <a:solidFill>
                            <a:srgbClr val="000000"/>
                          </a:solidFill>
                          <a:effectLst/>
                          <a:latin typeface="Neo Sans Arabic Medium" panose="020B0704030504040204" pitchFamily="34" charset="-78"/>
                          <a:cs typeface="Neo Sans Arabic Medium" panose="020B0704030504040204" pitchFamily="34" charset="-78"/>
                        </a:rPr>
                        <a:t> </a:t>
                      </a:r>
                      <a:endParaRPr lang="en-US" sz="1200" b="0" i="0" u="none" strike="noStrike" dirty="0">
                        <a:solidFill>
                          <a:srgbClr val="000000"/>
                        </a:solidFill>
                        <a:effectLst/>
                        <a:latin typeface="Neo Sans Arabic Medium" panose="020B0704030504040204" pitchFamily="34" charset="-78"/>
                        <a:cs typeface="Neo Sans Arabic Medium" panose="020B0704030504040204" pitchFamily="34" charset="-78"/>
                      </a:endParaRPr>
                    </a:p>
                  </a:txBody>
                  <a:tcPr marL="6149" marR="6149" marT="61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0" fontAlgn="b"/>
                      <a:endParaRPr lang="en-US" sz="1700" b="0" i="0" u="none" strike="noStrike" dirty="0">
                        <a:solidFill>
                          <a:srgbClr val="000000"/>
                        </a:solidFill>
                        <a:effectLst/>
                        <a:latin typeface="Neo Sans Arabic Medium" panose="020B0704030504040204" pitchFamily="34" charset="-78"/>
                        <a:cs typeface="Neo Sans Arabic Medium" panose="020B0704030504040204" pitchFamily="34" charset="-78"/>
                      </a:endParaRPr>
                    </a:p>
                  </a:txBody>
                  <a:tcPr marL="6149" marR="6149" marT="61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0" fontAlgn="b"/>
                      <a:endParaRPr lang="en-US" sz="1700" b="0" i="0" u="none" strike="noStrike">
                        <a:solidFill>
                          <a:srgbClr val="000000"/>
                        </a:solidFill>
                        <a:effectLst/>
                        <a:latin typeface="Neo Sans Arabic Medium" panose="020B0704030504040204" pitchFamily="34" charset="-78"/>
                        <a:cs typeface="Neo Sans Arabic Medium" panose="020B0704030504040204" pitchFamily="34" charset="-78"/>
                      </a:endParaRPr>
                    </a:p>
                  </a:txBody>
                  <a:tcPr marL="6149" marR="6149" marT="61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0" fontAlgn="b"/>
                      <a:r>
                        <a:rPr lang="ar-SA" sz="1700" b="0" i="0" u="none" strike="noStrike" dirty="0">
                          <a:solidFill>
                            <a:srgbClr val="000000"/>
                          </a:solidFill>
                          <a:effectLst/>
                          <a:latin typeface="Neo Sans Arabic Medium" panose="020B0704030504040204" pitchFamily="34" charset="-78"/>
                          <a:cs typeface="Neo Sans Arabic Medium" panose="020B0704030504040204" pitchFamily="34" charset="-78"/>
                        </a:rPr>
                        <a:t>/</a:t>
                      </a:r>
                      <a:endParaRPr lang="en-US" sz="1700" b="0" i="0" u="none" strike="noStrike" dirty="0">
                        <a:solidFill>
                          <a:srgbClr val="000000"/>
                        </a:solidFill>
                        <a:effectLst/>
                        <a:latin typeface="Neo Sans Arabic Medium" panose="020B0704030504040204" pitchFamily="34" charset="-78"/>
                        <a:cs typeface="Neo Sans Arabic Medium" panose="020B0704030504040204" pitchFamily="34" charset="-78"/>
                      </a:endParaRPr>
                    </a:p>
                  </a:txBody>
                  <a:tcPr marL="6149" marR="6149" marT="61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0" fontAlgn="b"/>
                      <a:r>
                        <a:rPr lang="ar-SA" sz="1700" b="0" i="0" u="none" strike="noStrike" dirty="0">
                          <a:solidFill>
                            <a:srgbClr val="000000"/>
                          </a:solidFill>
                          <a:effectLst/>
                          <a:latin typeface="Neo Sans Arabic Medium" panose="020B0704030504040204" pitchFamily="34" charset="-78"/>
                          <a:cs typeface="Neo Sans Arabic Medium" panose="020B0704030504040204" pitchFamily="34" charset="-78"/>
                        </a:rPr>
                        <a:t>/</a:t>
                      </a:r>
                      <a:endParaRPr lang="en-US" sz="1700" b="0" i="0" u="none" strike="noStrike" dirty="0">
                        <a:solidFill>
                          <a:srgbClr val="000000"/>
                        </a:solidFill>
                        <a:effectLst/>
                        <a:latin typeface="Neo Sans Arabic Medium" panose="020B0704030504040204" pitchFamily="34" charset="-78"/>
                        <a:cs typeface="Neo Sans Arabic Medium" panose="020B0704030504040204" pitchFamily="34" charset="-78"/>
                      </a:endParaRPr>
                    </a:p>
                  </a:txBody>
                  <a:tcPr marL="6149" marR="6149" marT="61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0" fontAlgn="b"/>
                      <a:r>
                        <a:rPr lang="ar-SA" sz="1700" b="0" i="0" u="none" strike="noStrike" dirty="0">
                          <a:solidFill>
                            <a:srgbClr val="000000"/>
                          </a:solidFill>
                          <a:effectLst/>
                          <a:latin typeface="Neo Sans Arabic Medium" panose="020B0704030504040204" pitchFamily="34" charset="-78"/>
                          <a:cs typeface="Neo Sans Arabic Medium" panose="020B0704030504040204" pitchFamily="34" charset="-78"/>
                        </a:rPr>
                        <a:t>/</a:t>
                      </a:r>
                      <a:endParaRPr lang="en-US" sz="1700" b="0" i="0" u="none" strike="noStrike" dirty="0">
                        <a:solidFill>
                          <a:srgbClr val="000000"/>
                        </a:solidFill>
                        <a:effectLst/>
                        <a:latin typeface="Neo Sans Arabic Medium" panose="020B0704030504040204" pitchFamily="34" charset="-78"/>
                        <a:cs typeface="Neo Sans Arabic Medium" panose="020B0704030504040204" pitchFamily="34" charset="-78"/>
                      </a:endParaRPr>
                    </a:p>
                  </a:txBody>
                  <a:tcPr marL="6149" marR="6149" marT="61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0" fontAlgn="b"/>
                      <a:endParaRPr lang="en-US" sz="1700" b="0" i="0" u="none" strike="noStrike">
                        <a:solidFill>
                          <a:srgbClr val="000000"/>
                        </a:solidFill>
                        <a:effectLst/>
                        <a:latin typeface="Neo Sans Arabic Medium" panose="020B0704030504040204" pitchFamily="34" charset="-78"/>
                        <a:cs typeface="Neo Sans Arabic Medium" panose="020B0704030504040204" pitchFamily="34" charset="-78"/>
                      </a:endParaRPr>
                    </a:p>
                  </a:txBody>
                  <a:tcPr marL="6149" marR="6149" marT="61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0" fontAlgn="b"/>
                      <a:endParaRPr lang="en-US" sz="1700" b="0" i="0" u="none" strike="noStrike">
                        <a:solidFill>
                          <a:srgbClr val="000000"/>
                        </a:solidFill>
                        <a:effectLst/>
                        <a:latin typeface="Neo Sans Arabic Medium" panose="020B0704030504040204" pitchFamily="34" charset="-78"/>
                        <a:cs typeface="Neo Sans Arabic Medium" panose="020B0704030504040204" pitchFamily="34" charset="-78"/>
                      </a:endParaRPr>
                    </a:p>
                  </a:txBody>
                  <a:tcPr marL="6149" marR="6149" marT="61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0" fontAlgn="b"/>
                      <a:endParaRPr lang="en-US" sz="1700" b="0" i="0" u="none" strike="noStrike">
                        <a:solidFill>
                          <a:srgbClr val="000000"/>
                        </a:solidFill>
                        <a:effectLst/>
                        <a:latin typeface="Neo Sans Arabic Medium" panose="020B0704030504040204" pitchFamily="34" charset="-78"/>
                        <a:cs typeface="Neo Sans Arabic Medium" panose="020B0704030504040204" pitchFamily="34" charset="-78"/>
                      </a:endParaRPr>
                    </a:p>
                  </a:txBody>
                  <a:tcPr marL="6149" marR="6149" marT="61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829716771"/>
                  </a:ext>
                </a:extLst>
              </a:tr>
              <a:tr h="457200">
                <a:tc>
                  <a:txBody>
                    <a:bodyPr/>
                    <a:lstStyle/>
                    <a:p>
                      <a:pPr algn="ctr" rtl="0" fontAlgn="b"/>
                      <a:endParaRPr lang="en-US" sz="1700" b="0" i="0" u="none" strike="noStrike" dirty="0">
                        <a:solidFill>
                          <a:srgbClr val="000000"/>
                        </a:solidFill>
                        <a:effectLst/>
                        <a:latin typeface="Neo Sans Arabic Medium" panose="020B0704030504040204" pitchFamily="34" charset="-78"/>
                        <a:cs typeface="Neo Sans Arabic Medium" panose="020B0704030504040204" pitchFamily="34" charset="-78"/>
                      </a:endParaRPr>
                    </a:p>
                  </a:txBody>
                  <a:tcPr marL="6149" marR="6149" marT="61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0" fontAlgn="b"/>
                      <a:r>
                        <a:rPr lang="ar-SA" sz="1700" b="0" i="0" u="none" strike="noStrike" dirty="0">
                          <a:solidFill>
                            <a:srgbClr val="000000"/>
                          </a:solidFill>
                          <a:effectLst/>
                          <a:latin typeface="Neo Sans Arabic Medium" panose="020B0704030504040204" pitchFamily="34" charset="-78"/>
                          <a:cs typeface="Neo Sans Arabic Medium" panose="020B0704030504040204" pitchFamily="34" charset="-78"/>
                        </a:rPr>
                        <a:t>المركز الوطني </a:t>
                      </a:r>
                      <a:endParaRPr lang="en-US" sz="1700" b="0" i="0" u="none" strike="noStrike" dirty="0">
                        <a:solidFill>
                          <a:srgbClr val="000000"/>
                        </a:solidFill>
                        <a:effectLst/>
                        <a:latin typeface="Neo Sans Arabic Medium" panose="020B0704030504040204" pitchFamily="34" charset="-78"/>
                        <a:cs typeface="Neo Sans Arabic Medium" panose="020B0704030504040204" pitchFamily="34" charset="-78"/>
                      </a:endParaRPr>
                    </a:p>
                  </a:txBody>
                  <a:tcPr marL="6149" marR="6149" marT="61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0" fontAlgn="b"/>
                      <a:r>
                        <a:rPr lang="ar-SA" sz="1200" b="0" i="0" u="none" strike="noStrike" dirty="0">
                          <a:solidFill>
                            <a:srgbClr val="000000"/>
                          </a:solidFill>
                          <a:effectLst/>
                          <a:latin typeface="Neo Sans Arabic Medium" panose="020B0704030504040204" pitchFamily="34" charset="-78"/>
                          <a:cs typeface="Neo Sans Arabic Medium" panose="020B0704030504040204" pitchFamily="34" charset="-78"/>
                        </a:rPr>
                        <a:t>توثيق الأثر –الالتزام بالمعيار الوطني –بيانات دقيقة</a:t>
                      </a:r>
                      <a:endParaRPr lang="en-US" sz="1200" b="0" i="0" u="none" strike="noStrike" dirty="0">
                        <a:solidFill>
                          <a:srgbClr val="000000"/>
                        </a:solidFill>
                        <a:effectLst/>
                        <a:latin typeface="Neo Sans Arabic Medium" panose="020B0704030504040204" pitchFamily="34" charset="-78"/>
                        <a:cs typeface="Neo Sans Arabic Medium" panose="020B0704030504040204" pitchFamily="34" charset="-78"/>
                      </a:endParaRPr>
                    </a:p>
                  </a:txBody>
                  <a:tcPr marL="6149" marR="6149" marT="61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0" fontAlgn="b"/>
                      <a:r>
                        <a:rPr lang="ar-SA" sz="1700" b="0" i="0" u="none" strike="noStrike" dirty="0">
                          <a:solidFill>
                            <a:srgbClr val="000000"/>
                          </a:solidFill>
                          <a:effectLst/>
                          <a:latin typeface="Neo Sans Arabic Medium" panose="020B0704030504040204" pitchFamily="34" charset="-78"/>
                          <a:cs typeface="Neo Sans Arabic Medium" panose="020B0704030504040204" pitchFamily="34" charset="-78"/>
                        </a:rPr>
                        <a:t>/</a:t>
                      </a:r>
                      <a:endParaRPr lang="en-US" sz="1700" b="0" i="0" u="none" strike="noStrike" dirty="0">
                        <a:solidFill>
                          <a:srgbClr val="000000"/>
                        </a:solidFill>
                        <a:effectLst/>
                        <a:latin typeface="Neo Sans Arabic Medium" panose="020B0704030504040204" pitchFamily="34" charset="-78"/>
                        <a:cs typeface="Neo Sans Arabic Medium" panose="020B0704030504040204" pitchFamily="34" charset="-78"/>
                      </a:endParaRPr>
                    </a:p>
                  </a:txBody>
                  <a:tcPr marL="6149" marR="6149" marT="61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0" fontAlgn="b"/>
                      <a:endParaRPr lang="en-US" sz="1700" b="0" i="0" u="none" strike="noStrike">
                        <a:solidFill>
                          <a:srgbClr val="000000"/>
                        </a:solidFill>
                        <a:effectLst/>
                        <a:latin typeface="Neo Sans Arabic Medium" panose="020B0704030504040204" pitchFamily="34" charset="-78"/>
                        <a:cs typeface="Neo Sans Arabic Medium" panose="020B0704030504040204" pitchFamily="34" charset="-78"/>
                      </a:endParaRPr>
                    </a:p>
                  </a:txBody>
                  <a:tcPr marL="6149" marR="6149" marT="61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0" fontAlgn="b"/>
                      <a:endParaRPr lang="en-US" sz="1700" b="0" i="0" u="none" strike="noStrike">
                        <a:solidFill>
                          <a:srgbClr val="000000"/>
                        </a:solidFill>
                        <a:effectLst/>
                        <a:latin typeface="Neo Sans Arabic Medium" panose="020B0704030504040204" pitchFamily="34" charset="-78"/>
                        <a:cs typeface="Neo Sans Arabic Medium" panose="020B0704030504040204" pitchFamily="34" charset="-78"/>
                      </a:endParaRPr>
                    </a:p>
                  </a:txBody>
                  <a:tcPr marL="6149" marR="6149" marT="61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0" fontAlgn="b"/>
                      <a:endParaRPr lang="en-US" sz="1700" b="0" i="0" u="none" strike="noStrike">
                        <a:solidFill>
                          <a:srgbClr val="000000"/>
                        </a:solidFill>
                        <a:effectLst/>
                        <a:latin typeface="Neo Sans Arabic Medium" panose="020B0704030504040204" pitchFamily="34" charset="-78"/>
                        <a:cs typeface="Neo Sans Arabic Medium" panose="020B0704030504040204" pitchFamily="34" charset="-78"/>
                      </a:endParaRPr>
                    </a:p>
                  </a:txBody>
                  <a:tcPr marL="6149" marR="6149" marT="61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0" fontAlgn="b"/>
                      <a:endParaRPr lang="en-US" sz="1700" b="0" i="0" u="none" strike="noStrike">
                        <a:solidFill>
                          <a:srgbClr val="000000"/>
                        </a:solidFill>
                        <a:effectLst/>
                        <a:latin typeface="Neo Sans Arabic Medium" panose="020B0704030504040204" pitchFamily="34" charset="-78"/>
                        <a:cs typeface="Neo Sans Arabic Medium" panose="020B0704030504040204" pitchFamily="34" charset="-78"/>
                      </a:endParaRPr>
                    </a:p>
                  </a:txBody>
                  <a:tcPr marL="6149" marR="6149" marT="61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0" fontAlgn="b"/>
                      <a:endParaRPr lang="en-US" sz="1700" b="0" i="0" u="none" strike="noStrike">
                        <a:solidFill>
                          <a:srgbClr val="000000"/>
                        </a:solidFill>
                        <a:effectLst/>
                        <a:latin typeface="Neo Sans Arabic Medium" panose="020B0704030504040204" pitchFamily="34" charset="-78"/>
                        <a:cs typeface="Neo Sans Arabic Medium" panose="020B0704030504040204" pitchFamily="34" charset="-78"/>
                      </a:endParaRPr>
                    </a:p>
                  </a:txBody>
                  <a:tcPr marL="6149" marR="6149" marT="61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0" fontAlgn="b"/>
                      <a:endParaRPr lang="en-US" sz="1700" b="0" i="0" u="none" strike="noStrike">
                        <a:solidFill>
                          <a:srgbClr val="000000"/>
                        </a:solidFill>
                        <a:effectLst/>
                        <a:latin typeface="Neo Sans Arabic Medium" panose="020B0704030504040204" pitchFamily="34" charset="-78"/>
                        <a:cs typeface="Neo Sans Arabic Medium" panose="020B0704030504040204" pitchFamily="34" charset="-78"/>
                      </a:endParaRPr>
                    </a:p>
                  </a:txBody>
                  <a:tcPr marL="6149" marR="6149" marT="61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0" fontAlgn="b"/>
                      <a:endParaRPr lang="en-US" sz="1700" b="0" i="0" u="none" strike="noStrike">
                        <a:solidFill>
                          <a:srgbClr val="000000"/>
                        </a:solidFill>
                        <a:effectLst/>
                        <a:latin typeface="Neo Sans Arabic Medium" panose="020B0704030504040204" pitchFamily="34" charset="-78"/>
                        <a:cs typeface="Neo Sans Arabic Medium" panose="020B0704030504040204" pitchFamily="34" charset="-78"/>
                      </a:endParaRPr>
                    </a:p>
                  </a:txBody>
                  <a:tcPr marL="6149" marR="6149" marT="61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964161983"/>
                  </a:ext>
                </a:extLst>
              </a:tr>
              <a:tr h="457200">
                <a:tc>
                  <a:txBody>
                    <a:bodyPr/>
                    <a:lstStyle/>
                    <a:p>
                      <a:pPr algn="ctr" rtl="0" fontAlgn="b"/>
                      <a:endParaRPr lang="en-US" sz="1700" b="0" i="0" u="none" strike="noStrike" dirty="0">
                        <a:solidFill>
                          <a:srgbClr val="000000"/>
                        </a:solidFill>
                        <a:effectLst/>
                        <a:latin typeface="Neo Sans Arabic Medium" panose="020B0704030504040204" pitchFamily="34" charset="-78"/>
                        <a:cs typeface="Neo Sans Arabic Medium" panose="020B0704030504040204" pitchFamily="34" charset="-78"/>
                      </a:endParaRPr>
                    </a:p>
                  </a:txBody>
                  <a:tcPr marL="6149" marR="6149" marT="61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0" fontAlgn="b"/>
                      <a:endParaRPr lang="en-US" sz="1700" b="0" i="0" u="none" strike="noStrike" dirty="0">
                        <a:solidFill>
                          <a:srgbClr val="000000"/>
                        </a:solidFill>
                        <a:effectLst/>
                        <a:latin typeface="Neo Sans Arabic Medium" panose="020B0704030504040204" pitchFamily="34" charset="-78"/>
                        <a:cs typeface="Neo Sans Arabic Medium" panose="020B0704030504040204" pitchFamily="34" charset="-78"/>
                      </a:endParaRPr>
                    </a:p>
                  </a:txBody>
                  <a:tcPr marL="6149" marR="6149" marT="61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0" fontAlgn="b"/>
                      <a:endParaRPr lang="en-US" sz="1700" b="0" i="0" u="none" strike="noStrike" dirty="0">
                        <a:solidFill>
                          <a:srgbClr val="000000"/>
                        </a:solidFill>
                        <a:effectLst/>
                        <a:latin typeface="Neo Sans Arabic Medium" panose="020B0704030504040204" pitchFamily="34" charset="-78"/>
                        <a:cs typeface="Neo Sans Arabic Medium" panose="020B0704030504040204" pitchFamily="34" charset="-78"/>
                      </a:endParaRPr>
                    </a:p>
                  </a:txBody>
                  <a:tcPr marL="6149" marR="6149" marT="61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0" fontAlgn="b"/>
                      <a:endParaRPr lang="en-US" sz="1700" b="0" i="0" u="none" strike="noStrike">
                        <a:solidFill>
                          <a:srgbClr val="000000"/>
                        </a:solidFill>
                        <a:effectLst/>
                        <a:latin typeface="Neo Sans Arabic Medium" panose="020B0704030504040204" pitchFamily="34" charset="-78"/>
                        <a:cs typeface="Neo Sans Arabic Medium" panose="020B0704030504040204" pitchFamily="34" charset="-78"/>
                      </a:endParaRPr>
                    </a:p>
                  </a:txBody>
                  <a:tcPr marL="6149" marR="6149" marT="61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0" fontAlgn="b"/>
                      <a:endParaRPr lang="en-US" sz="1700" b="0" i="0" u="none" strike="noStrike">
                        <a:solidFill>
                          <a:srgbClr val="000000"/>
                        </a:solidFill>
                        <a:effectLst/>
                        <a:latin typeface="Neo Sans Arabic Medium" panose="020B0704030504040204" pitchFamily="34" charset="-78"/>
                        <a:cs typeface="Neo Sans Arabic Medium" panose="020B0704030504040204" pitchFamily="34" charset="-78"/>
                      </a:endParaRPr>
                    </a:p>
                  </a:txBody>
                  <a:tcPr marL="6149" marR="6149" marT="61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0" fontAlgn="b"/>
                      <a:endParaRPr lang="en-US" sz="1700" b="0" i="0" u="none" strike="noStrike">
                        <a:solidFill>
                          <a:srgbClr val="000000"/>
                        </a:solidFill>
                        <a:effectLst/>
                        <a:latin typeface="Neo Sans Arabic Medium" panose="020B0704030504040204" pitchFamily="34" charset="-78"/>
                        <a:cs typeface="Neo Sans Arabic Medium" panose="020B0704030504040204" pitchFamily="34" charset="-78"/>
                      </a:endParaRPr>
                    </a:p>
                  </a:txBody>
                  <a:tcPr marL="6149" marR="6149" marT="61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0" fontAlgn="b"/>
                      <a:endParaRPr lang="en-US" sz="1700" b="0" i="0" u="none" strike="noStrike">
                        <a:solidFill>
                          <a:srgbClr val="000000"/>
                        </a:solidFill>
                        <a:effectLst/>
                        <a:latin typeface="Neo Sans Arabic Medium" panose="020B0704030504040204" pitchFamily="34" charset="-78"/>
                        <a:cs typeface="Neo Sans Arabic Medium" panose="020B0704030504040204" pitchFamily="34" charset="-78"/>
                      </a:endParaRPr>
                    </a:p>
                  </a:txBody>
                  <a:tcPr marL="6149" marR="6149" marT="61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0" fontAlgn="b"/>
                      <a:endParaRPr lang="en-US" sz="1700" b="0" i="0" u="none" strike="noStrike">
                        <a:solidFill>
                          <a:srgbClr val="000000"/>
                        </a:solidFill>
                        <a:effectLst/>
                        <a:latin typeface="Neo Sans Arabic Medium" panose="020B0704030504040204" pitchFamily="34" charset="-78"/>
                        <a:cs typeface="Neo Sans Arabic Medium" panose="020B0704030504040204" pitchFamily="34" charset="-78"/>
                      </a:endParaRPr>
                    </a:p>
                  </a:txBody>
                  <a:tcPr marL="6149" marR="6149" marT="61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0" fontAlgn="b"/>
                      <a:endParaRPr lang="en-US" sz="1700" b="0" i="0" u="none" strike="noStrike">
                        <a:solidFill>
                          <a:srgbClr val="000000"/>
                        </a:solidFill>
                        <a:effectLst/>
                        <a:latin typeface="Neo Sans Arabic Medium" panose="020B0704030504040204" pitchFamily="34" charset="-78"/>
                        <a:cs typeface="Neo Sans Arabic Medium" panose="020B0704030504040204" pitchFamily="34" charset="-78"/>
                      </a:endParaRPr>
                    </a:p>
                  </a:txBody>
                  <a:tcPr marL="6149" marR="6149" marT="61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0" fontAlgn="b"/>
                      <a:endParaRPr lang="en-US" sz="1700" b="0" i="0" u="none" strike="noStrike">
                        <a:solidFill>
                          <a:srgbClr val="000000"/>
                        </a:solidFill>
                        <a:effectLst/>
                        <a:latin typeface="Neo Sans Arabic Medium" panose="020B0704030504040204" pitchFamily="34" charset="-78"/>
                        <a:cs typeface="Neo Sans Arabic Medium" panose="020B0704030504040204" pitchFamily="34" charset="-78"/>
                      </a:endParaRPr>
                    </a:p>
                  </a:txBody>
                  <a:tcPr marL="6149" marR="6149" marT="61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0" fontAlgn="b"/>
                      <a:endParaRPr lang="en-US" sz="1700" b="0" i="0" u="none" strike="noStrike">
                        <a:solidFill>
                          <a:srgbClr val="000000"/>
                        </a:solidFill>
                        <a:effectLst/>
                        <a:latin typeface="Neo Sans Arabic Medium" panose="020B0704030504040204" pitchFamily="34" charset="-78"/>
                        <a:cs typeface="Neo Sans Arabic Medium" panose="020B0704030504040204" pitchFamily="34" charset="-78"/>
                      </a:endParaRPr>
                    </a:p>
                  </a:txBody>
                  <a:tcPr marL="6149" marR="6149" marT="61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16692986"/>
                  </a:ext>
                </a:extLst>
              </a:tr>
              <a:tr h="457200">
                <a:tc>
                  <a:txBody>
                    <a:bodyPr/>
                    <a:lstStyle/>
                    <a:p>
                      <a:pPr algn="ctr" rtl="0" fontAlgn="b"/>
                      <a:endParaRPr lang="en-US" sz="1700" b="0" i="0" u="none" strike="noStrike" dirty="0">
                        <a:solidFill>
                          <a:srgbClr val="000000"/>
                        </a:solidFill>
                        <a:effectLst/>
                        <a:latin typeface="Neo Sans Arabic Medium" panose="020B0704030504040204" pitchFamily="34" charset="-78"/>
                        <a:cs typeface="Neo Sans Arabic Medium" panose="020B0704030504040204" pitchFamily="34" charset="-78"/>
                      </a:endParaRPr>
                    </a:p>
                  </a:txBody>
                  <a:tcPr marL="6149" marR="6149" marT="61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0" fontAlgn="b"/>
                      <a:endParaRPr lang="en-US" sz="1700" b="0" i="0" u="none" strike="noStrike" dirty="0">
                        <a:solidFill>
                          <a:srgbClr val="000000"/>
                        </a:solidFill>
                        <a:effectLst/>
                        <a:latin typeface="Neo Sans Arabic Medium" panose="020B0704030504040204" pitchFamily="34" charset="-78"/>
                        <a:cs typeface="Neo Sans Arabic Medium" panose="020B0704030504040204" pitchFamily="34" charset="-78"/>
                      </a:endParaRPr>
                    </a:p>
                  </a:txBody>
                  <a:tcPr marL="6149" marR="6149" marT="61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0" fontAlgn="b"/>
                      <a:endParaRPr lang="en-US" sz="1700" b="0" i="0" u="none" strike="noStrike" dirty="0">
                        <a:solidFill>
                          <a:srgbClr val="000000"/>
                        </a:solidFill>
                        <a:effectLst/>
                        <a:latin typeface="Neo Sans Arabic Medium" panose="020B0704030504040204" pitchFamily="34" charset="-78"/>
                        <a:cs typeface="Neo Sans Arabic Medium" panose="020B0704030504040204" pitchFamily="34" charset="-78"/>
                      </a:endParaRPr>
                    </a:p>
                  </a:txBody>
                  <a:tcPr marL="6149" marR="6149" marT="61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0" fontAlgn="b"/>
                      <a:endParaRPr lang="en-US" sz="1700" b="0" i="0" u="none" strike="noStrike">
                        <a:solidFill>
                          <a:srgbClr val="000000"/>
                        </a:solidFill>
                        <a:effectLst/>
                        <a:latin typeface="Neo Sans Arabic Medium" panose="020B0704030504040204" pitchFamily="34" charset="-78"/>
                        <a:cs typeface="Neo Sans Arabic Medium" panose="020B0704030504040204" pitchFamily="34" charset="-78"/>
                      </a:endParaRPr>
                    </a:p>
                  </a:txBody>
                  <a:tcPr marL="6149" marR="6149" marT="61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0" fontAlgn="b"/>
                      <a:endParaRPr lang="en-US" sz="1700" b="0" i="0" u="none" strike="noStrike">
                        <a:solidFill>
                          <a:srgbClr val="000000"/>
                        </a:solidFill>
                        <a:effectLst/>
                        <a:latin typeface="Neo Sans Arabic Medium" panose="020B0704030504040204" pitchFamily="34" charset="-78"/>
                        <a:cs typeface="Neo Sans Arabic Medium" panose="020B0704030504040204" pitchFamily="34" charset="-78"/>
                      </a:endParaRPr>
                    </a:p>
                  </a:txBody>
                  <a:tcPr marL="6149" marR="6149" marT="61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0" fontAlgn="b"/>
                      <a:endParaRPr lang="en-US" sz="1700" b="0" i="0" u="none" strike="noStrike">
                        <a:solidFill>
                          <a:srgbClr val="000000"/>
                        </a:solidFill>
                        <a:effectLst/>
                        <a:latin typeface="Neo Sans Arabic Medium" panose="020B0704030504040204" pitchFamily="34" charset="-78"/>
                        <a:cs typeface="Neo Sans Arabic Medium" panose="020B0704030504040204" pitchFamily="34" charset="-78"/>
                      </a:endParaRPr>
                    </a:p>
                  </a:txBody>
                  <a:tcPr marL="6149" marR="6149" marT="61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0" fontAlgn="b"/>
                      <a:endParaRPr lang="en-US" sz="1700" b="0" i="0" u="none" strike="noStrike">
                        <a:solidFill>
                          <a:srgbClr val="000000"/>
                        </a:solidFill>
                        <a:effectLst/>
                        <a:latin typeface="Neo Sans Arabic Medium" panose="020B0704030504040204" pitchFamily="34" charset="-78"/>
                        <a:cs typeface="Neo Sans Arabic Medium" panose="020B0704030504040204" pitchFamily="34" charset="-78"/>
                      </a:endParaRPr>
                    </a:p>
                  </a:txBody>
                  <a:tcPr marL="6149" marR="6149" marT="61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0" fontAlgn="b"/>
                      <a:endParaRPr lang="en-US" sz="1700" b="0" i="0" u="none" strike="noStrike">
                        <a:solidFill>
                          <a:srgbClr val="000000"/>
                        </a:solidFill>
                        <a:effectLst/>
                        <a:latin typeface="Neo Sans Arabic Medium" panose="020B0704030504040204" pitchFamily="34" charset="-78"/>
                        <a:cs typeface="Neo Sans Arabic Medium" panose="020B0704030504040204" pitchFamily="34" charset="-78"/>
                      </a:endParaRPr>
                    </a:p>
                  </a:txBody>
                  <a:tcPr marL="6149" marR="6149" marT="61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0" fontAlgn="b"/>
                      <a:endParaRPr lang="en-US" sz="1700" b="0" i="0" u="none" strike="noStrike">
                        <a:solidFill>
                          <a:srgbClr val="000000"/>
                        </a:solidFill>
                        <a:effectLst/>
                        <a:latin typeface="Neo Sans Arabic Medium" panose="020B0704030504040204" pitchFamily="34" charset="-78"/>
                        <a:cs typeface="Neo Sans Arabic Medium" panose="020B0704030504040204" pitchFamily="34" charset="-78"/>
                      </a:endParaRPr>
                    </a:p>
                  </a:txBody>
                  <a:tcPr marL="6149" marR="6149" marT="61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0" fontAlgn="b"/>
                      <a:endParaRPr lang="en-US" sz="1700" b="0" i="0" u="none" strike="noStrike" dirty="0">
                        <a:solidFill>
                          <a:srgbClr val="000000"/>
                        </a:solidFill>
                        <a:effectLst/>
                        <a:latin typeface="Neo Sans Arabic Medium" panose="020B0704030504040204" pitchFamily="34" charset="-78"/>
                        <a:cs typeface="Neo Sans Arabic Medium" panose="020B0704030504040204" pitchFamily="34" charset="-78"/>
                      </a:endParaRPr>
                    </a:p>
                  </a:txBody>
                  <a:tcPr marL="6149" marR="6149" marT="61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0" fontAlgn="b"/>
                      <a:endParaRPr lang="en-US" sz="1700" b="0" i="0" u="none" strike="noStrike" dirty="0">
                        <a:solidFill>
                          <a:srgbClr val="000000"/>
                        </a:solidFill>
                        <a:effectLst/>
                        <a:latin typeface="Neo Sans Arabic Medium" panose="020B0704030504040204" pitchFamily="34" charset="-78"/>
                        <a:cs typeface="Neo Sans Arabic Medium" panose="020B0704030504040204" pitchFamily="34" charset="-78"/>
                      </a:endParaRPr>
                    </a:p>
                  </a:txBody>
                  <a:tcPr marL="6149" marR="6149" marT="61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89975002"/>
                  </a:ext>
                </a:extLst>
              </a:tr>
            </a:tbl>
          </a:graphicData>
        </a:graphic>
      </p:graphicFrame>
    </p:spTree>
    <p:extLst>
      <p:ext uri="{BB962C8B-B14F-4D97-AF65-F5344CB8AC3E}">
        <p14:creationId xmlns:p14="http://schemas.microsoft.com/office/powerpoint/2010/main" val="41938923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6A650F24-0B09-C902-D072-1AC4B4D0F745}"/>
            </a:ext>
          </a:extLst>
        </p:cNvPr>
        <p:cNvGrpSpPr/>
        <p:nvPr/>
      </p:nvGrpSpPr>
      <p:grpSpPr>
        <a:xfrm>
          <a:off x="0" y="0"/>
          <a:ext cx="0" cy="0"/>
          <a:chOff x="0" y="0"/>
          <a:chExt cx="0" cy="0"/>
        </a:xfrm>
      </p:grpSpPr>
      <p:sp>
        <p:nvSpPr>
          <p:cNvPr id="3" name="مربع نص 2">
            <a:extLst>
              <a:ext uri="{FF2B5EF4-FFF2-40B4-BE49-F238E27FC236}">
                <a16:creationId xmlns:a16="http://schemas.microsoft.com/office/drawing/2014/main" id="{02E5D6AE-0D0D-3397-8E19-100954A661B5}"/>
              </a:ext>
            </a:extLst>
          </p:cNvPr>
          <p:cNvSpPr txBox="1"/>
          <p:nvPr/>
        </p:nvSpPr>
        <p:spPr>
          <a:xfrm>
            <a:off x="4522343" y="390338"/>
            <a:ext cx="7180032" cy="733791"/>
          </a:xfrm>
          <a:prstGeom prst="rect">
            <a:avLst/>
          </a:prstGeom>
          <a:noFill/>
        </p:spPr>
        <p:txBody>
          <a:bodyPr wrap="square" rtlCol="1">
            <a:spAutoFit/>
          </a:bodyPr>
          <a:lstStyle/>
          <a:p>
            <a:pPr marL="0" marR="0" lvl="0" indent="0" algn="r" defTabSz="914400" rtl="1" eaLnBrk="1" fontAlgn="auto" latinLnBrk="0" hangingPunct="1">
              <a:lnSpc>
                <a:spcPct val="150000"/>
              </a:lnSpc>
              <a:spcBef>
                <a:spcPts val="0"/>
              </a:spcBef>
              <a:spcAft>
                <a:spcPts val="0"/>
              </a:spcAft>
              <a:buClrTx/>
              <a:buSzTx/>
              <a:buFontTx/>
              <a:buNone/>
              <a:tabLst/>
              <a:defRPr/>
            </a:pPr>
            <a:r>
              <a:rPr kumimoji="0" lang="ar-SA" sz="3200" b="0" i="0" u="none" strike="noStrike" kern="1200" cap="none" spc="0" normalizeH="0" baseline="0" noProof="0" dirty="0">
                <a:ln>
                  <a:noFill/>
                </a:ln>
                <a:solidFill>
                  <a:prstClr val="white"/>
                </a:solidFill>
                <a:effectLst/>
                <a:uLnTx/>
                <a:uFillTx/>
                <a:latin typeface="Neo Sans Arabic Medium" panose="020B0704030504040204" pitchFamily="34" charset="-78"/>
                <a:cs typeface="Neo Sans Arabic Medium" panose="020B0704030504040204" pitchFamily="34" charset="-78"/>
              </a:rPr>
              <a:t>نموذج إدارة المقاومة لصاحب المصلحة</a:t>
            </a:r>
            <a:endParaRPr kumimoji="0" lang="en-US" sz="3200" b="0" i="0" u="none" strike="noStrike" kern="1200" cap="none" spc="0" normalizeH="0" baseline="0" noProof="0" dirty="0">
              <a:ln>
                <a:noFill/>
              </a:ln>
              <a:solidFill>
                <a:prstClr val="white"/>
              </a:solidFill>
              <a:effectLst/>
              <a:uLnTx/>
              <a:uFillTx/>
              <a:latin typeface="Neo Sans Arabic Medium" panose="020B0704030504040204" pitchFamily="34" charset="-78"/>
              <a:cs typeface="Neo Sans Arabic Medium" panose="020B0704030504040204" pitchFamily="34" charset="-78"/>
            </a:endParaRPr>
          </a:p>
        </p:txBody>
      </p:sp>
      <p:graphicFrame>
        <p:nvGraphicFramePr>
          <p:cNvPr id="4" name="Table 5">
            <a:extLst>
              <a:ext uri="{FF2B5EF4-FFF2-40B4-BE49-F238E27FC236}">
                <a16:creationId xmlns:a16="http://schemas.microsoft.com/office/drawing/2014/main" id="{85DE821E-693F-F21D-CCD5-4A80D2A15BA5}"/>
              </a:ext>
            </a:extLst>
          </p:cNvPr>
          <p:cNvGraphicFramePr>
            <a:graphicFrameLocks noGrp="1"/>
          </p:cNvGraphicFramePr>
          <p:nvPr>
            <p:extLst>
              <p:ext uri="{D42A27DB-BD31-4B8C-83A1-F6EECF244321}">
                <p14:modId xmlns:p14="http://schemas.microsoft.com/office/powerpoint/2010/main" val="855736343"/>
              </p:ext>
            </p:extLst>
          </p:nvPr>
        </p:nvGraphicFramePr>
        <p:xfrm>
          <a:off x="388620" y="1339255"/>
          <a:ext cx="11585893" cy="4097135"/>
        </p:xfrm>
        <a:graphic>
          <a:graphicData uri="http://schemas.openxmlformats.org/drawingml/2006/table">
            <a:tbl>
              <a:tblPr firstRow="1" bandRow="1"/>
              <a:tblGrid>
                <a:gridCol w="1401770">
                  <a:extLst>
                    <a:ext uri="{9D8B030D-6E8A-4147-A177-3AD203B41FA5}">
                      <a16:colId xmlns:a16="http://schemas.microsoft.com/office/drawing/2014/main" val="20000"/>
                    </a:ext>
                  </a:extLst>
                </a:gridCol>
                <a:gridCol w="2183918">
                  <a:extLst>
                    <a:ext uri="{9D8B030D-6E8A-4147-A177-3AD203B41FA5}">
                      <a16:colId xmlns:a16="http://schemas.microsoft.com/office/drawing/2014/main" val="20001"/>
                    </a:ext>
                  </a:extLst>
                </a:gridCol>
                <a:gridCol w="507888">
                  <a:extLst>
                    <a:ext uri="{9D8B030D-6E8A-4147-A177-3AD203B41FA5}">
                      <a16:colId xmlns:a16="http://schemas.microsoft.com/office/drawing/2014/main" val="2646827633"/>
                    </a:ext>
                  </a:extLst>
                </a:gridCol>
                <a:gridCol w="507888">
                  <a:extLst>
                    <a:ext uri="{9D8B030D-6E8A-4147-A177-3AD203B41FA5}">
                      <a16:colId xmlns:a16="http://schemas.microsoft.com/office/drawing/2014/main" val="3465088317"/>
                    </a:ext>
                  </a:extLst>
                </a:gridCol>
                <a:gridCol w="507888">
                  <a:extLst>
                    <a:ext uri="{9D8B030D-6E8A-4147-A177-3AD203B41FA5}">
                      <a16:colId xmlns:a16="http://schemas.microsoft.com/office/drawing/2014/main" val="20002"/>
                    </a:ext>
                  </a:extLst>
                </a:gridCol>
                <a:gridCol w="507888">
                  <a:extLst>
                    <a:ext uri="{9D8B030D-6E8A-4147-A177-3AD203B41FA5}">
                      <a16:colId xmlns:a16="http://schemas.microsoft.com/office/drawing/2014/main" val="2404675272"/>
                    </a:ext>
                  </a:extLst>
                </a:gridCol>
                <a:gridCol w="295592">
                  <a:extLst>
                    <a:ext uri="{9D8B030D-6E8A-4147-A177-3AD203B41FA5}">
                      <a16:colId xmlns:a16="http://schemas.microsoft.com/office/drawing/2014/main" val="664007910"/>
                    </a:ext>
                  </a:extLst>
                </a:gridCol>
                <a:gridCol w="1508381">
                  <a:extLst>
                    <a:ext uri="{9D8B030D-6E8A-4147-A177-3AD203B41FA5}">
                      <a16:colId xmlns:a16="http://schemas.microsoft.com/office/drawing/2014/main" val="20005"/>
                    </a:ext>
                  </a:extLst>
                </a:gridCol>
                <a:gridCol w="507888">
                  <a:extLst>
                    <a:ext uri="{9D8B030D-6E8A-4147-A177-3AD203B41FA5}">
                      <a16:colId xmlns:a16="http://schemas.microsoft.com/office/drawing/2014/main" val="3898860660"/>
                    </a:ext>
                  </a:extLst>
                </a:gridCol>
                <a:gridCol w="751674">
                  <a:extLst>
                    <a:ext uri="{9D8B030D-6E8A-4147-A177-3AD203B41FA5}">
                      <a16:colId xmlns:a16="http://schemas.microsoft.com/office/drawing/2014/main" val="1911190887"/>
                    </a:ext>
                  </a:extLst>
                </a:gridCol>
                <a:gridCol w="914198">
                  <a:extLst>
                    <a:ext uri="{9D8B030D-6E8A-4147-A177-3AD203B41FA5}">
                      <a16:colId xmlns:a16="http://schemas.microsoft.com/office/drawing/2014/main" val="3223270661"/>
                    </a:ext>
                  </a:extLst>
                </a:gridCol>
                <a:gridCol w="914198">
                  <a:extLst>
                    <a:ext uri="{9D8B030D-6E8A-4147-A177-3AD203B41FA5}">
                      <a16:colId xmlns:a16="http://schemas.microsoft.com/office/drawing/2014/main" val="3498035555"/>
                    </a:ext>
                  </a:extLst>
                </a:gridCol>
                <a:gridCol w="568834">
                  <a:extLst>
                    <a:ext uri="{9D8B030D-6E8A-4147-A177-3AD203B41FA5}">
                      <a16:colId xmlns:a16="http://schemas.microsoft.com/office/drawing/2014/main" val="1661282248"/>
                    </a:ext>
                  </a:extLst>
                </a:gridCol>
                <a:gridCol w="507888">
                  <a:extLst>
                    <a:ext uri="{9D8B030D-6E8A-4147-A177-3AD203B41FA5}">
                      <a16:colId xmlns:a16="http://schemas.microsoft.com/office/drawing/2014/main" val="3298153384"/>
                    </a:ext>
                  </a:extLst>
                </a:gridCol>
              </a:tblGrid>
              <a:tr h="713855">
                <a:tc>
                  <a:txBody>
                    <a:bodyPr/>
                    <a:lstStyle>
                      <a:lvl1pPr marL="0" algn="l" defTabSz="914400" rtl="0" eaLnBrk="1" latinLnBrk="0" hangingPunct="1">
                        <a:defRPr sz="1800" b="1" kern="1200">
                          <a:solidFill>
                            <a:schemeClr val="lt1"/>
                          </a:solidFill>
                          <a:latin typeface="Gill Sans MT" panose="020B0502020104020203"/>
                        </a:defRPr>
                      </a:lvl1pPr>
                      <a:lvl2pPr marL="457200" algn="l" defTabSz="914400" rtl="0" eaLnBrk="1" latinLnBrk="0" hangingPunct="1">
                        <a:defRPr sz="1800" b="1" kern="1200">
                          <a:solidFill>
                            <a:schemeClr val="lt1"/>
                          </a:solidFill>
                          <a:latin typeface="Gill Sans MT" panose="020B0502020104020203"/>
                        </a:defRPr>
                      </a:lvl2pPr>
                      <a:lvl3pPr marL="914400" algn="l" defTabSz="914400" rtl="0" eaLnBrk="1" latinLnBrk="0" hangingPunct="1">
                        <a:defRPr sz="1800" b="1" kern="1200">
                          <a:solidFill>
                            <a:schemeClr val="lt1"/>
                          </a:solidFill>
                          <a:latin typeface="Gill Sans MT" panose="020B0502020104020203"/>
                        </a:defRPr>
                      </a:lvl3pPr>
                      <a:lvl4pPr marL="1371600" algn="l" defTabSz="914400" rtl="0" eaLnBrk="1" latinLnBrk="0" hangingPunct="1">
                        <a:defRPr sz="1800" b="1" kern="1200">
                          <a:solidFill>
                            <a:schemeClr val="lt1"/>
                          </a:solidFill>
                          <a:latin typeface="Gill Sans MT" panose="020B0502020104020203"/>
                        </a:defRPr>
                      </a:lvl4pPr>
                      <a:lvl5pPr marL="1828800" algn="l" defTabSz="914400" rtl="0" eaLnBrk="1" latinLnBrk="0" hangingPunct="1">
                        <a:defRPr sz="1800" b="1" kern="1200">
                          <a:solidFill>
                            <a:schemeClr val="lt1"/>
                          </a:solidFill>
                          <a:latin typeface="Gill Sans MT" panose="020B0502020104020203"/>
                        </a:defRPr>
                      </a:lvl5pPr>
                      <a:lvl6pPr marL="2286000" algn="l" defTabSz="914400" rtl="0" eaLnBrk="1" latinLnBrk="0" hangingPunct="1">
                        <a:defRPr sz="1800" b="1" kern="1200">
                          <a:solidFill>
                            <a:schemeClr val="lt1"/>
                          </a:solidFill>
                          <a:latin typeface="Gill Sans MT" panose="020B0502020104020203"/>
                        </a:defRPr>
                      </a:lvl6pPr>
                      <a:lvl7pPr marL="2743200" algn="l" defTabSz="914400" rtl="0" eaLnBrk="1" latinLnBrk="0" hangingPunct="1">
                        <a:defRPr sz="1800" b="1" kern="1200">
                          <a:solidFill>
                            <a:schemeClr val="lt1"/>
                          </a:solidFill>
                          <a:latin typeface="Gill Sans MT" panose="020B0502020104020203"/>
                        </a:defRPr>
                      </a:lvl7pPr>
                      <a:lvl8pPr marL="3200400" algn="l" defTabSz="914400" rtl="0" eaLnBrk="1" latinLnBrk="0" hangingPunct="1">
                        <a:defRPr sz="1800" b="1" kern="1200">
                          <a:solidFill>
                            <a:schemeClr val="lt1"/>
                          </a:solidFill>
                          <a:latin typeface="Gill Sans MT" panose="020B0502020104020203"/>
                        </a:defRPr>
                      </a:lvl8pPr>
                      <a:lvl9pPr marL="3657600" algn="l" defTabSz="914400" rtl="0" eaLnBrk="1" latinLnBrk="0" hangingPunct="1">
                        <a:defRPr sz="1800" b="1" kern="1200">
                          <a:solidFill>
                            <a:schemeClr val="lt1"/>
                          </a:solidFill>
                          <a:latin typeface="Gill Sans MT" panose="020B0502020104020203"/>
                        </a:defRPr>
                      </a:lvl9pPr>
                    </a:lstStyle>
                    <a:p>
                      <a:pPr algn="ctr"/>
                      <a:r>
                        <a:rPr lang="ar-SA" sz="1200" b="0" dirty="0">
                          <a:solidFill>
                            <a:schemeClr val="tx1"/>
                          </a:solidFill>
                          <a:latin typeface="Neo Sans Arabic Medium" panose="020B0704030504040204" pitchFamily="34" charset="-78"/>
                          <a:cs typeface="Neo Sans Arabic Medium" panose="020B0704030504040204" pitchFamily="34" charset="-78"/>
                        </a:rPr>
                        <a:t>نمط المقاومة</a:t>
                      </a:r>
                      <a:endParaRPr lang="en-US" sz="1200" b="0" dirty="0">
                        <a:solidFill>
                          <a:schemeClr val="tx1"/>
                        </a:solidFill>
                        <a:latin typeface="Neo Sans Arabic Medium" panose="020B0704030504040204" pitchFamily="34" charset="-78"/>
                        <a:cs typeface="Neo Sans Arabic Medium" panose="020B0704030504040204" pitchFamily="34" charset="-78"/>
                      </a:endParaRPr>
                    </a:p>
                  </a:txBody>
                  <a:tcPr anchor="ctr">
                    <a:lnL w="12700" cmpd="sng">
                      <a:solidFill>
                        <a:sysClr val="window" lastClr="FFFFFF"/>
                      </a:solidFill>
                    </a:lnL>
                    <a:lnR w="12700" cap="flat" cmpd="sng" algn="ctr">
                      <a:solidFill>
                        <a:sysClr val="window" lastClr="FFFFFF"/>
                      </a:solidFill>
                      <a:prstDash val="solid"/>
                      <a:round/>
                      <a:headEnd type="none" w="med" len="med"/>
                      <a:tailEnd type="none" w="med" len="med"/>
                    </a:lnR>
                    <a:lnT w="12700" cmpd="sng">
                      <a:solidFill>
                        <a:sysClr val="window" lastClr="FFFFFF"/>
                      </a:solidFill>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96CC42"/>
                    </a:solidFill>
                  </a:tcPr>
                </a:tc>
                <a:tc gridSpan="3">
                  <a:txBody>
                    <a:bodyPr/>
                    <a:lstStyle>
                      <a:lvl1pPr marL="0" algn="l" defTabSz="914400" rtl="0" eaLnBrk="1" latinLnBrk="0" hangingPunct="1">
                        <a:defRPr sz="1800" b="1" kern="1200">
                          <a:solidFill>
                            <a:schemeClr val="lt1"/>
                          </a:solidFill>
                          <a:latin typeface="Gill Sans MT" panose="020B0502020104020203"/>
                        </a:defRPr>
                      </a:lvl1pPr>
                      <a:lvl2pPr marL="457200" algn="l" defTabSz="914400" rtl="0" eaLnBrk="1" latinLnBrk="0" hangingPunct="1">
                        <a:defRPr sz="1800" b="1" kern="1200">
                          <a:solidFill>
                            <a:schemeClr val="lt1"/>
                          </a:solidFill>
                          <a:latin typeface="Gill Sans MT" panose="020B0502020104020203"/>
                        </a:defRPr>
                      </a:lvl2pPr>
                      <a:lvl3pPr marL="914400" algn="l" defTabSz="914400" rtl="0" eaLnBrk="1" latinLnBrk="0" hangingPunct="1">
                        <a:defRPr sz="1800" b="1" kern="1200">
                          <a:solidFill>
                            <a:schemeClr val="lt1"/>
                          </a:solidFill>
                          <a:latin typeface="Gill Sans MT" panose="020B0502020104020203"/>
                        </a:defRPr>
                      </a:lvl3pPr>
                      <a:lvl4pPr marL="1371600" algn="l" defTabSz="914400" rtl="0" eaLnBrk="1" latinLnBrk="0" hangingPunct="1">
                        <a:defRPr sz="1800" b="1" kern="1200">
                          <a:solidFill>
                            <a:schemeClr val="lt1"/>
                          </a:solidFill>
                          <a:latin typeface="Gill Sans MT" panose="020B0502020104020203"/>
                        </a:defRPr>
                      </a:lvl4pPr>
                      <a:lvl5pPr marL="1828800" algn="l" defTabSz="914400" rtl="0" eaLnBrk="1" latinLnBrk="0" hangingPunct="1">
                        <a:defRPr sz="1800" b="1" kern="1200">
                          <a:solidFill>
                            <a:schemeClr val="lt1"/>
                          </a:solidFill>
                          <a:latin typeface="Gill Sans MT" panose="020B0502020104020203"/>
                        </a:defRPr>
                      </a:lvl5pPr>
                      <a:lvl6pPr marL="2286000" algn="l" defTabSz="914400" rtl="0" eaLnBrk="1" latinLnBrk="0" hangingPunct="1">
                        <a:defRPr sz="1800" b="1" kern="1200">
                          <a:solidFill>
                            <a:schemeClr val="lt1"/>
                          </a:solidFill>
                          <a:latin typeface="Gill Sans MT" panose="020B0502020104020203"/>
                        </a:defRPr>
                      </a:lvl6pPr>
                      <a:lvl7pPr marL="2743200" algn="l" defTabSz="914400" rtl="0" eaLnBrk="1" latinLnBrk="0" hangingPunct="1">
                        <a:defRPr sz="1800" b="1" kern="1200">
                          <a:solidFill>
                            <a:schemeClr val="lt1"/>
                          </a:solidFill>
                          <a:latin typeface="Gill Sans MT" panose="020B0502020104020203"/>
                        </a:defRPr>
                      </a:lvl7pPr>
                      <a:lvl8pPr marL="3200400" algn="l" defTabSz="914400" rtl="0" eaLnBrk="1" latinLnBrk="0" hangingPunct="1">
                        <a:defRPr sz="1800" b="1" kern="1200">
                          <a:solidFill>
                            <a:schemeClr val="lt1"/>
                          </a:solidFill>
                          <a:latin typeface="Gill Sans MT" panose="020B0502020104020203"/>
                        </a:defRPr>
                      </a:lvl8pPr>
                      <a:lvl9pPr marL="3657600" algn="l" defTabSz="914400" rtl="0" eaLnBrk="1" latinLnBrk="0" hangingPunct="1">
                        <a:defRPr sz="1800" b="1" kern="1200">
                          <a:solidFill>
                            <a:schemeClr val="lt1"/>
                          </a:solidFill>
                          <a:latin typeface="Gill Sans MT" panose="020B0502020104020203"/>
                        </a:defRPr>
                      </a:lvl9pPr>
                    </a:lstStyle>
                    <a:p>
                      <a:pPr algn="ctr"/>
                      <a:r>
                        <a:rPr lang="ar-SA" sz="1200" b="0" dirty="0">
                          <a:solidFill>
                            <a:schemeClr val="tx1"/>
                          </a:solidFill>
                          <a:latin typeface="Neo Sans Arabic Medium" panose="020B0704030504040204" pitchFamily="34" charset="-78"/>
                          <a:cs typeface="Neo Sans Arabic Medium" panose="020B0704030504040204" pitchFamily="34" charset="-78"/>
                        </a:rPr>
                        <a:t>أسباب المقاومة</a:t>
                      </a:r>
                      <a:endParaRPr lang="en-US" sz="1200" b="0" dirty="0">
                        <a:solidFill>
                          <a:schemeClr val="tx1"/>
                        </a:solidFill>
                        <a:latin typeface="Neo Sans Arabic Medium" panose="020B0704030504040204" pitchFamily="34" charset="-78"/>
                        <a:cs typeface="Neo Sans Arabic Medium" panose="020B0704030504040204" pitchFamily="34" charset="-78"/>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mpd="sng">
                      <a:solidFill>
                        <a:sysClr val="window" lastClr="FFFFFF"/>
                      </a:solidFill>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96CC42"/>
                    </a:solidFill>
                  </a:tcPr>
                </a:tc>
                <a:tc hMerge="1">
                  <a:txBody>
                    <a:bodyPr/>
                    <a:lstStyle/>
                    <a:p>
                      <a:endParaRPr lang="en-US"/>
                    </a:p>
                  </a:txBody>
                  <a:tcPr/>
                </a:tc>
                <a:tc hMerge="1">
                  <a:txBody>
                    <a:bodyPr/>
                    <a:lstStyle/>
                    <a:p>
                      <a:endParaRPr lang="en-US"/>
                    </a:p>
                  </a:txBody>
                  <a:tcPr/>
                </a:tc>
                <a:tc gridSpan="3">
                  <a:txBody>
                    <a:bodyPr/>
                    <a:lstStyle>
                      <a:lvl1pPr marL="0" algn="l" defTabSz="914400" rtl="0" eaLnBrk="1" latinLnBrk="0" hangingPunct="1">
                        <a:defRPr sz="1800" b="1" kern="1200">
                          <a:solidFill>
                            <a:schemeClr val="lt1"/>
                          </a:solidFill>
                          <a:latin typeface="Gill Sans MT" panose="020B0502020104020203"/>
                        </a:defRPr>
                      </a:lvl1pPr>
                      <a:lvl2pPr marL="457200" algn="l" defTabSz="914400" rtl="0" eaLnBrk="1" latinLnBrk="0" hangingPunct="1">
                        <a:defRPr sz="1800" b="1" kern="1200">
                          <a:solidFill>
                            <a:schemeClr val="lt1"/>
                          </a:solidFill>
                          <a:latin typeface="Gill Sans MT" panose="020B0502020104020203"/>
                        </a:defRPr>
                      </a:lvl2pPr>
                      <a:lvl3pPr marL="914400" algn="l" defTabSz="914400" rtl="0" eaLnBrk="1" latinLnBrk="0" hangingPunct="1">
                        <a:defRPr sz="1800" b="1" kern="1200">
                          <a:solidFill>
                            <a:schemeClr val="lt1"/>
                          </a:solidFill>
                          <a:latin typeface="Gill Sans MT" panose="020B0502020104020203"/>
                        </a:defRPr>
                      </a:lvl3pPr>
                      <a:lvl4pPr marL="1371600" algn="l" defTabSz="914400" rtl="0" eaLnBrk="1" latinLnBrk="0" hangingPunct="1">
                        <a:defRPr sz="1800" b="1" kern="1200">
                          <a:solidFill>
                            <a:schemeClr val="lt1"/>
                          </a:solidFill>
                          <a:latin typeface="Gill Sans MT" panose="020B0502020104020203"/>
                        </a:defRPr>
                      </a:lvl4pPr>
                      <a:lvl5pPr marL="1828800" algn="l" defTabSz="914400" rtl="0" eaLnBrk="1" latinLnBrk="0" hangingPunct="1">
                        <a:defRPr sz="1800" b="1" kern="1200">
                          <a:solidFill>
                            <a:schemeClr val="lt1"/>
                          </a:solidFill>
                          <a:latin typeface="Gill Sans MT" panose="020B0502020104020203"/>
                        </a:defRPr>
                      </a:lvl5pPr>
                      <a:lvl6pPr marL="2286000" algn="l" defTabSz="914400" rtl="0" eaLnBrk="1" latinLnBrk="0" hangingPunct="1">
                        <a:defRPr sz="1800" b="1" kern="1200">
                          <a:solidFill>
                            <a:schemeClr val="lt1"/>
                          </a:solidFill>
                          <a:latin typeface="Gill Sans MT" panose="020B0502020104020203"/>
                        </a:defRPr>
                      </a:lvl6pPr>
                      <a:lvl7pPr marL="2743200" algn="l" defTabSz="914400" rtl="0" eaLnBrk="1" latinLnBrk="0" hangingPunct="1">
                        <a:defRPr sz="1800" b="1" kern="1200">
                          <a:solidFill>
                            <a:schemeClr val="lt1"/>
                          </a:solidFill>
                          <a:latin typeface="Gill Sans MT" panose="020B0502020104020203"/>
                        </a:defRPr>
                      </a:lvl7pPr>
                      <a:lvl8pPr marL="3200400" algn="l" defTabSz="914400" rtl="0" eaLnBrk="1" latinLnBrk="0" hangingPunct="1">
                        <a:defRPr sz="1800" b="1" kern="1200">
                          <a:solidFill>
                            <a:schemeClr val="lt1"/>
                          </a:solidFill>
                          <a:latin typeface="Gill Sans MT" panose="020B0502020104020203"/>
                        </a:defRPr>
                      </a:lvl8pPr>
                      <a:lvl9pPr marL="3657600" algn="l" defTabSz="914400" rtl="0" eaLnBrk="1" latinLnBrk="0" hangingPunct="1">
                        <a:defRPr sz="1800" b="1" kern="1200">
                          <a:solidFill>
                            <a:schemeClr val="lt1"/>
                          </a:solidFill>
                          <a:latin typeface="Gill Sans MT" panose="020B0502020104020203"/>
                        </a:defRPr>
                      </a:lvl9pPr>
                    </a:lstStyle>
                    <a:p>
                      <a:pPr algn="ctr"/>
                      <a:r>
                        <a:rPr lang="ar-SA" sz="1200" b="0" dirty="0">
                          <a:solidFill>
                            <a:schemeClr val="tx1"/>
                          </a:solidFill>
                          <a:latin typeface="Neo Sans Arabic Medium" panose="020B0704030504040204" pitchFamily="34" charset="-78"/>
                          <a:cs typeface="Neo Sans Arabic Medium" panose="020B0704030504040204" pitchFamily="34" charset="-78"/>
                        </a:rPr>
                        <a:t>درجة المقاومة</a:t>
                      </a:r>
                      <a:endParaRPr lang="en-US" sz="1200" b="0" dirty="0">
                        <a:solidFill>
                          <a:schemeClr val="tx1"/>
                        </a:solidFill>
                        <a:latin typeface="Neo Sans Arabic Medium" panose="020B0704030504040204" pitchFamily="34" charset="-78"/>
                        <a:cs typeface="Neo Sans Arabic Medium" panose="020B0704030504040204" pitchFamily="34" charset="-78"/>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mpd="sng">
                      <a:solidFill>
                        <a:sysClr val="window" lastClr="FFFFFF"/>
                      </a:solidFill>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96CC42"/>
                    </a:solidFill>
                  </a:tcPr>
                </a:tc>
                <a:tc hMerge="1">
                  <a:txBody>
                    <a:bodyPr/>
                    <a:lstStyle/>
                    <a:p>
                      <a:pPr algn="ctr"/>
                      <a:endParaRPr lang="en-US" sz="1200" b="0" dirty="0">
                        <a:latin typeface="Neo Sans Arabic Medium" panose="020B0704030504040204" pitchFamily="34" charset="-78"/>
                        <a:cs typeface="Neo Sans Arabic Medium" panose="020B0704030504040204" pitchFamily="34" charset="-78"/>
                      </a:endParaRPr>
                    </a:p>
                  </a:txBody>
                  <a:tcPr anchor="ctr">
                    <a:lnL w="12700" cap="flat" cmpd="sng" algn="ctr">
                      <a:solidFill>
                        <a:schemeClr val="tx1">
                          <a:lumMod val="65000"/>
                          <a:lumOff val="35000"/>
                        </a:schemeClr>
                      </a:solidFill>
                      <a:prstDash val="solid"/>
                      <a:round/>
                      <a:headEnd type="none" w="med" len="med"/>
                      <a:tailEnd type="none" w="med" len="med"/>
                    </a:lnL>
                    <a:lnR w="12700" cmpd="sng">
                      <a:solidFill>
                        <a:sysClr val="window" lastClr="FFFFFF"/>
                      </a:solidFill>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A3260"/>
                    </a:solidFill>
                  </a:tcPr>
                </a:tc>
                <a:tc hMerge="1">
                  <a:txBody>
                    <a:bodyPr/>
                    <a:lstStyle/>
                    <a:p>
                      <a:endParaRPr lang="en-US"/>
                    </a:p>
                  </a:txBody>
                  <a:tcPr/>
                </a:tc>
                <a:tc gridSpan="3">
                  <a:txBody>
                    <a:bodyPr/>
                    <a:lstStyle>
                      <a:lvl1pPr marL="0" algn="l" defTabSz="914400" rtl="0" eaLnBrk="1" latinLnBrk="0" hangingPunct="1">
                        <a:defRPr sz="1800" b="1" kern="1200">
                          <a:solidFill>
                            <a:schemeClr val="lt1"/>
                          </a:solidFill>
                          <a:latin typeface="Gill Sans MT" panose="020B0502020104020203"/>
                        </a:defRPr>
                      </a:lvl1pPr>
                      <a:lvl2pPr marL="457200" algn="l" defTabSz="914400" rtl="0" eaLnBrk="1" latinLnBrk="0" hangingPunct="1">
                        <a:defRPr sz="1800" b="1" kern="1200">
                          <a:solidFill>
                            <a:schemeClr val="lt1"/>
                          </a:solidFill>
                          <a:latin typeface="Gill Sans MT" panose="020B0502020104020203"/>
                        </a:defRPr>
                      </a:lvl2pPr>
                      <a:lvl3pPr marL="914400" algn="l" defTabSz="914400" rtl="0" eaLnBrk="1" latinLnBrk="0" hangingPunct="1">
                        <a:defRPr sz="1800" b="1" kern="1200">
                          <a:solidFill>
                            <a:schemeClr val="lt1"/>
                          </a:solidFill>
                          <a:latin typeface="Gill Sans MT" panose="020B0502020104020203"/>
                        </a:defRPr>
                      </a:lvl3pPr>
                      <a:lvl4pPr marL="1371600" algn="l" defTabSz="914400" rtl="0" eaLnBrk="1" latinLnBrk="0" hangingPunct="1">
                        <a:defRPr sz="1800" b="1" kern="1200">
                          <a:solidFill>
                            <a:schemeClr val="lt1"/>
                          </a:solidFill>
                          <a:latin typeface="Gill Sans MT" panose="020B0502020104020203"/>
                        </a:defRPr>
                      </a:lvl4pPr>
                      <a:lvl5pPr marL="1828800" algn="l" defTabSz="914400" rtl="0" eaLnBrk="1" latinLnBrk="0" hangingPunct="1">
                        <a:defRPr sz="1800" b="1" kern="1200">
                          <a:solidFill>
                            <a:schemeClr val="lt1"/>
                          </a:solidFill>
                          <a:latin typeface="Gill Sans MT" panose="020B0502020104020203"/>
                        </a:defRPr>
                      </a:lvl5pPr>
                      <a:lvl6pPr marL="2286000" algn="l" defTabSz="914400" rtl="0" eaLnBrk="1" latinLnBrk="0" hangingPunct="1">
                        <a:defRPr sz="1800" b="1" kern="1200">
                          <a:solidFill>
                            <a:schemeClr val="lt1"/>
                          </a:solidFill>
                          <a:latin typeface="Gill Sans MT" panose="020B0502020104020203"/>
                        </a:defRPr>
                      </a:lvl6pPr>
                      <a:lvl7pPr marL="2743200" algn="l" defTabSz="914400" rtl="0" eaLnBrk="1" latinLnBrk="0" hangingPunct="1">
                        <a:defRPr sz="1800" b="1" kern="1200">
                          <a:solidFill>
                            <a:schemeClr val="lt1"/>
                          </a:solidFill>
                          <a:latin typeface="Gill Sans MT" panose="020B0502020104020203"/>
                        </a:defRPr>
                      </a:lvl7pPr>
                      <a:lvl8pPr marL="3200400" algn="l" defTabSz="914400" rtl="0" eaLnBrk="1" latinLnBrk="0" hangingPunct="1">
                        <a:defRPr sz="1800" b="1" kern="1200">
                          <a:solidFill>
                            <a:schemeClr val="lt1"/>
                          </a:solidFill>
                          <a:latin typeface="Gill Sans MT" panose="020B0502020104020203"/>
                        </a:defRPr>
                      </a:lvl8pPr>
                      <a:lvl9pPr marL="3657600" algn="l" defTabSz="914400" rtl="0" eaLnBrk="1" latinLnBrk="0" hangingPunct="1">
                        <a:defRPr sz="1800" b="1" kern="1200">
                          <a:solidFill>
                            <a:schemeClr val="lt1"/>
                          </a:solidFill>
                          <a:latin typeface="Gill Sans MT" panose="020B0502020104020203"/>
                        </a:defRPr>
                      </a:lvl9pPr>
                    </a:lstStyle>
                    <a:p>
                      <a:pPr algn="ctr"/>
                      <a:r>
                        <a:rPr lang="ar-SA" sz="1200" b="0" dirty="0">
                          <a:solidFill>
                            <a:schemeClr val="tx1"/>
                          </a:solidFill>
                          <a:latin typeface="Neo Sans Arabic Medium" panose="020B0704030504040204" pitchFamily="34" charset="-78"/>
                          <a:cs typeface="Neo Sans Arabic Medium" panose="020B0704030504040204" pitchFamily="34" charset="-78"/>
                        </a:rPr>
                        <a:t>استراتيجيات التغلب على المقاومة</a:t>
                      </a:r>
                      <a:endParaRPr lang="en-US" sz="1200" b="0" dirty="0">
                        <a:solidFill>
                          <a:schemeClr val="tx1"/>
                        </a:solidFill>
                        <a:latin typeface="Neo Sans Arabic Medium" panose="020B0704030504040204" pitchFamily="34" charset="-78"/>
                        <a:cs typeface="Neo Sans Arabic Medium" panose="020B0704030504040204" pitchFamily="34" charset="-78"/>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mpd="sng">
                      <a:solidFill>
                        <a:sysClr val="window" lastClr="FFFFFF"/>
                      </a:solidFill>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96CC42"/>
                    </a:solidFill>
                  </a:tcPr>
                </a:tc>
                <a:tc hMerge="1">
                  <a:txBody>
                    <a:bodyPr/>
                    <a:lstStyle/>
                    <a:p>
                      <a:endParaRPr lang="en-US"/>
                    </a:p>
                  </a:txBody>
                  <a:tcPr/>
                </a:tc>
                <a:tc hMerge="1">
                  <a:txBody>
                    <a:bodyPr/>
                    <a:lstStyle/>
                    <a:p>
                      <a:endParaRPr lang="en-US"/>
                    </a:p>
                  </a:txBody>
                  <a:tcPr/>
                </a:tc>
                <a:tc gridSpan="4">
                  <a:txBody>
                    <a:bodyPr/>
                    <a:lstStyle>
                      <a:lvl1pPr marL="0" algn="r" defTabSz="914400" rtl="1" eaLnBrk="1" latinLnBrk="0" hangingPunct="1">
                        <a:defRPr sz="1800" kern="1200">
                          <a:solidFill>
                            <a:schemeClr val="tx1"/>
                          </a:solidFill>
                          <a:latin typeface="Calibri" panose="020F0502020204030204"/>
                        </a:defRPr>
                      </a:lvl1pPr>
                      <a:lvl2pPr marL="457200" algn="r" defTabSz="914400" rtl="1" eaLnBrk="1" latinLnBrk="0" hangingPunct="1">
                        <a:defRPr sz="1800" kern="1200">
                          <a:solidFill>
                            <a:schemeClr val="tx1"/>
                          </a:solidFill>
                          <a:latin typeface="Calibri" panose="020F0502020204030204"/>
                        </a:defRPr>
                      </a:lvl2pPr>
                      <a:lvl3pPr marL="914400" algn="r" defTabSz="914400" rtl="1" eaLnBrk="1" latinLnBrk="0" hangingPunct="1">
                        <a:defRPr sz="1800" kern="1200">
                          <a:solidFill>
                            <a:schemeClr val="tx1"/>
                          </a:solidFill>
                          <a:latin typeface="Calibri" panose="020F0502020204030204"/>
                        </a:defRPr>
                      </a:lvl3pPr>
                      <a:lvl4pPr marL="1371600" algn="r" defTabSz="914400" rtl="1" eaLnBrk="1" latinLnBrk="0" hangingPunct="1">
                        <a:defRPr sz="1800" kern="1200">
                          <a:solidFill>
                            <a:schemeClr val="tx1"/>
                          </a:solidFill>
                          <a:latin typeface="Calibri" panose="020F0502020204030204"/>
                        </a:defRPr>
                      </a:lvl4pPr>
                      <a:lvl5pPr marL="1828800" algn="r" defTabSz="914400" rtl="1" eaLnBrk="1" latinLnBrk="0" hangingPunct="1">
                        <a:defRPr sz="1800" kern="1200">
                          <a:solidFill>
                            <a:schemeClr val="tx1"/>
                          </a:solidFill>
                          <a:latin typeface="Calibri" panose="020F0502020204030204"/>
                        </a:defRPr>
                      </a:lvl5pPr>
                      <a:lvl6pPr marL="2286000" algn="r" defTabSz="914400" rtl="1" eaLnBrk="1" latinLnBrk="0" hangingPunct="1">
                        <a:defRPr sz="1800" kern="1200">
                          <a:solidFill>
                            <a:schemeClr val="tx1"/>
                          </a:solidFill>
                          <a:latin typeface="Calibri" panose="020F0502020204030204"/>
                        </a:defRPr>
                      </a:lvl6pPr>
                      <a:lvl7pPr marL="2743200" algn="r" defTabSz="914400" rtl="1" eaLnBrk="1" latinLnBrk="0" hangingPunct="1">
                        <a:defRPr sz="1800" kern="1200">
                          <a:solidFill>
                            <a:schemeClr val="tx1"/>
                          </a:solidFill>
                          <a:latin typeface="Calibri" panose="020F0502020204030204"/>
                        </a:defRPr>
                      </a:lvl7pPr>
                      <a:lvl8pPr marL="3200400" algn="r" defTabSz="914400" rtl="1" eaLnBrk="1" latinLnBrk="0" hangingPunct="1">
                        <a:defRPr sz="1800" kern="1200">
                          <a:solidFill>
                            <a:schemeClr val="tx1"/>
                          </a:solidFill>
                          <a:latin typeface="Calibri" panose="020F0502020204030204"/>
                        </a:defRPr>
                      </a:lvl8pPr>
                      <a:lvl9pPr marL="3657600" algn="r" defTabSz="914400" rtl="1" eaLnBrk="1" latinLnBrk="0" hangingPunct="1">
                        <a:defRPr sz="1800" kern="1200">
                          <a:solidFill>
                            <a:schemeClr val="tx1"/>
                          </a:solidFill>
                          <a:latin typeface="Calibri" panose="020F0502020204030204"/>
                        </a:defRPr>
                      </a:lvl9pPr>
                    </a:lstStyle>
                    <a:p>
                      <a:pPr algn="ctr" rtl="1"/>
                      <a:r>
                        <a:rPr lang="ar-SA" sz="1200" b="0" dirty="0">
                          <a:solidFill>
                            <a:schemeClr val="tx1"/>
                          </a:solidFill>
                          <a:latin typeface="Neo Sans Arabic Medium" panose="020B0704030504040204" pitchFamily="34" charset="-78"/>
                          <a:cs typeface="Neo Sans Arabic Medium" panose="020B0704030504040204" pitchFamily="34" charset="-78"/>
                        </a:rPr>
                        <a:t>التحول من مقاوم لداعم</a:t>
                      </a:r>
                      <a:endParaRPr lang="en-US" sz="1200" b="0" dirty="0">
                        <a:solidFill>
                          <a:schemeClr val="tx1"/>
                        </a:solidFill>
                        <a:latin typeface="Neo Sans Arabic Medium" panose="020B0704030504040204" pitchFamily="34" charset="-78"/>
                        <a:cs typeface="Neo Sans Arabic Medium" panose="020B0704030504040204" pitchFamily="34" charset="-78"/>
                      </a:endParaRPr>
                    </a:p>
                  </a:txBody>
                  <a:tcPr anchor="ctr">
                    <a:lnL w="12700" cap="flat" cmpd="sng" algn="ctr">
                      <a:solidFill>
                        <a:sysClr val="window" lastClr="FFFFFF"/>
                      </a:solidFill>
                      <a:prstDash val="solid"/>
                      <a:round/>
                      <a:headEnd type="none" w="med" len="med"/>
                      <a:tailEnd type="none" w="med" len="med"/>
                    </a:lnL>
                    <a:lnR w="12700" cmpd="sng">
                      <a:solidFill>
                        <a:sysClr val="window" lastClr="FFFFFF"/>
                      </a:solidFill>
                    </a:lnR>
                    <a:lnT w="12700" cmpd="sng">
                      <a:solidFill>
                        <a:sysClr val="window" lastClr="FFFFFF"/>
                      </a:solidFill>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96CC42"/>
                    </a:solidFill>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227624">
                <a:tc rowSpan="3">
                  <a:txBody>
                    <a:bodyPr/>
                    <a:lstStyle>
                      <a:lvl1pPr marL="0" algn="l" defTabSz="914400" rtl="0" eaLnBrk="1" latinLnBrk="0" hangingPunct="1">
                        <a:defRPr sz="1800" kern="1200">
                          <a:solidFill>
                            <a:schemeClr val="dk1"/>
                          </a:solidFill>
                          <a:latin typeface="Gill Sans MT" panose="020B0502020104020203"/>
                        </a:defRPr>
                      </a:lvl1pPr>
                      <a:lvl2pPr marL="457200" algn="l" defTabSz="914400" rtl="0" eaLnBrk="1" latinLnBrk="0" hangingPunct="1">
                        <a:defRPr sz="1800" kern="1200">
                          <a:solidFill>
                            <a:schemeClr val="dk1"/>
                          </a:solidFill>
                          <a:latin typeface="Gill Sans MT" panose="020B0502020104020203"/>
                        </a:defRPr>
                      </a:lvl2pPr>
                      <a:lvl3pPr marL="914400" algn="l" defTabSz="914400" rtl="0" eaLnBrk="1" latinLnBrk="0" hangingPunct="1">
                        <a:defRPr sz="1800" kern="1200">
                          <a:solidFill>
                            <a:schemeClr val="dk1"/>
                          </a:solidFill>
                          <a:latin typeface="Gill Sans MT" panose="020B0502020104020203"/>
                        </a:defRPr>
                      </a:lvl3pPr>
                      <a:lvl4pPr marL="1371600" algn="l" defTabSz="914400" rtl="0" eaLnBrk="1" latinLnBrk="0" hangingPunct="1">
                        <a:defRPr sz="1800" kern="1200">
                          <a:solidFill>
                            <a:schemeClr val="dk1"/>
                          </a:solidFill>
                          <a:latin typeface="Gill Sans MT" panose="020B0502020104020203"/>
                        </a:defRPr>
                      </a:lvl4pPr>
                      <a:lvl5pPr marL="1828800" algn="l" defTabSz="914400" rtl="0" eaLnBrk="1" latinLnBrk="0" hangingPunct="1">
                        <a:defRPr sz="1800" kern="1200">
                          <a:solidFill>
                            <a:schemeClr val="dk1"/>
                          </a:solidFill>
                          <a:latin typeface="Gill Sans MT" panose="020B0502020104020203"/>
                        </a:defRPr>
                      </a:lvl5pPr>
                      <a:lvl6pPr marL="2286000" algn="l" defTabSz="914400" rtl="0" eaLnBrk="1" latinLnBrk="0" hangingPunct="1">
                        <a:defRPr sz="1800" kern="1200">
                          <a:solidFill>
                            <a:schemeClr val="dk1"/>
                          </a:solidFill>
                          <a:latin typeface="Gill Sans MT" panose="020B0502020104020203"/>
                        </a:defRPr>
                      </a:lvl6pPr>
                      <a:lvl7pPr marL="2743200" algn="l" defTabSz="914400" rtl="0" eaLnBrk="1" latinLnBrk="0" hangingPunct="1">
                        <a:defRPr sz="1800" kern="1200">
                          <a:solidFill>
                            <a:schemeClr val="dk1"/>
                          </a:solidFill>
                          <a:latin typeface="Gill Sans MT" panose="020B0502020104020203"/>
                        </a:defRPr>
                      </a:lvl7pPr>
                      <a:lvl8pPr marL="3200400" algn="l" defTabSz="914400" rtl="0" eaLnBrk="1" latinLnBrk="0" hangingPunct="1">
                        <a:defRPr sz="1800" kern="1200">
                          <a:solidFill>
                            <a:schemeClr val="dk1"/>
                          </a:solidFill>
                          <a:latin typeface="Gill Sans MT" panose="020B0502020104020203"/>
                        </a:defRPr>
                      </a:lvl8pPr>
                      <a:lvl9pPr marL="3657600" algn="l" defTabSz="914400" rtl="0" eaLnBrk="1" latinLnBrk="0" hangingPunct="1">
                        <a:defRPr sz="1800" kern="1200">
                          <a:solidFill>
                            <a:schemeClr val="dk1"/>
                          </a:solidFill>
                          <a:latin typeface="Gill Sans MT" panose="020B0502020104020203"/>
                        </a:defRPr>
                      </a:lvl9pPr>
                    </a:lstStyle>
                    <a:p>
                      <a:pPr algn="ctr"/>
                      <a:r>
                        <a:rPr lang="ar-SA" sz="1000" dirty="0">
                          <a:solidFill>
                            <a:schemeClr val="bg1"/>
                          </a:solidFill>
                          <a:latin typeface="Neo Sans Arabic Medium" panose="020B0704030504040204" pitchFamily="34" charset="-78"/>
                          <a:cs typeface="Neo Sans Arabic Medium" panose="020B0704030504040204" pitchFamily="34" charset="-78"/>
                        </a:rPr>
                        <a:t>مرتفع </a:t>
                      </a:r>
                      <a:endParaRPr lang="en-US" sz="1000" dirty="0">
                        <a:solidFill>
                          <a:schemeClr val="bg1"/>
                        </a:solidFill>
                        <a:latin typeface="Neo Sans Arabic Medium" panose="020B0704030504040204" pitchFamily="34" charset="-78"/>
                        <a:cs typeface="Neo Sans Arabic Medium" panose="020B0704030504040204" pitchFamily="34" charset="-78"/>
                      </a:endParaRPr>
                    </a:p>
                  </a:txBody>
                  <a:tcPr anchor="ctr">
                    <a:lnL w="12700" cmpd="sng">
                      <a:solidFill>
                        <a:sysClr val="window" lastClr="FFFFFF"/>
                      </a:solidFill>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345271"/>
                    </a:solidFill>
                  </a:tcPr>
                </a:tc>
                <a:tc gridSpan="3">
                  <a:txBody>
                    <a:bodyPr/>
                    <a:lstStyle>
                      <a:lvl1pPr marL="0" algn="l" defTabSz="914400" rtl="0" eaLnBrk="1" latinLnBrk="0" hangingPunct="1">
                        <a:defRPr sz="1800" kern="1200">
                          <a:solidFill>
                            <a:schemeClr val="dk1"/>
                          </a:solidFill>
                          <a:latin typeface="Gill Sans MT" panose="020B0502020104020203"/>
                        </a:defRPr>
                      </a:lvl1pPr>
                      <a:lvl2pPr marL="457200" algn="l" defTabSz="914400" rtl="0" eaLnBrk="1" latinLnBrk="0" hangingPunct="1">
                        <a:defRPr sz="1800" kern="1200">
                          <a:solidFill>
                            <a:schemeClr val="dk1"/>
                          </a:solidFill>
                          <a:latin typeface="Gill Sans MT" panose="020B0502020104020203"/>
                        </a:defRPr>
                      </a:lvl2pPr>
                      <a:lvl3pPr marL="914400" algn="l" defTabSz="914400" rtl="0" eaLnBrk="1" latinLnBrk="0" hangingPunct="1">
                        <a:defRPr sz="1800" kern="1200">
                          <a:solidFill>
                            <a:schemeClr val="dk1"/>
                          </a:solidFill>
                          <a:latin typeface="Gill Sans MT" panose="020B0502020104020203"/>
                        </a:defRPr>
                      </a:lvl3pPr>
                      <a:lvl4pPr marL="1371600" algn="l" defTabSz="914400" rtl="0" eaLnBrk="1" latinLnBrk="0" hangingPunct="1">
                        <a:defRPr sz="1800" kern="1200">
                          <a:solidFill>
                            <a:schemeClr val="dk1"/>
                          </a:solidFill>
                          <a:latin typeface="Gill Sans MT" panose="020B0502020104020203"/>
                        </a:defRPr>
                      </a:lvl4pPr>
                      <a:lvl5pPr marL="1828800" algn="l" defTabSz="914400" rtl="0" eaLnBrk="1" latinLnBrk="0" hangingPunct="1">
                        <a:defRPr sz="1800" kern="1200">
                          <a:solidFill>
                            <a:schemeClr val="dk1"/>
                          </a:solidFill>
                          <a:latin typeface="Gill Sans MT" panose="020B0502020104020203"/>
                        </a:defRPr>
                      </a:lvl5pPr>
                      <a:lvl6pPr marL="2286000" algn="l" defTabSz="914400" rtl="0" eaLnBrk="1" latinLnBrk="0" hangingPunct="1">
                        <a:defRPr sz="1800" kern="1200">
                          <a:solidFill>
                            <a:schemeClr val="dk1"/>
                          </a:solidFill>
                          <a:latin typeface="Gill Sans MT" panose="020B0502020104020203"/>
                        </a:defRPr>
                      </a:lvl6pPr>
                      <a:lvl7pPr marL="2743200" algn="l" defTabSz="914400" rtl="0" eaLnBrk="1" latinLnBrk="0" hangingPunct="1">
                        <a:defRPr sz="1800" kern="1200">
                          <a:solidFill>
                            <a:schemeClr val="dk1"/>
                          </a:solidFill>
                          <a:latin typeface="Gill Sans MT" panose="020B0502020104020203"/>
                        </a:defRPr>
                      </a:lvl7pPr>
                      <a:lvl8pPr marL="3200400" algn="l" defTabSz="914400" rtl="0" eaLnBrk="1" latinLnBrk="0" hangingPunct="1">
                        <a:defRPr sz="1800" kern="1200">
                          <a:solidFill>
                            <a:schemeClr val="dk1"/>
                          </a:solidFill>
                          <a:latin typeface="Gill Sans MT" panose="020B0502020104020203"/>
                        </a:defRPr>
                      </a:lvl8pPr>
                      <a:lvl9pPr marL="3657600" algn="l" defTabSz="914400" rtl="0" eaLnBrk="1" latinLnBrk="0" hangingPunct="1">
                        <a:defRPr sz="1800" kern="1200">
                          <a:solidFill>
                            <a:schemeClr val="dk1"/>
                          </a:solidFill>
                          <a:latin typeface="Gill Sans MT" panose="020B0502020104020203"/>
                        </a:defRPr>
                      </a:lvl9pPr>
                    </a:lstStyle>
                    <a:p>
                      <a:pPr marL="171450" indent="-171450" algn="l">
                        <a:buFont typeface="Arial" panose="020B0604020202020204" pitchFamily="34" charset="0"/>
                        <a:buChar char="•"/>
                      </a:pPr>
                      <a:r>
                        <a:rPr lang="ar-SA" sz="1000" dirty="0">
                          <a:solidFill>
                            <a:schemeClr val="bg1"/>
                          </a:solidFill>
                          <a:latin typeface="Neo Sans Arabic Medium" panose="020B0704030504040204" pitchFamily="34" charset="-78"/>
                          <a:cs typeface="Neo Sans Arabic Medium" panose="020B0704030504040204" pitchFamily="34" charset="-78"/>
                        </a:rPr>
                        <a:t>الخوف من زيادة أعباء العمل </a:t>
                      </a:r>
                      <a:endParaRPr lang="en-US" sz="1000" dirty="0">
                        <a:solidFill>
                          <a:schemeClr val="bg1"/>
                        </a:solidFill>
                        <a:latin typeface="Neo Sans Arabic Medium" panose="020B0704030504040204" pitchFamily="34" charset="-78"/>
                        <a:cs typeface="Neo Sans Arabic Medium" panose="020B0704030504040204" pitchFamily="34" charset="-78"/>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345271"/>
                    </a:solidFill>
                  </a:tcPr>
                </a:tc>
                <a:tc hMerge="1">
                  <a:txBody>
                    <a:bodyPr/>
                    <a:lstStyle/>
                    <a:p>
                      <a:endParaRPr lang="en-US"/>
                    </a:p>
                  </a:txBody>
                  <a:tcPr/>
                </a:tc>
                <a:tc hMerge="1">
                  <a:txBody>
                    <a:bodyPr/>
                    <a:lstStyle/>
                    <a:p>
                      <a:endParaRPr lang="en-US"/>
                    </a:p>
                  </a:txBody>
                  <a:tcPr/>
                </a:tc>
                <a:tc>
                  <a:txBody>
                    <a:bodyPr/>
                    <a:lstStyle>
                      <a:lvl1pPr marL="0" algn="l" defTabSz="914400" rtl="0" eaLnBrk="1" latinLnBrk="0" hangingPunct="1">
                        <a:defRPr sz="1800" kern="1200">
                          <a:solidFill>
                            <a:schemeClr val="dk1"/>
                          </a:solidFill>
                          <a:latin typeface="Gill Sans MT" panose="020B0502020104020203"/>
                        </a:defRPr>
                      </a:lvl1pPr>
                      <a:lvl2pPr marL="457200" algn="l" defTabSz="914400" rtl="0" eaLnBrk="1" latinLnBrk="0" hangingPunct="1">
                        <a:defRPr sz="1800" kern="1200">
                          <a:solidFill>
                            <a:schemeClr val="dk1"/>
                          </a:solidFill>
                          <a:latin typeface="Gill Sans MT" panose="020B0502020104020203"/>
                        </a:defRPr>
                      </a:lvl2pPr>
                      <a:lvl3pPr marL="914400" algn="l" defTabSz="914400" rtl="0" eaLnBrk="1" latinLnBrk="0" hangingPunct="1">
                        <a:defRPr sz="1800" kern="1200">
                          <a:solidFill>
                            <a:schemeClr val="dk1"/>
                          </a:solidFill>
                          <a:latin typeface="Gill Sans MT" panose="020B0502020104020203"/>
                        </a:defRPr>
                      </a:lvl3pPr>
                      <a:lvl4pPr marL="1371600" algn="l" defTabSz="914400" rtl="0" eaLnBrk="1" latinLnBrk="0" hangingPunct="1">
                        <a:defRPr sz="1800" kern="1200">
                          <a:solidFill>
                            <a:schemeClr val="dk1"/>
                          </a:solidFill>
                          <a:latin typeface="Gill Sans MT" panose="020B0502020104020203"/>
                        </a:defRPr>
                      </a:lvl4pPr>
                      <a:lvl5pPr marL="1828800" algn="l" defTabSz="914400" rtl="0" eaLnBrk="1" latinLnBrk="0" hangingPunct="1">
                        <a:defRPr sz="1800" kern="1200">
                          <a:solidFill>
                            <a:schemeClr val="dk1"/>
                          </a:solidFill>
                          <a:latin typeface="Gill Sans MT" panose="020B0502020104020203"/>
                        </a:defRPr>
                      </a:lvl5pPr>
                      <a:lvl6pPr marL="2286000" algn="l" defTabSz="914400" rtl="0" eaLnBrk="1" latinLnBrk="0" hangingPunct="1">
                        <a:defRPr sz="1800" kern="1200">
                          <a:solidFill>
                            <a:schemeClr val="dk1"/>
                          </a:solidFill>
                          <a:latin typeface="Gill Sans MT" panose="020B0502020104020203"/>
                        </a:defRPr>
                      </a:lvl6pPr>
                      <a:lvl7pPr marL="2743200" algn="l" defTabSz="914400" rtl="0" eaLnBrk="1" latinLnBrk="0" hangingPunct="1">
                        <a:defRPr sz="1800" kern="1200">
                          <a:solidFill>
                            <a:schemeClr val="dk1"/>
                          </a:solidFill>
                          <a:latin typeface="Gill Sans MT" panose="020B0502020104020203"/>
                        </a:defRPr>
                      </a:lvl7pPr>
                      <a:lvl8pPr marL="3200400" algn="l" defTabSz="914400" rtl="0" eaLnBrk="1" latinLnBrk="0" hangingPunct="1">
                        <a:defRPr sz="1800" kern="1200">
                          <a:solidFill>
                            <a:schemeClr val="dk1"/>
                          </a:solidFill>
                          <a:latin typeface="Gill Sans MT" panose="020B0502020104020203"/>
                        </a:defRPr>
                      </a:lvl8pPr>
                      <a:lvl9pPr marL="3657600" algn="l" defTabSz="914400" rtl="0" eaLnBrk="1" latinLnBrk="0" hangingPunct="1">
                        <a:defRPr sz="1800" kern="1200">
                          <a:solidFill>
                            <a:schemeClr val="dk1"/>
                          </a:solidFill>
                          <a:latin typeface="Gill Sans MT" panose="020B0502020104020203"/>
                        </a:defRPr>
                      </a:lvl9pPr>
                    </a:lstStyle>
                    <a:p>
                      <a:pPr marL="0" indent="0" algn="ctr">
                        <a:buFont typeface="Arial" panose="020B0604020202020204" pitchFamily="34" charset="0"/>
                        <a:buNone/>
                      </a:pPr>
                      <a:r>
                        <a:rPr lang="en-US" sz="1000" b="1" dirty="0">
                          <a:solidFill>
                            <a:schemeClr val="bg1"/>
                          </a:solidFill>
                          <a:highlight>
                            <a:srgbClr val="FF0000"/>
                          </a:highlight>
                          <a:latin typeface="Neo Sans Arabic Medium" panose="020B0704030504040204" pitchFamily="34" charset="-78"/>
                          <a:cs typeface="Neo Sans Arabic Medium" panose="020B0704030504040204" pitchFamily="34" charset="-78"/>
                        </a:rPr>
                        <a:t>H</a:t>
                      </a: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345271"/>
                    </a:solidFill>
                  </a:tcPr>
                </a:tc>
                <a:tc>
                  <a:txBody>
                    <a:bodyPr/>
                    <a:lstStyle>
                      <a:lvl1pPr marL="0" algn="r" defTabSz="914400" rtl="1" eaLnBrk="1" latinLnBrk="0" hangingPunct="1">
                        <a:defRPr sz="1800" kern="1200">
                          <a:solidFill>
                            <a:schemeClr val="tx1"/>
                          </a:solidFill>
                          <a:latin typeface="Calibri" panose="020F0502020204030204"/>
                        </a:defRPr>
                      </a:lvl1pPr>
                      <a:lvl2pPr marL="457200" algn="r" defTabSz="914400" rtl="1" eaLnBrk="1" latinLnBrk="0" hangingPunct="1">
                        <a:defRPr sz="1800" kern="1200">
                          <a:solidFill>
                            <a:schemeClr val="tx1"/>
                          </a:solidFill>
                          <a:latin typeface="Calibri" panose="020F0502020204030204"/>
                        </a:defRPr>
                      </a:lvl2pPr>
                      <a:lvl3pPr marL="914400" algn="r" defTabSz="914400" rtl="1" eaLnBrk="1" latinLnBrk="0" hangingPunct="1">
                        <a:defRPr sz="1800" kern="1200">
                          <a:solidFill>
                            <a:schemeClr val="tx1"/>
                          </a:solidFill>
                          <a:latin typeface="Calibri" panose="020F0502020204030204"/>
                        </a:defRPr>
                      </a:lvl3pPr>
                      <a:lvl4pPr marL="1371600" algn="r" defTabSz="914400" rtl="1" eaLnBrk="1" latinLnBrk="0" hangingPunct="1">
                        <a:defRPr sz="1800" kern="1200">
                          <a:solidFill>
                            <a:schemeClr val="tx1"/>
                          </a:solidFill>
                          <a:latin typeface="Calibri" panose="020F0502020204030204"/>
                        </a:defRPr>
                      </a:lvl4pPr>
                      <a:lvl5pPr marL="1828800" algn="r" defTabSz="914400" rtl="1" eaLnBrk="1" latinLnBrk="0" hangingPunct="1">
                        <a:defRPr sz="1800" kern="1200">
                          <a:solidFill>
                            <a:schemeClr val="tx1"/>
                          </a:solidFill>
                          <a:latin typeface="Calibri" panose="020F0502020204030204"/>
                        </a:defRPr>
                      </a:lvl5pPr>
                      <a:lvl6pPr marL="2286000" algn="r" defTabSz="914400" rtl="1" eaLnBrk="1" latinLnBrk="0" hangingPunct="1">
                        <a:defRPr sz="1800" kern="1200">
                          <a:solidFill>
                            <a:schemeClr val="tx1"/>
                          </a:solidFill>
                          <a:latin typeface="Calibri" panose="020F0502020204030204"/>
                        </a:defRPr>
                      </a:lvl6pPr>
                      <a:lvl7pPr marL="2743200" algn="r" defTabSz="914400" rtl="1" eaLnBrk="1" latinLnBrk="0" hangingPunct="1">
                        <a:defRPr sz="1800" kern="1200">
                          <a:solidFill>
                            <a:schemeClr val="tx1"/>
                          </a:solidFill>
                          <a:latin typeface="Calibri" panose="020F0502020204030204"/>
                        </a:defRPr>
                      </a:lvl7pPr>
                      <a:lvl8pPr marL="3200400" algn="r" defTabSz="914400" rtl="1" eaLnBrk="1" latinLnBrk="0" hangingPunct="1">
                        <a:defRPr sz="1800" kern="1200">
                          <a:solidFill>
                            <a:schemeClr val="tx1"/>
                          </a:solidFill>
                          <a:latin typeface="Calibri" panose="020F0502020204030204"/>
                        </a:defRPr>
                      </a:lvl8pPr>
                      <a:lvl9pPr marL="3657600" algn="r" defTabSz="914400" rtl="1" eaLnBrk="1" latinLnBrk="0" hangingPunct="1">
                        <a:defRPr sz="1800" kern="1200">
                          <a:solidFill>
                            <a:schemeClr val="tx1"/>
                          </a:solidFill>
                          <a:latin typeface="Calibri" panose="020F0502020204030204"/>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chemeClr val="bg1"/>
                          </a:solidFill>
                          <a:effectLst/>
                          <a:uLnTx/>
                          <a:uFillTx/>
                          <a:latin typeface="Neo Sans Arabic Medium" panose="020B0704030504040204" pitchFamily="34" charset="-78"/>
                          <a:ea typeface="+mn-ea"/>
                          <a:cs typeface="Neo Sans Arabic Medium" panose="020B0704030504040204" pitchFamily="34" charset="-78"/>
                        </a:rPr>
                        <a:t>M</a:t>
                      </a: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345271"/>
                    </a:solidFill>
                  </a:tcPr>
                </a:tc>
                <a:tc>
                  <a:txBody>
                    <a:bodyPr/>
                    <a:lstStyle>
                      <a:lvl1pPr marL="0" algn="r" defTabSz="914400" rtl="1" eaLnBrk="1" latinLnBrk="0" hangingPunct="1">
                        <a:defRPr sz="1800" kern="1200">
                          <a:solidFill>
                            <a:schemeClr val="tx1"/>
                          </a:solidFill>
                          <a:latin typeface="Calibri" panose="020F0502020204030204"/>
                        </a:defRPr>
                      </a:lvl1pPr>
                      <a:lvl2pPr marL="457200" algn="r" defTabSz="914400" rtl="1" eaLnBrk="1" latinLnBrk="0" hangingPunct="1">
                        <a:defRPr sz="1800" kern="1200">
                          <a:solidFill>
                            <a:schemeClr val="tx1"/>
                          </a:solidFill>
                          <a:latin typeface="Calibri" panose="020F0502020204030204"/>
                        </a:defRPr>
                      </a:lvl2pPr>
                      <a:lvl3pPr marL="914400" algn="r" defTabSz="914400" rtl="1" eaLnBrk="1" latinLnBrk="0" hangingPunct="1">
                        <a:defRPr sz="1800" kern="1200">
                          <a:solidFill>
                            <a:schemeClr val="tx1"/>
                          </a:solidFill>
                          <a:latin typeface="Calibri" panose="020F0502020204030204"/>
                        </a:defRPr>
                      </a:lvl3pPr>
                      <a:lvl4pPr marL="1371600" algn="r" defTabSz="914400" rtl="1" eaLnBrk="1" latinLnBrk="0" hangingPunct="1">
                        <a:defRPr sz="1800" kern="1200">
                          <a:solidFill>
                            <a:schemeClr val="tx1"/>
                          </a:solidFill>
                          <a:latin typeface="Calibri" panose="020F0502020204030204"/>
                        </a:defRPr>
                      </a:lvl4pPr>
                      <a:lvl5pPr marL="1828800" algn="r" defTabSz="914400" rtl="1" eaLnBrk="1" latinLnBrk="0" hangingPunct="1">
                        <a:defRPr sz="1800" kern="1200">
                          <a:solidFill>
                            <a:schemeClr val="tx1"/>
                          </a:solidFill>
                          <a:latin typeface="Calibri" panose="020F0502020204030204"/>
                        </a:defRPr>
                      </a:lvl5pPr>
                      <a:lvl6pPr marL="2286000" algn="r" defTabSz="914400" rtl="1" eaLnBrk="1" latinLnBrk="0" hangingPunct="1">
                        <a:defRPr sz="1800" kern="1200">
                          <a:solidFill>
                            <a:schemeClr val="tx1"/>
                          </a:solidFill>
                          <a:latin typeface="Calibri" panose="020F0502020204030204"/>
                        </a:defRPr>
                      </a:lvl6pPr>
                      <a:lvl7pPr marL="2743200" algn="r" defTabSz="914400" rtl="1" eaLnBrk="1" latinLnBrk="0" hangingPunct="1">
                        <a:defRPr sz="1800" kern="1200">
                          <a:solidFill>
                            <a:schemeClr val="tx1"/>
                          </a:solidFill>
                          <a:latin typeface="Calibri" panose="020F0502020204030204"/>
                        </a:defRPr>
                      </a:lvl7pPr>
                      <a:lvl8pPr marL="3200400" algn="r" defTabSz="914400" rtl="1" eaLnBrk="1" latinLnBrk="0" hangingPunct="1">
                        <a:defRPr sz="1800" kern="1200">
                          <a:solidFill>
                            <a:schemeClr val="tx1"/>
                          </a:solidFill>
                          <a:latin typeface="Calibri" panose="020F0502020204030204"/>
                        </a:defRPr>
                      </a:lvl8pPr>
                      <a:lvl9pPr marL="3657600" algn="r" defTabSz="914400" rtl="1" eaLnBrk="1" latinLnBrk="0" hangingPunct="1">
                        <a:defRPr sz="1800" kern="1200">
                          <a:solidFill>
                            <a:schemeClr val="tx1"/>
                          </a:solidFill>
                          <a:latin typeface="Calibri" panose="020F0502020204030204"/>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chemeClr val="bg1"/>
                          </a:solidFill>
                          <a:effectLst/>
                          <a:uLnTx/>
                          <a:uFillTx/>
                          <a:latin typeface="Neo Sans Arabic Medium" panose="020B0704030504040204" pitchFamily="34" charset="-78"/>
                          <a:ea typeface="+mn-ea"/>
                          <a:cs typeface="Neo Sans Arabic Medium" panose="020B0704030504040204" pitchFamily="34" charset="-78"/>
                        </a:rPr>
                        <a:t>L</a:t>
                      </a: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345271"/>
                    </a:solidFill>
                  </a:tcPr>
                </a:tc>
                <a:tc rowSpan="3" gridSpan="3">
                  <a:txBody>
                    <a:bodyPr/>
                    <a:lstStyle>
                      <a:lvl1pPr marL="0" algn="l" defTabSz="914400" rtl="0" eaLnBrk="1" latinLnBrk="0" hangingPunct="1">
                        <a:defRPr sz="1800" kern="1200">
                          <a:solidFill>
                            <a:schemeClr val="dk1"/>
                          </a:solidFill>
                          <a:latin typeface="Gill Sans MT" panose="020B0502020104020203"/>
                        </a:defRPr>
                      </a:lvl1pPr>
                      <a:lvl2pPr marL="457200" algn="l" defTabSz="914400" rtl="0" eaLnBrk="1" latinLnBrk="0" hangingPunct="1">
                        <a:defRPr sz="1800" kern="1200">
                          <a:solidFill>
                            <a:schemeClr val="dk1"/>
                          </a:solidFill>
                          <a:latin typeface="Gill Sans MT" panose="020B0502020104020203"/>
                        </a:defRPr>
                      </a:lvl2pPr>
                      <a:lvl3pPr marL="914400" algn="l" defTabSz="914400" rtl="0" eaLnBrk="1" latinLnBrk="0" hangingPunct="1">
                        <a:defRPr sz="1800" kern="1200">
                          <a:solidFill>
                            <a:schemeClr val="dk1"/>
                          </a:solidFill>
                          <a:latin typeface="Gill Sans MT" panose="020B0502020104020203"/>
                        </a:defRPr>
                      </a:lvl3pPr>
                      <a:lvl4pPr marL="1371600" algn="l" defTabSz="914400" rtl="0" eaLnBrk="1" latinLnBrk="0" hangingPunct="1">
                        <a:defRPr sz="1800" kern="1200">
                          <a:solidFill>
                            <a:schemeClr val="dk1"/>
                          </a:solidFill>
                          <a:latin typeface="Gill Sans MT" panose="020B0502020104020203"/>
                        </a:defRPr>
                      </a:lvl4pPr>
                      <a:lvl5pPr marL="1828800" algn="l" defTabSz="914400" rtl="0" eaLnBrk="1" latinLnBrk="0" hangingPunct="1">
                        <a:defRPr sz="1800" kern="1200">
                          <a:solidFill>
                            <a:schemeClr val="dk1"/>
                          </a:solidFill>
                          <a:latin typeface="Gill Sans MT" panose="020B0502020104020203"/>
                        </a:defRPr>
                      </a:lvl5pPr>
                      <a:lvl6pPr marL="2286000" algn="l" defTabSz="914400" rtl="0" eaLnBrk="1" latinLnBrk="0" hangingPunct="1">
                        <a:defRPr sz="1800" kern="1200">
                          <a:solidFill>
                            <a:schemeClr val="dk1"/>
                          </a:solidFill>
                          <a:latin typeface="Gill Sans MT" panose="020B0502020104020203"/>
                        </a:defRPr>
                      </a:lvl6pPr>
                      <a:lvl7pPr marL="2743200" algn="l" defTabSz="914400" rtl="0" eaLnBrk="1" latinLnBrk="0" hangingPunct="1">
                        <a:defRPr sz="1800" kern="1200">
                          <a:solidFill>
                            <a:schemeClr val="dk1"/>
                          </a:solidFill>
                          <a:latin typeface="Gill Sans MT" panose="020B0502020104020203"/>
                        </a:defRPr>
                      </a:lvl7pPr>
                      <a:lvl8pPr marL="3200400" algn="l" defTabSz="914400" rtl="0" eaLnBrk="1" latinLnBrk="0" hangingPunct="1">
                        <a:defRPr sz="1800" kern="1200">
                          <a:solidFill>
                            <a:schemeClr val="dk1"/>
                          </a:solidFill>
                          <a:latin typeface="Gill Sans MT" panose="020B0502020104020203"/>
                        </a:defRPr>
                      </a:lvl8pPr>
                      <a:lvl9pPr marL="3657600" algn="l" defTabSz="914400" rtl="0" eaLnBrk="1" latinLnBrk="0" hangingPunct="1">
                        <a:defRPr sz="1800" kern="1200">
                          <a:solidFill>
                            <a:schemeClr val="dk1"/>
                          </a:solidFill>
                          <a:latin typeface="Gill Sans MT" panose="020B0502020104020203"/>
                        </a:defRPr>
                      </a:lvl9pPr>
                    </a:lstStyle>
                    <a:p>
                      <a:pPr marL="0" indent="0" algn="l">
                        <a:buFont typeface="Arial" panose="020B0604020202020204" pitchFamily="34" charset="0"/>
                        <a:buNone/>
                      </a:pPr>
                      <a:r>
                        <a:rPr lang="ar-SA" sz="1000" dirty="0">
                          <a:solidFill>
                            <a:schemeClr val="bg1"/>
                          </a:solidFill>
                          <a:latin typeface="Neo Sans Arabic Medium" panose="020B0704030504040204" pitchFamily="34" charset="-78"/>
                          <a:cs typeface="Neo Sans Arabic Medium" panose="020B0704030504040204" pitchFamily="34" charset="-78"/>
                        </a:rPr>
                        <a:t>تبسيط الإجراءات واثباتان النظام الجديد يوفر الوقت.</a:t>
                      </a:r>
                      <a:endParaRPr lang="en-US" sz="1000" dirty="0">
                        <a:solidFill>
                          <a:schemeClr val="bg1"/>
                        </a:solidFill>
                        <a:latin typeface="Neo Sans Arabic Medium" panose="020B0704030504040204" pitchFamily="34" charset="-78"/>
                        <a:cs typeface="Neo Sans Arabic Medium" panose="020B0704030504040204" pitchFamily="34" charset="-78"/>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345271"/>
                    </a:solidFill>
                  </a:tcPr>
                </a:tc>
                <a:tc rowSpan="3" hMerge="1">
                  <a:txBody>
                    <a:bodyPr/>
                    <a:lstStyle/>
                    <a:p>
                      <a:endParaRPr lang="en-US"/>
                    </a:p>
                  </a:txBody>
                  <a:tcPr/>
                </a:tc>
                <a:tc rowSpan="3" hMerge="1">
                  <a:txBody>
                    <a:bodyPr/>
                    <a:lstStyle/>
                    <a:p>
                      <a:endParaRPr lang="en-US"/>
                    </a:p>
                  </a:txBody>
                  <a:tcPr/>
                </a:tc>
                <a:tc rowSpan="3">
                  <a:txBody>
                    <a:bodyPr/>
                    <a:lstStyle>
                      <a:lvl1pPr marL="0" algn="r" defTabSz="914400" rtl="1" eaLnBrk="1" latinLnBrk="0" hangingPunct="1">
                        <a:defRPr sz="1800" kern="1200">
                          <a:solidFill>
                            <a:schemeClr val="tx1"/>
                          </a:solidFill>
                          <a:latin typeface="Calibri" panose="020F0502020204030204"/>
                        </a:defRPr>
                      </a:lvl1pPr>
                      <a:lvl2pPr marL="457200" algn="r" defTabSz="914400" rtl="1" eaLnBrk="1" latinLnBrk="0" hangingPunct="1">
                        <a:defRPr sz="1800" kern="1200">
                          <a:solidFill>
                            <a:schemeClr val="tx1"/>
                          </a:solidFill>
                          <a:latin typeface="Calibri" panose="020F0502020204030204"/>
                        </a:defRPr>
                      </a:lvl2pPr>
                      <a:lvl3pPr marL="914400" algn="r" defTabSz="914400" rtl="1" eaLnBrk="1" latinLnBrk="0" hangingPunct="1">
                        <a:defRPr sz="1800" kern="1200">
                          <a:solidFill>
                            <a:schemeClr val="tx1"/>
                          </a:solidFill>
                          <a:latin typeface="Calibri" panose="020F0502020204030204"/>
                        </a:defRPr>
                      </a:lvl3pPr>
                      <a:lvl4pPr marL="1371600" algn="r" defTabSz="914400" rtl="1" eaLnBrk="1" latinLnBrk="0" hangingPunct="1">
                        <a:defRPr sz="1800" kern="1200">
                          <a:solidFill>
                            <a:schemeClr val="tx1"/>
                          </a:solidFill>
                          <a:latin typeface="Calibri" panose="020F0502020204030204"/>
                        </a:defRPr>
                      </a:lvl4pPr>
                      <a:lvl5pPr marL="1828800" algn="r" defTabSz="914400" rtl="1" eaLnBrk="1" latinLnBrk="0" hangingPunct="1">
                        <a:defRPr sz="1800" kern="1200">
                          <a:solidFill>
                            <a:schemeClr val="tx1"/>
                          </a:solidFill>
                          <a:latin typeface="Calibri" panose="020F0502020204030204"/>
                        </a:defRPr>
                      </a:lvl5pPr>
                      <a:lvl6pPr marL="2286000" algn="r" defTabSz="914400" rtl="1" eaLnBrk="1" latinLnBrk="0" hangingPunct="1">
                        <a:defRPr sz="1800" kern="1200">
                          <a:solidFill>
                            <a:schemeClr val="tx1"/>
                          </a:solidFill>
                          <a:latin typeface="Calibri" panose="020F0502020204030204"/>
                        </a:defRPr>
                      </a:lvl6pPr>
                      <a:lvl7pPr marL="2743200" algn="r" defTabSz="914400" rtl="1" eaLnBrk="1" latinLnBrk="0" hangingPunct="1">
                        <a:defRPr sz="1800" kern="1200">
                          <a:solidFill>
                            <a:schemeClr val="tx1"/>
                          </a:solidFill>
                          <a:latin typeface="Calibri" panose="020F0502020204030204"/>
                        </a:defRPr>
                      </a:lvl7pPr>
                      <a:lvl8pPr marL="3200400" algn="r" defTabSz="914400" rtl="1" eaLnBrk="1" latinLnBrk="0" hangingPunct="1">
                        <a:defRPr sz="1800" kern="1200">
                          <a:solidFill>
                            <a:schemeClr val="tx1"/>
                          </a:solidFill>
                          <a:latin typeface="Calibri" panose="020F0502020204030204"/>
                        </a:defRPr>
                      </a:lvl8pPr>
                      <a:lvl9pPr marL="3657600" algn="r" defTabSz="914400" rtl="1" eaLnBrk="1" latinLnBrk="0" hangingPunct="1">
                        <a:defRPr sz="1800" kern="1200">
                          <a:solidFill>
                            <a:schemeClr val="tx1"/>
                          </a:solidFill>
                          <a:latin typeface="Calibri" panose="020F0502020204030204"/>
                        </a:defRPr>
                      </a:lvl9pPr>
                    </a:lstStyle>
                    <a:p>
                      <a:pPr marL="0" indent="0" algn="ctr" rtl="1">
                        <a:buFont typeface="Arial" panose="020B0604020202020204" pitchFamily="34" charset="0"/>
                        <a:buNone/>
                      </a:pPr>
                      <a:r>
                        <a:rPr lang="ar-SA" sz="1000" dirty="0">
                          <a:solidFill>
                            <a:schemeClr val="bg1"/>
                          </a:solidFill>
                          <a:latin typeface="Neo Sans Arabic Medium" panose="020B0704030504040204" pitchFamily="34" charset="-78"/>
                          <a:cs typeface="Neo Sans Arabic Medium" panose="020B0704030504040204" pitchFamily="34" charset="-78"/>
                        </a:rPr>
                        <a:t>منخفض</a:t>
                      </a:r>
                      <a:endParaRPr lang="en-US" sz="1000" dirty="0">
                        <a:solidFill>
                          <a:schemeClr val="bg1"/>
                        </a:solidFill>
                        <a:latin typeface="Neo Sans Arabic Medium" panose="020B0704030504040204" pitchFamily="34" charset="-78"/>
                        <a:cs typeface="Neo Sans Arabic Medium" panose="020B0704030504040204" pitchFamily="34" charset="-78"/>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345271"/>
                    </a:solidFill>
                  </a:tcPr>
                </a:tc>
                <a:tc rowSpan="3">
                  <a:txBody>
                    <a:bodyPr/>
                    <a:lstStyle>
                      <a:lvl1pPr marL="0" algn="r" defTabSz="914400" rtl="1" eaLnBrk="1" latinLnBrk="0" hangingPunct="1">
                        <a:defRPr sz="1800" kern="1200">
                          <a:solidFill>
                            <a:schemeClr val="tx1"/>
                          </a:solidFill>
                          <a:latin typeface="Calibri" panose="020F0502020204030204"/>
                        </a:defRPr>
                      </a:lvl1pPr>
                      <a:lvl2pPr marL="457200" algn="r" defTabSz="914400" rtl="1" eaLnBrk="1" latinLnBrk="0" hangingPunct="1">
                        <a:defRPr sz="1800" kern="1200">
                          <a:solidFill>
                            <a:schemeClr val="tx1"/>
                          </a:solidFill>
                          <a:latin typeface="Calibri" panose="020F0502020204030204"/>
                        </a:defRPr>
                      </a:lvl2pPr>
                      <a:lvl3pPr marL="914400" algn="r" defTabSz="914400" rtl="1" eaLnBrk="1" latinLnBrk="0" hangingPunct="1">
                        <a:defRPr sz="1800" kern="1200">
                          <a:solidFill>
                            <a:schemeClr val="tx1"/>
                          </a:solidFill>
                          <a:latin typeface="Calibri" panose="020F0502020204030204"/>
                        </a:defRPr>
                      </a:lvl3pPr>
                      <a:lvl4pPr marL="1371600" algn="r" defTabSz="914400" rtl="1" eaLnBrk="1" latinLnBrk="0" hangingPunct="1">
                        <a:defRPr sz="1800" kern="1200">
                          <a:solidFill>
                            <a:schemeClr val="tx1"/>
                          </a:solidFill>
                          <a:latin typeface="Calibri" panose="020F0502020204030204"/>
                        </a:defRPr>
                      </a:lvl4pPr>
                      <a:lvl5pPr marL="1828800" algn="r" defTabSz="914400" rtl="1" eaLnBrk="1" latinLnBrk="0" hangingPunct="1">
                        <a:defRPr sz="1800" kern="1200">
                          <a:solidFill>
                            <a:schemeClr val="tx1"/>
                          </a:solidFill>
                          <a:latin typeface="Calibri" panose="020F0502020204030204"/>
                        </a:defRPr>
                      </a:lvl5pPr>
                      <a:lvl6pPr marL="2286000" algn="r" defTabSz="914400" rtl="1" eaLnBrk="1" latinLnBrk="0" hangingPunct="1">
                        <a:defRPr sz="1800" kern="1200">
                          <a:solidFill>
                            <a:schemeClr val="tx1"/>
                          </a:solidFill>
                          <a:latin typeface="Calibri" panose="020F0502020204030204"/>
                        </a:defRPr>
                      </a:lvl6pPr>
                      <a:lvl7pPr marL="2743200" algn="r" defTabSz="914400" rtl="1" eaLnBrk="1" latinLnBrk="0" hangingPunct="1">
                        <a:defRPr sz="1800" kern="1200">
                          <a:solidFill>
                            <a:schemeClr val="tx1"/>
                          </a:solidFill>
                          <a:latin typeface="Calibri" panose="020F0502020204030204"/>
                        </a:defRPr>
                      </a:lvl7pPr>
                      <a:lvl8pPr marL="3200400" algn="r" defTabSz="914400" rtl="1" eaLnBrk="1" latinLnBrk="0" hangingPunct="1">
                        <a:defRPr sz="1800" kern="1200">
                          <a:solidFill>
                            <a:schemeClr val="tx1"/>
                          </a:solidFill>
                          <a:latin typeface="Calibri" panose="020F0502020204030204"/>
                        </a:defRPr>
                      </a:lvl8pPr>
                      <a:lvl9pPr marL="3657600" algn="r" defTabSz="914400" rtl="1" eaLnBrk="1" latinLnBrk="0" hangingPunct="1">
                        <a:defRPr sz="1800" kern="1200">
                          <a:solidFill>
                            <a:schemeClr val="tx1"/>
                          </a:solidFill>
                          <a:latin typeface="Calibri" panose="020F0502020204030204"/>
                        </a:defRPr>
                      </a:lvl9pPr>
                    </a:lstStyle>
                    <a:p>
                      <a:pPr marL="0" indent="0" algn="ctr" rtl="1">
                        <a:buFont typeface="Arial" panose="020B0604020202020204" pitchFamily="34" charset="0"/>
                        <a:buNone/>
                      </a:pPr>
                      <a:r>
                        <a:rPr lang="ar-SA" sz="1000" dirty="0">
                          <a:solidFill>
                            <a:schemeClr val="bg1"/>
                          </a:solidFill>
                          <a:latin typeface="Neo Sans Arabic Medium" panose="020B0704030504040204" pitchFamily="34" charset="-78"/>
                          <a:cs typeface="Neo Sans Arabic Medium" panose="020B0704030504040204" pitchFamily="34" charset="-78"/>
                        </a:rPr>
                        <a:t>متوسط</a:t>
                      </a:r>
                      <a:endParaRPr lang="en-US" sz="1000" dirty="0">
                        <a:solidFill>
                          <a:schemeClr val="bg1"/>
                        </a:solidFill>
                        <a:latin typeface="Neo Sans Arabic Medium" panose="020B0704030504040204" pitchFamily="34" charset="-78"/>
                        <a:cs typeface="Neo Sans Arabic Medium" panose="020B0704030504040204" pitchFamily="34" charset="-78"/>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345271"/>
                    </a:solidFill>
                  </a:tcPr>
                </a:tc>
                <a:tc rowSpan="3" gridSpan="2">
                  <a:txBody>
                    <a:bodyPr/>
                    <a:lstStyle>
                      <a:lvl1pPr marL="0" algn="r" defTabSz="914400" rtl="1" eaLnBrk="1" latinLnBrk="0" hangingPunct="1">
                        <a:defRPr sz="1800" kern="1200">
                          <a:solidFill>
                            <a:schemeClr val="tx1"/>
                          </a:solidFill>
                          <a:latin typeface="Calibri" panose="020F0502020204030204"/>
                        </a:defRPr>
                      </a:lvl1pPr>
                      <a:lvl2pPr marL="457200" algn="r" defTabSz="914400" rtl="1" eaLnBrk="1" latinLnBrk="0" hangingPunct="1">
                        <a:defRPr sz="1800" kern="1200">
                          <a:solidFill>
                            <a:schemeClr val="tx1"/>
                          </a:solidFill>
                          <a:latin typeface="Calibri" panose="020F0502020204030204"/>
                        </a:defRPr>
                      </a:lvl2pPr>
                      <a:lvl3pPr marL="914400" algn="r" defTabSz="914400" rtl="1" eaLnBrk="1" latinLnBrk="0" hangingPunct="1">
                        <a:defRPr sz="1800" kern="1200">
                          <a:solidFill>
                            <a:schemeClr val="tx1"/>
                          </a:solidFill>
                          <a:latin typeface="Calibri" panose="020F0502020204030204"/>
                        </a:defRPr>
                      </a:lvl3pPr>
                      <a:lvl4pPr marL="1371600" algn="r" defTabSz="914400" rtl="1" eaLnBrk="1" latinLnBrk="0" hangingPunct="1">
                        <a:defRPr sz="1800" kern="1200">
                          <a:solidFill>
                            <a:schemeClr val="tx1"/>
                          </a:solidFill>
                          <a:latin typeface="Calibri" panose="020F0502020204030204"/>
                        </a:defRPr>
                      </a:lvl4pPr>
                      <a:lvl5pPr marL="1828800" algn="r" defTabSz="914400" rtl="1" eaLnBrk="1" latinLnBrk="0" hangingPunct="1">
                        <a:defRPr sz="1800" kern="1200">
                          <a:solidFill>
                            <a:schemeClr val="tx1"/>
                          </a:solidFill>
                          <a:latin typeface="Calibri" panose="020F0502020204030204"/>
                        </a:defRPr>
                      </a:lvl5pPr>
                      <a:lvl6pPr marL="2286000" algn="r" defTabSz="914400" rtl="1" eaLnBrk="1" latinLnBrk="0" hangingPunct="1">
                        <a:defRPr sz="1800" kern="1200">
                          <a:solidFill>
                            <a:schemeClr val="tx1"/>
                          </a:solidFill>
                          <a:latin typeface="Calibri" panose="020F0502020204030204"/>
                        </a:defRPr>
                      </a:lvl6pPr>
                      <a:lvl7pPr marL="2743200" algn="r" defTabSz="914400" rtl="1" eaLnBrk="1" latinLnBrk="0" hangingPunct="1">
                        <a:defRPr sz="1800" kern="1200">
                          <a:solidFill>
                            <a:schemeClr val="tx1"/>
                          </a:solidFill>
                          <a:latin typeface="Calibri" panose="020F0502020204030204"/>
                        </a:defRPr>
                      </a:lvl7pPr>
                      <a:lvl8pPr marL="3200400" algn="r" defTabSz="914400" rtl="1" eaLnBrk="1" latinLnBrk="0" hangingPunct="1">
                        <a:defRPr sz="1800" kern="1200">
                          <a:solidFill>
                            <a:schemeClr val="tx1"/>
                          </a:solidFill>
                          <a:latin typeface="Calibri" panose="020F0502020204030204"/>
                        </a:defRPr>
                      </a:lvl8pPr>
                      <a:lvl9pPr marL="3657600" algn="r" defTabSz="914400" rtl="1" eaLnBrk="1" latinLnBrk="0" hangingPunct="1">
                        <a:defRPr sz="1800" kern="1200">
                          <a:solidFill>
                            <a:schemeClr val="tx1"/>
                          </a:solidFill>
                          <a:latin typeface="Calibri" panose="020F0502020204030204"/>
                        </a:defRPr>
                      </a:lvl9pPr>
                    </a:lstStyle>
                    <a:p>
                      <a:pPr marL="0" indent="0" algn="ctr" rtl="1">
                        <a:buFont typeface="Arial" panose="020B0604020202020204" pitchFamily="34" charset="0"/>
                        <a:buNone/>
                      </a:pPr>
                      <a:r>
                        <a:rPr lang="ar-SA" sz="1000" dirty="0">
                          <a:solidFill>
                            <a:schemeClr val="bg1"/>
                          </a:solidFill>
                          <a:latin typeface="Neo Sans Arabic Medium" panose="020B0704030504040204" pitchFamily="34" charset="-78"/>
                          <a:cs typeface="Neo Sans Arabic Medium" panose="020B0704030504040204" pitchFamily="34" charset="-78"/>
                        </a:rPr>
                        <a:t>عالي</a:t>
                      </a:r>
                      <a:endParaRPr lang="en-US" sz="1000" dirty="0">
                        <a:solidFill>
                          <a:schemeClr val="bg1"/>
                        </a:solidFill>
                        <a:latin typeface="Neo Sans Arabic Medium" panose="020B0704030504040204" pitchFamily="34" charset="-78"/>
                        <a:cs typeface="Neo Sans Arabic Medium" panose="020B0704030504040204" pitchFamily="34" charset="-78"/>
                      </a:endParaRPr>
                    </a:p>
                  </a:txBody>
                  <a:tcPr anchor="ctr">
                    <a:lnL w="12700" cap="flat" cmpd="sng" algn="ctr">
                      <a:solidFill>
                        <a:sysClr val="window" lastClr="FFFFFF"/>
                      </a:solidFill>
                      <a:prstDash val="solid"/>
                      <a:round/>
                      <a:headEnd type="none" w="med" len="med"/>
                      <a:tailEnd type="none" w="med" len="med"/>
                    </a:lnL>
                    <a:lnR w="12700" cmpd="sng">
                      <a:solidFill>
                        <a:sysClr val="window" lastClr="FFFFFF"/>
                      </a:solidFill>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345271"/>
                    </a:solidFill>
                  </a:tcPr>
                </a:tc>
                <a:tc rowSpan="3" hMerge="1">
                  <a:txBody>
                    <a:bodyPr/>
                    <a:lstStyle/>
                    <a:p>
                      <a:endParaRPr lang="en-US"/>
                    </a:p>
                  </a:txBody>
                  <a:tcPr/>
                </a:tc>
                <a:extLst>
                  <a:ext uri="{0D108BD9-81ED-4DB2-BD59-A6C34878D82A}">
                    <a16:rowId xmlns:a16="http://schemas.microsoft.com/office/drawing/2014/main" val="10001"/>
                  </a:ext>
                </a:extLst>
              </a:tr>
              <a:tr h="227624">
                <a:tc vMerge="1">
                  <a:txBody>
                    <a:bodyPr/>
                    <a:lstStyle/>
                    <a:p>
                      <a:pPr algn="ctr"/>
                      <a:endParaRPr lang="en-US" sz="1000" dirty="0">
                        <a:latin typeface="Neo Sans Arabic Medium" panose="020B0704030504040204" pitchFamily="34" charset="-78"/>
                        <a:cs typeface="Neo Sans Arabic Medium" panose="020B0704030504040204" pitchFamily="34" charset="-78"/>
                      </a:endParaRPr>
                    </a:p>
                  </a:txBody>
                  <a:tcPr anchor="ctr">
                    <a:lnL w="12700" cmpd="sng">
                      <a:solidFill>
                        <a:sysClr val="window" lastClr="FFFFFF"/>
                      </a:solidFill>
                    </a:lnL>
                    <a:lnR w="12700" cap="flat" cmpd="sng" algn="ctr">
                      <a:solidFill>
                        <a:sysClr val="window" lastClr="FFFFFF"/>
                      </a:solidFill>
                      <a:prstDash val="solid"/>
                      <a:round/>
                      <a:headEnd type="none" w="med" len="med"/>
                      <a:tailEnd type="none" w="med" len="med"/>
                    </a:lnR>
                    <a:lnT w="38100" cmpd="sng">
                      <a:solidFill>
                        <a:sysClr val="window" lastClr="FFFFFF"/>
                      </a:solidFill>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002060">
                        <a:tint val="40000"/>
                      </a:srgbClr>
                    </a:solidFill>
                  </a:tcPr>
                </a:tc>
                <a:tc gridSpan="3">
                  <a:txBody>
                    <a:bodyPr/>
                    <a:lstStyle>
                      <a:lvl1pPr marL="0" algn="r" defTabSz="914400" rtl="1" eaLnBrk="1" latinLnBrk="0" hangingPunct="1">
                        <a:defRPr sz="1800" kern="1200">
                          <a:solidFill>
                            <a:schemeClr val="tx1"/>
                          </a:solidFill>
                          <a:latin typeface="Calibri" panose="020F0502020204030204"/>
                        </a:defRPr>
                      </a:lvl1pPr>
                      <a:lvl2pPr marL="457200" algn="r" defTabSz="914400" rtl="1" eaLnBrk="1" latinLnBrk="0" hangingPunct="1">
                        <a:defRPr sz="1800" kern="1200">
                          <a:solidFill>
                            <a:schemeClr val="tx1"/>
                          </a:solidFill>
                          <a:latin typeface="Calibri" panose="020F0502020204030204"/>
                        </a:defRPr>
                      </a:lvl2pPr>
                      <a:lvl3pPr marL="914400" algn="r" defTabSz="914400" rtl="1" eaLnBrk="1" latinLnBrk="0" hangingPunct="1">
                        <a:defRPr sz="1800" kern="1200">
                          <a:solidFill>
                            <a:schemeClr val="tx1"/>
                          </a:solidFill>
                          <a:latin typeface="Calibri" panose="020F0502020204030204"/>
                        </a:defRPr>
                      </a:lvl3pPr>
                      <a:lvl4pPr marL="1371600" algn="r" defTabSz="914400" rtl="1" eaLnBrk="1" latinLnBrk="0" hangingPunct="1">
                        <a:defRPr sz="1800" kern="1200">
                          <a:solidFill>
                            <a:schemeClr val="tx1"/>
                          </a:solidFill>
                          <a:latin typeface="Calibri" panose="020F0502020204030204"/>
                        </a:defRPr>
                      </a:lvl4pPr>
                      <a:lvl5pPr marL="1828800" algn="r" defTabSz="914400" rtl="1" eaLnBrk="1" latinLnBrk="0" hangingPunct="1">
                        <a:defRPr sz="1800" kern="1200">
                          <a:solidFill>
                            <a:schemeClr val="tx1"/>
                          </a:solidFill>
                          <a:latin typeface="Calibri" panose="020F0502020204030204"/>
                        </a:defRPr>
                      </a:lvl5pPr>
                      <a:lvl6pPr marL="2286000" algn="r" defTabSz="914400" rtl="1" eaLnBrk="1" latinLnBrk="0" hangingPunct="1">
                        <a:defRPr sz="1800" kern="1200">
                          <a:solidFill>
                            <a:schemeClr val="tx1"/>
                          </a:solidFill>
                          <a:latin typeface="Calibri" panose="020F0502020204030204"/>
                        </a:defRPr>
                      </a:lvl6pPr>
                      <a:lvl7pPr marL="2743200" algn="r" defTabSz="914400" rtl="1" eaLnBrk="1" latinLnBrk="0" hangingPunct="1">
                        <a:defRPr sz="1800" kern="1200">
                          <a:solidFill>
                            <a:schemeClr val="tx1"/>
                          </a:solidFill>
                          <a:latin typeface="Calibri" panose="020F0502020204030204"/>
                        </a:defRPr>
                      </a:lvl7pPr>
                      <a:lvl8pPr marL="3200400" algn="r" defTabSz="914400" rtl="1" eaLnBrk="1" latinLnBrk="0" hangingPunct="1">
                        <a:defRPr sz="1800" kern="1200">
                          <a:solidFill>
                            <a:schemeClr val="tx1"/>
                          </a:solidFill>
                          <a:latin typeface="Calibri" panose="020F0502020204030204"/>
                        </a:defRPr>
                      </a:lvl8pPr>
                      <a:lvl9pPr marL="3657600" algn="r" defTabSz="914400" rtl="1" eaLnBrk="1" latinLnBrk="0" hangingPunct="1">
                        <a:defRPr sz="1800" kern="1200">
                          <a:solidFill>
                            <a:schemeClr val="tx1"/>
                          </a:solidFill>
                          <a:latin typeface="Calibri" panose="020F0502020204030204"/>
                        </a:defRPr>
                      </a:lvl9pPr>
                    </a:lstStyle>
                    <a:p>
                      <a:pPr marL="171450" indent="-171450" algn="l">
                        <a:buFont typeface="Arial" panose="020B0604020202020204" pitchFamily="34" charset="0"/>
                        <a:buChar char="•"/>
                      </a:pPr>
                      <a:endParaRPr lang="en-US" sz="1000" dirty="0">
                        <a:solidFill>
                          <a:schemeClr val="bg1"/>
                        </a:solidFill>
                        <a:latin typeface="Neo Sans Arabic Medium" panose="020B0704030504040204" pitchFamily="34" charset="-78"/>
                        <a:cs typeface="Neo Sans Arabic Medium" panose="020B0704030504040204" pitchFamily="34" charset="-78"/>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345271"/>
                    </a:solidFill>
                  </a:tcPr>
                </a:tc>
                <a:tc hMerge="1">
                  <a:txBody>
                    <a:bodyPr/>
                    <a:lstStyle/>
                    <a:p>
                      <a:endParaRPr lang="en-US"/>
                    </a:p>
                  </a:txBody>
                  <a:tcPr/>
                </a:tc>
                <a:tc hMerge="1">
                  <a:txBody>
                    <a:bodyPr/>
                    <a:lstStyle/>
                    <a:p>
                      <a:endParaRPr lang="en-US"/>
                    </a:p>
                  </a:txBody>
                  <a:tcPr/>
                </a:tc>
                <a:tc>
                  <a:txBody>
                    <a:bodyPr/>
                    <a:lstStyle>
                      <a:lvl1pPr marL="0" algn="l" defTabSz="914400" rtl="0" eaLnBrk="1" latinLnBrk="0" hangingPunct="1">
                        <a:defRPr sz="1800" kern="1200">
                          <a:solidFill>
                            <a:schemeClr val="dk1"/>
                          </a:solidFill>
                          <a:latin typeface="Gill Sans MT" panose="020B0502020104020203"/>
                        </a:defRPr>
                      </a:lvl1pPr>
                      <a:lvl2pPr marL="457200" algn="l" defTabSz="914400" rtl="0" eaLnBrk="1" latinLnBrk="0" hangingPunct="1">
                        <a:defRPr sz="1800" kern="1200">
                          <a:solidFill>
                            <a:schemeClr val="dk1"/>
                          </a:solidFill>
                          <a:latin typeface="Gill Sans MT" panose="020B0502020104020203"/>
                        </a:defRPr>
                      </a:lvl2pPr>
                      <a:lvl3pPr marL="914400" algn="l" defTabSz="914400" rtl="0" eaLnBrk="1" latinLnBrk="0" hangingPunct="1">
                        <a:defRPr sz="1800" kern="1200">
                          <a:solidFill>
                            <a:schemeClr val="dk1"/>
                          </a:solidFill>
                          <a:latin typeface="Gill Sans MT" panose="020B0502020104020203"/>
                        </a:defRPr>
                      </a:lvl3pPr>
                      <a:lvl4pPr marL="1371600" algn="l" defTabSz="914400" rtl="0" eaLnBrk="1" latinLnBrk="0" hangingPunct="1">
                        <a:defRPr sz="1800" kern="1200">
                          <a:solidFill>
                            <a:schemeClr val="dk1"/>
                          </a:solidFill>
                          <a:latin typeface="Gill Sans MT" panose="020B0502020104020203"/>
                        </a:defRPr>
                      </a:lvl4pPr>
                      <a:lvl5pPr marL="1828800" algn="l" defTabSz="914400" rtl="0" eaLnBrk="1" latinLnBrk="0" hangingPunct="1">
                        <a:defRPr sz="1800" kern="1200">
                          <a:solidFill>
                            <a:schemeClr val="dk1"/>
                          </a:solidFill>
                          <a:latin typeface="Gill Sans MT" panose="020B0502020104020203"/>
                        </a:defRPr>
                      </a:lvl5pPr>
                      <a:lvl6pPr marL="2286000" algn="l" defTabSz="914400" rtl="0" eaLnBrk="1" latinLnBrk="0" hangingPunct="1">
                        <a:defRPr sz="1800" kern="1200">
                          <a:solidFill>
                            <a:schemeClr val="dk1"/>
                          </a:solidFill>
                          <a:latin typeface="Gill Sans MT" panose="020B0502020104020203"/>
                        </a:defRPr>
                      </a:lvl6pPr>
                      <a:lvl7pPr marL="2743200" algn="l" defTabSz="914400" rtl="0" eaLnBrk="1" latinLnBrk="0" hangingPunct="1">
                        <a:defRPr sz="1800" kern="1200">
                          <a:solidFill>
                            <a:schemeClr val="dk1"/>
                          </a:solidFill>
                          <a:latin typeface="Gill Sans MT" panose="020B0502020104020203"/>
                        </a:defRPr>
                      </a:lvl7pPr>
                      <a:lvl8pPr marL="3200400" algn="l" defTabSz="914400" rtl="0" eaLnBrk="1" latinLnBrk="0" hangingPunct="1">
                        <a:defRPr sz="1800" kern="1200">
                          <a:solidFill>
                            <a:schemeClr val="dk1"/>
                          </a:solidFill>
                          <a:latin typeface="Gill Sans MT" panose="020B0502020104020203"/>
                        </a:defRPr>
                      </a:lvl8pPr>
                      <a:lvl9pPr marL="3657600" algn="l" defTabSz="914400" rtl="0" eaLnBrk="1" latinLnBrk="0" hangingPunct="1">
                        <a:defRPr sz="1800" kern="1200">
                          <a:solidFill>
                            <a:schemeClr val="dk1"/>
                          </a:solidFill>
                          <a:latin typeface="Gill Sans MT" panose="020B0502020104020203"/>
                        </a:defRPr>
                      </a:lvl9pPr>
                    </a:lstStyle>
                    <a:p>
                      <a:pPr marL="0" indent="0" algn="ctr">
                        <a:buFont typeface="Arial" panose="020B0604020202020204" pitchFamily="34" charset="0"/>
                        <a:buNone/>
                      </a:pPr>
                      <a:endParaRPr lang="en-US" sz="1000" b="1" dirty="0">
                        <a:solidFill>
                          <a:schemeClr val="bg1"/>
                        </a:solidFill>
                        <a:latin typeface="Neo Sans Arabic Medium" panose="020B0704030504040204" pitchFamily="34" charset="-78"/>
                        <a:cs typeface="Neo Sans Arabic Medium" panose="020B0704030504040204" pitchFamily="34" charset="-78"/>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345271"/>
                    </a:solidFill>
                  </a:tcPr>
                </a:tc>
                <a:tc>
                  <a:txBody>
                    <a:bodyPr/>
                    <a:lstStyle>
                      <a:lvl1pPr marL="0" algn="r" defTabSz="914400" rtl="1" eaLnBrk="1" latinLnBrk="0" hangingPunct="1">
                        <a:defRPr sz="1800" kern="1200">
                          <a:solidFill>
                            <a:schemeClr val="tx1"/>
                          </a:solidFill>
                          <a:latin typeface="Calibri" panose="020F0502020204030204"/>
                        </a:defRPr>
                      </a:lvl1pPr>
                      <a:lvl2pPr marL="457200" algn="r" defTabSz="914400" rtl="1" eaLnBrk="1" latinLnBrk="0" hangingPunct="1">
                        <a:defRPr sz="1800" kern="1200">
                          <a:solidFill>
                            <a:schemeClr val="tx1"/>
                          </a:solidFill>
                          <a:latin typeface="Calibri" panose="020F0502020204030204"/>
                        </a:defRPr>
                      </a:lvl2pPr>
                      <a:lvl3pPr marL="914400" algn="r" defTabSz="914400" rtl="1" eaLnBrk="1" latinLnBrk="0" hangingPunct="1">
                        <a:defRPr sz="1800" kern="1200">
                          <a:solidFill>
                            <a:schemeClr val="tx1"/>
                          </a:solidFill>
                          <a:latin typeface="Calibri" panose="020F0502020204030204"/>
                        </a:defRPr>
                      </a:lvl3pPr>
                      <a:lvl4pPr marL="1371600" algn="r" defTabSz="914400" rtl="1" eaLnBrk="1" latinLnBrk="0" hangingPunct="1">
                        <a:defRPr sz="1800" kern="1200">
                          <a:solidFill>
                            <a:schemeClr val="tx1"/>
                          </a:solidFill>
                          <a:latin typeface="Calibri" panose="020F0502020204030204"/>
                        </a:defRPr>
                      </a:lvl4pPr>
                      <a:lvl5pPr marL="1828800" algn="r" defTabSz="914400" rtl="1" eaLnBrk="1" latinLnBrk="0" hangingPunct="1">
                        <a:defRPr sz="1800" kern="1200">
                          <a:solidFill>
                            <a:schemeClr val="tx1"/>
                          </a:solidFill>
                          <a:latin typeface="Calibri" panose="020F0502020204030204"/>
                        </a:defRPr>
                      </a:lvl5pPr>
                      <a:lvl6pPr marL="2286000" algn="r" defTabSz="914400" rtl="1" eaLnBrk="1" latinLnBrk="0" hangingPunct="1">
                        <a:defRPr sz="1800" kern="1200">
                          <a:solidFill>
                            <a:schemeClr val="tx1"/>
                          </a:solidFill>
                          <a:latin typeface="Calibri" panose="020F0502020204030204"/>
                        </a:defRPr>
                      </a:lvl6pPr>
                      <a:lvl7pPr marL="2743200" algn="r" defTabSz="914400" rtl="1" eaLnBrk="1" latinLnBrk="0" hangingPunct="1">
                        <a:defRPr sz="1800" kern="1200">
                          <a:solidFill>
                            <a:schemeClr val="tx1"/>
                          </a:solidFill>
                          <a:latin typeface="Calibri" panose="020F0502020204030204"/>
                        </a:defRPr>
                      </a:lvl7pPr>
                      <a:lvl8pPr marL="3200400" algn="r" defTabSz="914400" rtl="1" eaLnBrk="1" latinLnBrk="0" hangingPunct="1">
                        <a:defRPr sz="1800" kern="1200">
                          <a:solidFill>
                            <a:schemeClr val="tx1"/>
                          </a:solidFill>
                          <a:latin typeface="Calibri" panose="020F0502020204030204"/>
                        </a:defRPr>
                      </a:lvl8pPr>
                      <a:lvl9pPr marL="3657600" algn="r" defTabSz="914400" rtl="1" eaLnBrk="1" latinLnBrk="0" hangingPunct="1">
                        <a:defRPr sz="1800" kern="1200">
                          <a:solidFill>
                            <a:schemeClr val="tx1"/>
                          </a:solidFill>
                          <a:latin typeface="Calibri" panose="020F0502020204030204"/>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1" i="0" u="none" strike="noStrike" kern="1200" cap="none" spc="0" normalizeH="0" baseline="0" noProof="0" dirty="0">
                        <a:ln>
                          <a:noFill/>
                        </a:ln>
                        <a:solidFill>
                          <a:schemeClr val="bg1"/>
                        </a:solidFill>
                        <a:effectLst/>
                        <a:uLnTx/>
                        <a:uFillTx/>
                        <a:latin typeface="Neo Sans Arabic Medium" panose="020B0704030504040204" pitchFamily="34" charset="-78"/>
                        <a:ea typeface="+mn-ea"/>
                        <a:cs typeface="Neo Sans Arabic Medium" panose="020B0704030504040204" pitchFamily="34" charset="-78"/>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345271"/>
                    </a:solidFill>
                  </a:tcPr>
                </a:tc>
                <a:tc>
                  <a:txBody>
                    <a:bodyPr/>
                    <a:lstStyle>
                      <a:lvl1pPr marL="0" algn="r" defTabSz="914400" rtl="1" eaLnBrk="1" latinLnBrk="0" hangingPunct="1">
                        <a:defRPr sz="1800" kern="1200">
                          <a:solidFill>
                            <a:schemeClr val="tx1"/>
                          </a:solidFill>
                          <a:latin typeface="Calibri" panose="020F0502020204030204"/>
                        </a:defRPr>
                      </a:lvl1pPr>
                      <a:lvl2pPr marL="457200" algn="r" defTabSz="914400" rtl="1" eaLnBrk="1" latinLnBrk="0" hangingPunct="1">
                        <a:defRPr sz="1800" kern="1200">
                          <a:solidFill>
                            <a:schemeClr val="tx1"/>
                          </a:solidFill>
                          <a:latin typeface="Calibri" panose="020F0502020204030204"/>
                        </a:defRPr>
                      </a:lvl2pPr>
                      <a:lvl3pPr marL="914400" algn="r" defTabSz="914400" rtl="1" eaLnBrk="1" latinLnBrk="0" hangingPunct="1">
                        <a:defRPr sz="1800" kern="1200">
                          <a:solidFill>
                            <a:schemeClr val="tx1"/>
                          </a:solidFill>
                          <a:latin typeface="Calibri" panose="020F0502020204030204"/>
                        </a:defRPr>
                      </a:lvl3pPr>
                      <a:lvl4pPr marL="1371600" algn="r" defTabSz="914400" rtl="1" eaLnBrk="1" latinLnBrk="0" hangingPunct="1">
                        <a:defRPr sz="1800" kern="1200">
                          <a:solidFill>
                            <a:schemeClr val="tx1"/>
                          </a:solidFill>
                          <a:latin typeface="Calibri" panose="020F0502020204030204"/>
                        </a:defRPr>
                      </a:lvl4pPr>
                      <a:lvl5pPr marL="1828800" algn="r" defTabSz="914400" rtl="1" eaLnBrk="1" latinLnBrk="0" hangingPunct="1">
                        <a:defRPr sz="1800" kern="1200">
                          <a:solidFill>
                            <a:schemeClr val="tx1"/>
                          </a:solidFill>
                          <a:latin typeface="Calibri" panose="020F0502020204030204"/>
                        </a:defRPr>
                      </a:lvl5pPr>
                      <a:lvl6pPr marL="2286000" algn="r" defTabSz="914400" rtl="1" eaLnBrk="1" latinLnBrk="0" hangingPunct="1">
                        <a:defRPr sz="1800" kern="1200">
                          <a:solidFill>
                            <a:schemeClr val="tx1"/>
                          </a:solidFill>
                          <a:latin typeface="Calibri" panose="020F0502020204030204"/>
                        </a:defRPr>
                      </a:lvl6pPr>
                      <a:lvl7pPr marL="2743200" algn="r" defTabSz="914400" rtl="1" eaLnBrk="1" latinLnBrk="0" hangingPunct="1">
                        <a:defRPr sz="1800" kern="1200">
                          <a:solidFill>
                            <a:schemeClr val="tx1"/>
                          </a:solidFill>
                          <a:latin typeface="Calibri" panose="020F0502020204030204"/>
                        </a:defRPr>
                      </a:lvl7pPr>
                      <a:lvl8pPr marL="3200400" algn="r" defTabSz="914400" rtl="1" eaLnBrk="1" latinLnBrk="0" hangingPunct="1">
                        <a:defRPr sz="1800" kern="1200">
                          <a:solidFill>
                            <a:schemeClr val="tx1"/>
                          </a:solidFill>
                          <a:latin typeface="Calibri" panose="020F0502020204030204"/>
                        </a:defRPr>
                      </a:lvl8pPr>
                      <a:lvl9pPr marL="3657600" algn="r" defTabSz="914400" rtl="1" eaLnBrk="1" latinLnBrk="0" hangingPunct="1">
                        <a:defRPr sz="1800" kern="1200">
                          <a:solidFill>
                            <a:schemeClr val="tx1"/>
                          </a:solidFill>
                          <a:latin typeface="Calibri" panose="020F0502020204030204"/>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1" i="0" u="none" strike="noStrike" kern="1200" cap="none" spc="0" normalizeH="0" baseline="0" noProof="0" dirty="0">
                        <a:ln>
                          <a:noFill/>
                        </a:ln>
                        <a:solidFill>
                          <a:schemeClr val="bg1"/>
                        </a:solidFill>
                        <a:effectLst/>
                        <a:uLnTx/>
                        <a:uFillTx/>
                        <a:latin typeface="Neo Sans Arabic Medium" panose="020B0704030504040204" pitchFamily="34" charset="-78"/>
                        <a:ea typeface="+mn-ea"/>
                        <a:cs typeface="Neo Sans Arabic Medium" panose="020B0704030504040204" pitchFamily="34" charset="-78"/>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345271"/>
                    </a:solidFill>
                  </a:tcPr>
                </a:tc>
                <a:tc gridSpan="3" vMerge="1">
                  <a:txBody>
                    <a:bodyPr/>
                    <a:lstStyle/>
                    <a:p>
                      <a:pPr marL="0" indent="0" algn="l">
                        <a:buFont typeface="Arial" panose="020B0604020202020204" pitchFamily="34" charset="0"/>
                        <a:buNone/>
                      </a:pPr>
                      <a:endParaRPr lang="en-US" sz="1000" dirty="0">
                        <a:latin typeface="Neo Sans Arabic Medium" panose="020B0704030504040204" pitchFamily="34" charset="-78"/>
                        <a:cs typeface="Neo Sans Arabic Medium" panose="020B0704030504040204" pitchFamily="34" charset="-78"/>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2060">
                        <a:tint val="40000"/>
                      </a:srgbClr>
                    </a:solidFill>
                  </a:tcPr>
                </a:tc>
                <a:tc hMerge="1" vMerge="1">
                  <a:txBody>
                    <a:bodyPr/>
                    <a:lstStyle/>
                    <a:p>
                      <a:endParaRPr lang="en-US"/>
                    </a:p>
                  </a:txBody>
                  <a:tcPr/>
                </a:tc>
                <a:tc hMerge="1" vMerge="1">
                  <a:txBody>
                    <a:bodyPr/>
                    <a:lstStyle/>
                    <a:p>
                      <a:endParaRPr lang="en-US"/>
                    </a:p>
                  </a:txBody>
                  <a:tcPr/>
                </a:tc>
                <a:tc vMerge="1">
                  <a:txBody>
                    <a:bodyPr/>
                    <a:lstStyle/>
                    <a:p>
                      <a:pPr marL="0" indent="0" algn="ctr" rtl="1">
                        <a:buFont typeface="Arial" panose="020B0604020202020204" pitchFamily="34" charset="0"/>
                        <a:buNone/>
                      </a:pPr>
                      <a:endParaRPr lang="en-US" sz="1000" dirty="0">
                        <a:latin typeface="Neo Sans Arabic Medium" panose="020B0704030504040204" pitchFamily="34" charset="-78"/>
                        <a:cs typeface="Neo Sans Arabic Medium" panose="020B0704030504040204" pitchFamily="34" charset="-78"/>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2060">
                        <a:tint val="40000"/>
                      </a:srgbClr>
                    </a:solidFill>
                  </a:tcPr>
                </a:tc>
                <a:tc vMerge="1">
                  <a:txBody>
                    <a:bodyPr/>
                    <a:lstStyle/>
                    <a:p>
                      <a:pPr marL="0" indent="0" algn="ctr" rtl="1">
                        <a:buFont typeface="Arial" panose="020B0604020202020204" pitchFamily="34" charset="0"/>
                        <a:buNone/>
                      </a:pPr>
                      <a:endParaRPr lang="en-US" sz="1000" dirty="0">
                        <a:latin typeface="Neo Sans Arabic Medium" panose="020B0704030504040204" pitchFamily="34" charset="-78"/>
                        <a:cs typeface="Neo Sans Arabic Medium" panose="020B0704030504040204" pitchFamily="34" charset="-78"/>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2060">
                        <a:tint val="40000"/>
                      </a:srgbClr>
                    </a:solidFill>
                  </a:tcPr>
                </a:tc>
                <a:tc gridSpan="2" vMerge="1">
                  <a:txBody>
                    <a:bodyPr/>
                    <a:lstStyle/>
                    <a:p>
                      <a:pPr marL="0" indent="0" algn="ctr" rtl="1">
                        <a:buFont typeface="Arial" panose="020B0604020202020204" pitchFamily="34" charset="0"/>
                        <a:buNone/>
                      </a:pPr>
                      <a:endParaRPr lang="en-US" sz="1000" dirty="0">
                        <a:latin typeface="Neo Sans Arabic Medium" panose="020B0704030504040204" pitchFamily="34" charset="-78"/>
                        <a:cs typeface="Neo Sans Arabic Medium" panose="020B0704030504040204" pitchFamily="34" charset="-78"/>
                      </a:endParaRPr>
                    </a:p>
                  </a:txBody>
                  <a:tcPr anchor="ctr">
                    <a:lnL w="12700" cap="flat" cmpd="sng" algn="ctr">
                      <a:solidFill>
                        <a:schemeClr val="bg1"/>
                      </a:solidFill>
                      <a:prstDash val="solid"/>
                      <a:round/>
                      <a:headEnd type="none" w="med" len="med"/>
                      <a:tailEnd type="none" w="med" len="med"/>
                    </a:lnL>
                    <a:lnR w="12700" cmpd="sng">
                      <a:solidFill>
                        <a:sysClr val="window" lastClr="FFFFFF"/>
                      </a:solid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2060">
                        <a:tint val="40000"/>
                      </a:srgbClr>
                    </a:solidFill>
                  </a:tcPr>
                </a:tc>
                <a:tc hMerge="1" vMerge="1">
                  <a:txBody>
                    <a:bodyPr/>
                    <a:lstStyle/>
                    <a:p>
                      <a:endParaRPr lang="en-US"/>
                    </a:p>
                  </a:txBody>
                  <a:tcPr/>
                </a:tc>
                <a:extLst>
                  <a:ext uri="{0D108BD9-81ED-4DB2-BD59-A6C34878D82A}">
                    <a16:rowId xmlns:a16="http://schemas.microsoft.com/office/drawing/2014/main" val="1922157973"/>
                  </a:ext>
                </a:extLst>
              </a:tr>
              <a:tr h="227624">
                <a:tc vMerge="1">
                  <a:txBody>
                    <a:bodyPr/>
                    <a:lstStyle/>
                    <a:p>
                      <a:pPr algn="ctr"/>
                      <a:endParaRPr lang="en-US" sz="1000" dirty="0">
                        <a:latin typeface="Neo Sans Arabic Medium" panose="020B0704030504040204" pitchFamily="34" charset="-78"/>
                        <a:cs typeface="Neo Sans Arabic Medium" panose="020B0704030504040204" pitchFamily="34" charset="-78"/>
                      </a:endParaRPr>
                    </a:p>
                  </a:txBody>
                  <a:tcPr anchor="ctr">
                    <a:lnL w="12700" cmpd="sng">
                      <a:solidFill>
                        <a:sysClr val="window" lastClr="FFFFFF"/>
                      </a:solidFill>
                    </a:lnL>
                    <a:lnR w="12700" cap="flat" cmpd="sng" algn="ctr">
                      <a:solidFill>
                        <a:sysClr val="window" lastClr="FFFFFF"/>
                      </a:solidFill>
                      <a:prstDash val="solid"/>
                      <a:round/>
                      <a:headEnd type="none" w="med" len="med"/>
                      <a:tailEnd type="none" w="med" len="med"/>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002060">
                        <a:tint val="40000"/>
                      </a:srgbClr>
                    </a:solidFill>
                  </a:tcPr>
                </a:tc>
                <a:tc gridSpan="3">
                  <a:txBody>
                    <a:bodyPr/>
                    <a:lstStyle>
                      <a:lvl1pPr marL="0" algn="r" defTabSz="914400" rtl="1" eaLnBrk="1" latinLnBrk="0" hangingPunct="1">
                        <a:defRPr sz="1800" kern="1200">
                          <a:solidFill>
                            <a:schemeClr val="tx1"/>
                          </a:solidFill>
                          <a:latin typeface="Calibri" panose="020F0502020204030204"/>
                        </a:defRPr>
                      </a:lvl1pPr>
                      <a:lvl2pPr marL="457200" algn="r" defTabSz="914400" rtl="1" eaLnBrk="1" latinLnBrk="0" hangingPunct="1">
                        <a:defRPr sz="1800" kern="1200">
                          <a:solidFill>
                            <a:schemeClr val="tx1"/>
                          </a:solidFill>
                          <a:latin typeface="Calibri" panose="020F0502020204030204"/>
                        </a:defRPr>
                      </a:lvl2pPr>
                      <a:lvl3pPr marL="914400" algn="r" defTabSz="914400" rtl="1" eaLnBrk="1" latinLnBrk="0" hangingPunct="1">
                        <a:defRPr sz="1800" kern="1200">
                          <a:solidFill>
                            <a:schemeClr val="tx1"/>
                          </a:solidFill>
                          <a:latin typeface="Calibri" panose="020F0502020204030204"/>
                        </a:defRPr>
                      </a:lvl3pPr>
                      <a:lvl4pPr marL="1371600" algn="r" defTabSz="914400" rtl="1" eaLnBrk="1" latinLnBrk="0" hangingPunct="1">
                        <a:defRPr sz="1800" kern="1200">
                          <a:solidFill>
                            <a:schemeClr val="tx1"/>
                          </a:solidFill>
                          <a:latin typeface="Calibri" panose="020F0502020204030204"/>
                        </a:defRPr>
                      </a:lvl4pPr>
                      <a:lvl5pPr marL="1828800" algn="r" defTabSz="914400" rtl="1" eaLnBrk="1" latinLnBrk="0" hangingPunct="1">
                        <a:defRPr sz="1800" kern="1200">
                          <a:solidFill>
                            <a:schemeClr val="tx1"/>
                          </a:solidFill>
                          <a:latin typeface="Calibri" panose="020F0502020204030204"/>
                        </a:defRPr>
                      </a:lvl5pPr>
                      <a:lvl6pPr marL="2286000" algn="r" defTabSz="914400" rtl="1" eaLnBrk="1" latinLnBrk="0" hangingPunct="1">
                        <a:defRPr sz="1800" kern="1200">
                          <a:solidFill>
                            <a:schemeClr val="tx1"/>
                          </a:solidFill>
                          <a:latin typeface="Calibri" panose="020F0502020204030204"/>
                        </a:defRPr>
                      </a:lvl6pPr>
                      <a:lvl7pPr marL="2743200" algn="r" defTabSz="914400" rtl="1" eaLnBrk="1" latinLnBrk="0" hangingPunct="1">
                        <a:defRPr sz="1800" kern="1200">
                          <a:solidFill>
                            <a:schemeClr val="tx1"/>
                          </a:solidFill>
                          <a:latin typeface="Calibri" panose="020F0502020204030204"/>
                        </a:defRPr>
                      </a:lvl7pPr>
                      <a:lvl8pPr marL="3200400" algn="r" defTabSz="914400" rtl="1" eaLnBrk="1" latinLnBrk="0" hangingPunct="1">
                        <a:defRPr sz="1800" kern="1200">
                          <a:solidFill>
                            <a:schemeClr val="tx1"/>
                          </a:solidFill>
                          <a:latin typeface="Calibri" panose="020F0502020204030204"/>
                        </a:defRPr>
                      </a:lvl8pPr>
                      <a:lvl9pPr marL="3657600" algn="r" defTabSz="914400" rtl="1" eaLnBrk="1" latinLnBrk="0" hangingPunct="1">
                        <a:defRPr sz="1800" kern="1200">
                          <a:solidFill>
                            <a:schemeClr val="tx1"/>
                          </a:solidFill>
                          <a:latin typeface="Calibri" panose="020F0502020204030204"/>
                        </a:defRPr>
                      </a:lvl9pPr>
                    </a:lstStyle>
                    <a:p>
                      <a:pPr marL="171450" indent="-171450" algn="l">
                        <a:buFont typeface="Arial" panose="020B0604020202020204" pitchFamily="34" charset="0"/>
                        <a:buChar char="•"/>
                      </a:pPr>
                      <a:endParaRPr lang="en-US" sz="1000" dirty="0">
                        <a:solidFill>
                          <a:schemeClr val="bg1"/>
                        </a:solidFill>
                        <a:latin typeface="Neo Sans Arabic Medium" panose="020B0704030504040204" pitchFamily="34" charset="-78"/>
                        <a:cs typeface="Neo Sans Arabic Medium" panose="020B0704030504040204" pitchFamily="34" charset="-78"/>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345271"/>
                    </a:solidFill>
                  </a:tcPr>
                </a:tc>
                <a:tc hMerge="1">
                  <a:txBody>
                    <a:bodyPr/>
                    <a:lstStyle/>
                    <a:p>
                      <a:endParaRPr lang="en-US"/>
                    </a:p>
                  </a:txBody>
                  <a:tcPr/>
                </a:tc>
                <a:tc hMerge="1">
                  <a:txBody>
                    <a:bodyPr/>
                    <a:lstStyle/>
                    <a:p>
                      <a:endParaRPr lang="en-US"/>
                    </a:p>
                  </a:txBody>
                  <a:tcPr/>
                </a:tc>
                <a:tc>
                  <a:txBody>
                    <a:bodyPr/>
                    <a:lstStyle>
                      <a:lvl1pPr marL="0" algn="l" defTabSz="914400" rtl="0" eaLnBrk="1" latinLnBrk="0" hangingPunct="1">
                        <a:defRPr sz="1800" kern="1200">
                          <a:solidFill>
                            <a:schemeClr val="dk1"/>
                          </a:solidFill>
                          <a:latin typeface="Gill Sans MT" panose="020B0502020104020203"/>
                        </a:defRPr>
                      </a:lvl1pPr>
                      <a:lvl2pPr marL="457200" algn="l" defTabSz="914400" rtl="0" eaLnBrk="1" latinLnBrk="0" hangingPunct="1">
                        <a:defRPr sz="1800" kern="1200">
                          <a:solidFill>
                            <a:schemeClr val="dk1"/>
                          </a:solidFill>
                          <a:latin typeface="Gill Sans MT" panose="020B0502020104020203"/>
                        </a:defRPr>
                      </a:lvl2pPr>
                      <a:lvl3pPr marL="914400" algn="l" defTabSz="914400" rtl="0" eaLnBrk="1" latinLnBrk="0" hangingPunct="1">
                        <a:defRPr sz="1800" kern="1200">
                          <a:solidFill>
                            <a:schemeClr val="dk1"/>
                          </a:solidFill>
                          <a:latin typeface="Gill Sans MT" panose="020B0502020104020203"/>
                        </a:defRPr>
                      </a:lvl3pPr>
                      <a:lvl4pPr marL="1371600" algn="l" defTabSz="914400" rtl="0" eaLnBrk="1" latinLnBrk="0" hangingPunct="1">
                        <a:defRPr sz="1800" kern="1200">
                          <a:solidFill>
                            <a:schemeClr val="dk1"/>
                          </a:solidFill>
                          <a:latin typeface="Gill Sans MT" panose="020B0502020104020203"/>
                        </a:defRPr>
                      </a:lvl4pPr>
                      <a:lvl5pPr marL="1828800" algn="l" defTabSz="914400" rtl="0" eaLnBrk="1" latinLnBrk="0" hangingPunct="1">
                        <a:defRPr sz="1800" kern="1200">
                          <a:solidFill>
                            <a:schemeClr val="dk1"/>
                          </a:solidFill>
                          <a:latin typeface="Gill Sans MT" panose="020B0502020104020203"/>
                        </a:defRPr>
                      </a:lvl5pPr>
                      <a:lvl6pPr marL="2286000" algn="l" defTabSz="914400" rtl="0" eaLnBrk="1" latinLnBrk="0" hangingPunct="1">
                        <a:defRPr sz="1800" kern="1200">
                          <a:solidFill>
                            <a:schemeClr val="dk1"/>
                          </a:solidFill>
                          <a:latin typeface="Gill Sans MT" panose="020B0502020104020203"/>
                        </a:defRPr>
                      </a:lvl6pPr>
                      <a:lvl7pPr marL="2743200" algn="l" defTabSz="914400" rtl="0" eaLnBrk="1" latinLnBrk="0" hangingPunct="1">
                        <a:defRPr sz="1800" kern="1200">
                          <a:solidFill>
                            <a:schemeClr val="dk1"/>
                          </a:solidFill>
                          <a:latin typeface="Gill Sans MT" panose="020B0502020104020203"/>
                        </a:defRPr>
                      </a:lvl7pPr>
                      <a:lvl8pPr marL="3200400" algn="l" defTabSz="914400" rtl="0" eaLnBrk="1" latinLnBrk="0" hangingPunct="1">
                        <a:defRPr sz="1800" kern="1200">
                          <a:solidFill>
                            <a:schemeClr val="dk1"/>
                          </a:solidFill>
                          <a:latin typeface="Gill Sans MT" panose="020B0502020104020203"/>
                        </a:defRPr>
                      </a:lvl8pPr>
                      <a:lvl9pPr marL="3657600" algn="l" defTabSz="914400" rtl="0" eaLnBrk="1" latinLnBrk="0" hangingPunct="1">
                        <a:defRPr sz="1800" kern="1200">
                          <a:solidFill>
                            <a:schemeClr val="dk1"/>
                          </a:solidFill>
                          <a:latin typeface="Gill Sans MT" panose="020B0502020104020203"/>
                        </a:defRPr>
                      </a:lvl9pPr>
                    </a:lstStyle>
                    <a:p>
                      <a:pPr marL="0" indent="0" algn="ctr">
                        <a:buFont typeface="Arial" panose="020B0604020202020204" pitchFamily="34" charset="0"/>
                        <a:buNone/>
                      </a:pPr>
                      <a:endParaRPr lang="en-US" sz="1000" b="1" dirty="0">
                        <a:solidFill>
                          <a:schemeClr val="bg1"/>
                        </a:solidFill>
                        <a:latin typeface="Neo Sans Arabic Medium" panose="020B0704030504040204" pitchFamily="34" charset="-78"/>
                        <a:cs typeface="Neo Sans Arabic Medium" panose="020B0704030504040204" pitchFamily="34" charset="-78"/>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345271"/>
                    </a:solidFill>
                  </a:tcPr>
                </a:tc>
                <a:tc>
                  <a:txBody>
                    <a:bodyPr/>
                    <a:lstStyle>
                      <a:lvl1pPr marL="0" algn="r" defTabSz="914400" rtl="1" eaLnBrk="1" latinLnBrk="0" hangingPunct="1">
                        <a:defRPr sz="1800" kern="1200">
                          <a:solidFill>
                            <a:schemeClr val="tx1"/>
                          </a:solidFill>
                          <a:latin typeface="Calibri" panose="020F0502020204030204"/>
                        </a:defRPr>
                      </a:lvl1pPr>
                      <a:lvl2pPr marL="457200" algn="r" defTabSz="914400" rtl="1" eaLnBrk="1" latinLnBrk="0" hangingPunct="1">
                        <a:defRPr sz="1800" kern="1200">
                          <a:solidFill>
                            <a:schemeClr val="tx1"/>
                          </a:solidFill>
                          <a:latin typeface="Calibri" panose="020F0502020204030204"/>
                        </a:defRPr>
                      </a:lvl2pPr>
                      <a:lvl3pPr marL="914400" algn="r" defTabSz="914400" rtl="1" eaLnBrk="1" latinLnBrk="0" hangingPunct="1">
                        <a:defRPr sz="1800" kern="1200">
                          <a:solidFill>
                            <a:schemeClr val="tx1"/>
                          </a:solidFill>
                          <a:latin typeface="Calibri" panose="020F0502020204030204"/>
                        </a:defRPr>
                      </a:lvl3pPr>
                      <a:lvl4pPr marL="1371600" algn="r" defTabSz="914400" rtl="1" eaLnBrk="1" latinLnBrk="0" hangingPunct="1">
                        <a:defRPr sz="1800" kern="1200">
                          <a:solidFill>
                            <a:schemeClr val="tx1"/>
                          </a:solidFill>
                          <a:latin typeface="Calibri" panose="020F0502020204030204"/>
                        </a:defRPr>
                      </a:lvl4pPr>
                      <a:lvl5pPr marL="1828800" algn="r" defTabSz="914400" rtl="1" eaLnBrk="1" latinLnBrk="0" hangingPunct="1">
                        <a:defRPr sz="1800" kern="1200">
                          <a:solidFill>
                            <a:schemeClr val="tx1"/>
                          </a:solidFill>
                          <a:latin typeface="Calibri" panose="020F0502020204030204"/>
                        </a:defRPr>
                      </a:lvl5pPr>
                      <a:lvl6pPr marL="2286000" algn="r" defTabSz="914400" rtl="1" eaLnBrk="1" latinLnBrk="0" hangingPunct="1">
                        <a:defRPr sz="1800" kern="1200">
                          <a:solidFill>
                            <a:schemeClr val="tx1"/>
                          </a:solidFill>
                          <a:latin typeface="Calibri" panose="020F0502020204030204"/>
                        </a:defRPr>
                      </a:lvl6pPr>
                      <a:lvl7pPr marL="2743200" algn="r" defTabSz="914400" rtl="1" eaLnBrk="1" latinLnBrk="0" hangingPunct="1">
                        <a:defRPr sz="1800" kern="1200">
                          <a:solidFill>
                            <a:schemeClr val="tx1"/>
                          </a:solidFill>
                          <a:latin typeface="Calibri" panose="020F0502020204030204"/>
                        </a:defRPr>
                      </a:lvl7pPr>
                      <a:lvl8pPr marL="3200400" algn="r" defTabSz="914400" rtl="1" eaLnBrk="1" latinLnBrk="0" hangingPunct="1">
                        <a:defRPr sz="1800" kern="1200">
                          <a:solidFill>
                            <a:schemeClr val="tx1"/>
                          </a:solidFill>
                          <a:latin typeface="Calibri" panose="020F0502020204030204"/>
                        </a:defRPr>
                      </a:lvl8pPr>
                      <a:lvl9pPr marL="3657600" algn="r" defTabSz="914400" rtl="1" eaLnBrk="1" latinLnBrk="0" hangingPunct="1">
                        <a:defRPr sz="1800" kern="1200">
                          <a:solidFill>
                            <a:schemeClr val="tx1"/>
                          </a:solidFill>
                          <a:latin typeface="Calibri" panose="020F0502020204030204"/>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1" i="0" u="none" strike="noStrike" kern="1200" cap="none" spc="0" normalizeH="0" baseline="0" noProof="0" dirty="0">
                        <a:ln>
                          <a:noFill/>
                        </a:ln>
                        <a:solidFill>
                          <a:schemeClr val="bg1"/>
                        </a:solidFill>
                        <a:effectLst/>
                        <a:uLnTx/>
                        <a:uFillTx/>
                        <a:latin typeface="Neo Sans Arabic Medium" panose="020B0704030504040204" pitchFamily="34" charset="-78"/>
                        <a:ea typeface="+mn-ea"/>
                        <a:cs typeface="Neo Sans Arabic Medium" panose="020B0704030504040204" pitchFamily="34" charset="-78"/>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345271"/>
                    </a:solidFill>
                  </a:tcPr>
                </a:tc>
                <a:tc>
                  <a:txBody>
                    <a:bodyPr/>
                    <a:lstStyle>
                      <a:lvl1pPr marL="0" algn="r" defTabSz="914400" rtl="1" eaLnBrk="1" latinLnBrk="0" hangingPunct="1">
                        <a:defRPr sz="1800" kern="1200">
                          <a:solidFill>
                            <a:schemeClr val="tx1"/>
                          </a:solidFill>
                          <a:latin typeface="Calibri" panose="020F0502020204030204"/>
                        </a:defRPr>
                      </a:lvl1pPr>
                      <a:lvl2pPr marL="457200" algn="r" defTabSz="914400" rtl="1" eaLnBrk="1" latinLnBrk="0" hangingPunct="1">
                        <a:defRPr sz="1800" kern="1200">
                          <a:solidFill>
                            <a:schemeClr val="tx1"/>
                          </a:solidFill>
                          <a:latin typeface="Calibri" panose="020F0502020204030204"/>
                        </a:defRPr>
                      </a:lvl2pPr>
                      <a:lvl3pPr marL="914400" algn="r" defTabSz="914400" rtl="1" eaLnBrk="1" latinLnBrk="0" hangingPunct="1">
                        <a:defRPr sz="1800" kern="1200">
                          <a:solidFill>
                            <a:schemeClr val="tx1"/>
                          </a:solidFill>
                          <a:latin typeface="Calibri" panose="020F0502020204030204"/>
                        </a:defRPr>
                      </a:lvl3pPr>
                      <a:lvl4pPr marL="1371600" algn="r" defTabSz="914400" rtl="1" eaLnBrk="1" latinLnBrk="0" hangingPunct="1">
                        <a:defRPr sz="1800" kern="1200">
                          <a:solidFill>
                            <a:schemeClr val="tx1"/>
                          </a:solidFill>
                          <a:latin typeface="Calibri" panose="020F0502020204030204"/>
                        </a:defRPr>
                      </a:lvl4pPr>
                      <a:lvl5pPr marL="1828800" algn="r" defTabSz="914400" rtl="1" eaLnBrk="1" latinLnBrk="0" hangingPunct="1">
                        <a:defRPr sz="1800" kern="1200">
                          <a:solidFill>
                            <a:schemeClr val="tx1"/>
                          </a:solidFill>
                          <a:latin typeface="Calibri" panose="020F0502020204030204"/>
                        </a:defRPr>
                      </a:lvl5pPr>
                      <a:lvl6pPr marL="2286000" algn="r" defTabSz="914400" rtl="1" eaLnBrk="1" latinLnBrk="0" hangingPunct="1">
                        <a:defRPr sz="1800" kern="1200">
                          <a:solidFill>
                            <a:schemeClr val="tx1"/>
                          </a:solidFill>
                          <a:latin typeface="Calibri" panose="020F0502020204030204"/>
                        </a:defRPr>
                      </a:lvl6pPr>
                      <a:lvl7pPr marL="2743200" algn="r" defTabSz="914400" rtl="1" eaLnBrk="1" latinLnBrk="0" hangingPunct="1">
                        <a:defRPr sz="1800" kern="1200">
                          <a:solidFill>
                            <a:schemeClr val="tx1"/>
                          </a:solidFill>
                          <a:latin typeface="Calibri" panose="020F0502020204030204"/>
                        </a:defRPr>
                      </a:lvl7pPr>
                      <a:lvl8pPr marL="3200400" algn="r" defTabSz="914400" rtl="1" eaLnBrk="1" latinLnBrk="0" hangingPunct="1">
                        <a:defRPr sz="1800" kern="1200">
                          <a:solidFill>
                            <a:schemeClr val="tx1"/>
                          </a:solidFill>
                          <a:latin typeface="Calibri" panose="020F0502020204030204"/>
                        </a:defRPr>
                      </a:lvl8pPr>
                      <a:lvl9pPr marL="3657600" algn="r" defTabSz="914400" rtl="1" eaLnBrk="1" latinLnBrk="0" hangingPunct="1">
                        <a:defRPr sz="1800" kern="1200">
                          <a:solidFill>
                            <a:schemeClr val="tx1"/>
                          </a:solidFill>
                          <a:latin typeface="Calibri" panose="020F0502020204030204"/>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1" i="0" u="none" strike="noStrike" kern="1200" cap="none" spc="0" normalizeH="0" baseline="0" noProof="0" dirty="0">
                        <a:ln>
                          <a:noFill/>
                        </a:ln>
                        <a:solidFill>
                          <a:schemeClr val="bg1"/>
                        </a:solidFill>
                        <a:effectLst/>
                        <a:uLnTx/>
                        <a:uFillTx/>
                        <a:latin typeface="Neo Sans Arabic Medium" panose="020B0704030504040204" pitchFamily="34" charset="-78"/>
                        <a:ea typeface="+mn-ea"/>
                        <a:cs typeface="Neo Sans Arabic Medium" panose="020B0704030504040204" pitchFamily="34" charset="-78"/>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345271"/>
                    </a:solidFill>
                  </a:tcPr>
                </a:tc>
                <a:tc gridSpan="3" vMerge="1">
                  <a:txBody>
                    <a:bodyPr/>
                    <a:lstStyle/>
                    <a:p>
                      <a:pPr marL="0" indent="0" algn="l">
                        <a:buFont typeface="Arial" panose="020B0604020202020204" pitchFamily="34" charset="0"/>
                        <a:buNone/>
                      </a:pPr>
                      <a:endParaRPr lang="en-US" sz="1000" dirty="0">
                        <a:latin typeface="Neo Sans Arabic Medium" panose="020B0704030504040204" pitchFamily="34" charset="-78"/>
                        <a:cs typeface="Neo Sans Arabic Medium" panose="020B0704030504040204" pitchFamily="34" charset="-78"/>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rgbClr val="002060">
                        <a:tint val="40000"/>
                      </a:srgbClr>
                    </a:solidFill>
                  </a:tcPr>
                </a:tc>
                <a:tc hMerge="1" vMerge="1">
                  <a:txBody>
                    <a:bodyPr/>
                    <a:lstStyle/>
                    <a:p>
                      <a:endParaRPr lang="en-US"/>
                    </a:p>
                  </a:txBody>
                  <a:tcPr/>
                </a:tc>
                <a:tc hMerge="1" vMerge="1">
                  <a:txBody>
                    <a:bodyPr/>
                    <a:lstStyle/>
                    <a:p>
                      <a:endParaRPr lang="en-US"/>
                    </a:p>
                  </a:txBody>
                  <a:tcPr/>
                </a:tc>
                <a:tc vMerge="1">
                  <a:txBody>
                    <a:bodyPr/>
                    <a:lstStyle/>
                    <a:p>
                      <a:pPr marL="0" indent="0" algn="ctr" rtl="1">
                        <a:buFont typeface="Arial" panose="020B0604020202020204" pitchFamily="34" charset="0"/>
                        <a:buNone/>
                      </a:pPr>
                      <a:endParaRPr lang="en-US" sz="1000" dirty="0">
                        <a:latin typeface="Neo Sans Arabic Medium" panose="020B0704030504040204" pitchFamily="34" charset="-78"/>
                        <a:cs typeface="Neo Sans Arabic Medium" panose="020B0704030504040204" pitchFamily="34" charset="-78"/>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rgbClr val="002060">
                        <a:tint val="40000"/>
                      </a:srgbClr>
                    </a:solidFill>
                  </a:tcPr>
                </a:tc>
                <a:tc vMerge="1">
                  <a:txBody>
                    <a:bodyPr/>
                    <a:lstStyle/>
                    <a:p>
                      <a:pPr marL="0" indent="0" algn="ctr" rtl="1">
                        <a:buFont typeface="Arial" panose="020B0604020202020204" pitchFamily="34" charset="0"/>
                        <a:buNone/>
                      </a:pPr>
                      <a:endParaRPr lang="en-US" sz="1000" dirty="0">
                        <a:latin typeface="Neo Sans Arabic Medium" panose="020B0704030504040204" pitchFamily="34" charset="-78"/>
                        <a:cs typeface="Neo Sans Arabic Medium" panose="020B0704030504040204" pitchFamily="34" charset="-78"/>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002060">
                        <a:tint val="40000"/>
                      </a:srgbClr>
                    </a:solidFill>
                  </a:tcPr>
                </a:tc>
                <a:tc gridSpan="2" vMerge="1">
                  <a:txBody>
                    <a:bodyPr/>
                    <a:lstStyle/>
                    <a:p>
                      <a:pPr marL="0" indent="0" algn="ctr" rtl="1">
                        <a:buFont typeface="Arial" panose="020B0604020202020204" pitchFamily="34" charset="0"/>
                        <a:buNone/>
                      </a:pPr>
                      <a:endParaRPr lang="en-US" sz="1000" dirty="0">
                        <a:latin typeface="Neo Sans Arabic Medium" panose="020B0704030504040204" pitchFamily="34" charset="-78"/>
                        <a:cs typeface="Neo Sans Arabic Medium" panose="020B0704030504040204" pitchFamily="34" charset="-78"/>
                      </a:endParaRPr>
                    </a:p>
                  </a:txBody>
                  <a:tcPr anchor="ctr">
                    <a:lnL w="12700" cap="flat" cmpd="sng" algn="ctr">
                      <a:solidFill>
                        <a:schemeClr val="bg1"/>
                      </a:solidFill>
                      <a:prstDash val="solid"/>
                      <a:round/>
                      <a:headEnd type="none" w="med" len="med"/>
                      <a:tailEnd type="none" w="med" len="med"/>
                    </a:lnL>
                    <a:lnR w="12700" cmpd="sng">
                      <a:solidFill>
                        <a:sysClr val="window" lastClr="FFFFFF"/>
                      </a:solidFill>
                    </a:lnR>
                    <a:lnT w="12700" cap="flat" cmpd="sng" algn="ctr">
                      <a:solidFill>
                        <a:schemeClr val="bg1"/>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002060">
                        <a:tint val="40000"/>
                      </a:srgbClr>
                    </a:solidFill>
                  </a:tcPr>
                </a:tc>
                <a:tc hMerge="1" vMerge="1">
                  <a:txBody>
                    <a:bodyPr/>
                    <a:lstStyle/>
                    <a:p>
                      <a:endParaRPr lang="en-US"/>
                    </a:p>
                  </a:txBody>
                  <a:tcPr/>
                </a:tc>
                <a:extLst>
                  <a:ext uri="{0D108BD9-81ED-4DB2-BD59-A6C34878D82A}">
                    <a16:rowId xmlns:a16="http://schemas.microsoft.com/office/drawing/2014/main" val="725140851"/>
                  </a:ext>
                </a:extLst>
              </a:tr>
              <a:tr h="227624">
                <a:tc rowSpan="3">
                  <a:txBody>
                    <a:bodyPr/>
                    <a:lstStyle>
                      <a:lvl1pPr marL="0" algn="r" defTabSz="914400" rtl="1" eaLnBrk="1" latinLnBrk="0" hangingPunct="1">
                        <a:defRPr sz="1800" kern="1200">
                          <a:solidFill>
                            <a:schemeClr val="tx1"/>
                          </a:solidFill>
                          <a:latin typeface="Calibri" panose="020F0502020204030204"/>
                        </a:defRPr>
                      </a:lvl1pPr>
                      <a:lvl2pPr marL="457200" algn="r" defTabSz="914400" rtl="1" eaLnBrk="1" latinLnBrk="0" hangingPunct="1">
                        <a:defRPr sz="1800" kern="1200">
                          <a:solidFill>
                            <a:schemeClr val="tx1"/>
                          </a:solidFill>
                          <a:latin typeface="Calibri" panose="020F0502020204030204"/>
                        </a:defRPr>
                      </a:lvl2pPr>
                      <a:lvl3pPr marL="914400" algn="r" defTabSz="914400" rtl="1" eaLnBrk="1" latinLnBrk="0" hangingPunct="1">
                        <a:defRPr sz="1800" kern="1200">
                          <a:solidFill>
                            <a:schemeClr val="tx1"/>
                          </a:solidFill>
                          <a:latin typeface="Calibri" panose="020F0502020204030204"/>
                        </a:defRPr>
                      </a:lvl3pPr>
                      <a:lvl4pPr marL="1371600" algn="r" defTabSz="914400" rtl="1" eaLnBrk="1" latinLnBrk="0" hangingPunct="1">
                        <a:defRPr sz="1800" kern="1200">
                          <a:solidFill>
                            <a:schemeClr val="tx1"/>
                          </a:solidFill>
                          <a:latin typeface="Calibri" panose="020F0502020204030204"/>
                        </a:defRPr>
                      </a:lvl4pPr>
                      <a:lvl5pPr marL="1828800" algn="r" defTabSz="914400" rtl="1" eaLnBrk="1" latinLnBrk="0" hangingPunct="1">
                        <a:defRPr sz="1800" kern="1200">
                          <a:solidFill>
                            <a:schemeClr val="tx1"/>
                          </a:solidFill>
                          <a:latin typeface="Calibri" panose="020F0502020204030204"/>
                        </a:defRPr>
                      </a:lvl5pPr>
                      <a:lvl6pPr marL="2286000" algn="r" defTabSz="914400" rtl="1" eaLnBrk="1" latinLnBrk="0" hangingPunct="1">
                        <a:defRPr sz="1800" kern="1200">
                          <a:solidFill>
                            <a:schemeClr val="tx1"/>
                          </a:solidFill>
                          <a:latin typeface="Calibri" panose="020F0502020204030204"/>
                        </a:defRPr>
                      </a:lvl6pPr>
                      <a:lvl7pPr marL="2743200" algn="r" defTabSz="914400" rtl="1" eaLnBrk="1" latinLnBrk="0" hangingPunct="1">
                        <a:defRPr sz="1800" kern="1200">
                          <a:solidFill>
                            <a:schemeClr val="tx1"/>
                          </a:solidFill>
                          <a:latin typeface="Calibri" panose="020F0502020204030204"/>
                        </a:defRPr>
                      </a:lvl7pPr>
                      <a:lvl8pPr marL="3200400" algn="r" defTabSz="914400" rtl="1" eaLnBrk="1" latinLnBrk="0" hangingPunct="1">
                        <a:defRPr sz="1800" kern="1200">
                          <a:solidFill>
                            <a:schemeClr val="tx1"/>
                          </a:solidFill>
                          <a:latin typeface="Calibri" panose="020F0502020204030204"/>
                        </a:defRPr>
                      </a:lvl8pPr>
                      <a:lvl9pPr marL="3657600" algn="r" defTabSz="914400" rtl="1" eaLnBrk="1" latinLnBrk="0" hangingPunct="1">
                        <a:defRPr sz="1800" kern="1200">
                          <a:solidFill>
                            <a:schemeClr val="tx1"/>
                          </a:solidFill>
                          <a:latin typeface="Calibri" panose="020F0502020204030204"/>
                        </a:defRPr>
                      </a:lvl9pPr>
                    </a:lstStyle>
                    <a:p>
                      <a:pPr algn="ctr"/>
                      <a:r>
                        <a:rPr lang="ar-SA" sz="1000" dirty="0">
                          <a:latin typeface="Neo Sans Arabic Medium" panose="020B0704030504040204" pitchFamily="34" charset="-78"/>
                          <a:cs typeface="Neo Sans Arabic Medium" panose="020B0704030504040204" pitchFamily="34" charset="-78"/>
                        </a:rPr>
                        <a:t>متوسط</a:t>
                      </a:r>
                      <a:endParaRPr lang="en-US" sz="1000" dirty="0">
                        <a:latin typeface="Neo Sans Arabic Medium" panose="020B0704030504040204" pitchFamily="34" charset="-78"/>
                        <a:cs typeface="Neo Sans Arabic Medium" panose="020B0704030504040204" pitchFamily="34" charset="-78"/>
                      </a:endParaRPr>
                    </a:p>
                  </a:txBody>
                  <a:tcPr anchor="ctr">
                    <a:lnL w="12700" cmpd="sng">
                      <a:solidFill>
                        <a:sysClr val="window" lastClr="FFFFFF"/>
                      </a:solidFill>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ysClr val="window" lastClr="FFFFFF">
                        <a:lumMod val="85000"/>
                      </a:sysClr>
                    </a:solidFill>
                  </a:tcPr>
                </a:tc>
                <a:tc gridSpan="3">
                  <a:txBody>
                    <a:bodyPr/>
                    <a:lstStyle>
                      <a:lvl1pPr marL="0" algn="r" defTabSz="914400" rtl="1" eaLnBrk="1" latinLnBrk="0" hangingPunct="1">
                        <a:defRPr sz="1800" kern="1200">
                          <a:solidFill>
                            <a:schemeClr val="tx1"/>
                          </a:solidFill>
                          <a:latin typeface="Calibri" panose="020F0502020204030204"/>
                        </a:defRPr>
                      </a:lvl1pPr>
                      <a:lvl2pPr marL="457200" algn="r" defTabSz="914400" rtl="1" eaLnBrk="1" latinLnBrk="0" hangingPunct="1">
                        <a:defRPr sz="1800" kern="1200">
                          <a:solidFill>
                            <a:schemeClr val="tx1"/>
                          </a:solidFill>
                          <a:latin typeface="Calibri" panose="020F0502020204030204"/>
                        </a:defRPr>
                      </a:lvl2pPr>
                      <a:lvl3pPr marL="914400" algn="r" defTabSz="914400" rtl="1" eaLnBrk="1" latinLnBrk="0" hangingPunct="1">
                        <a:defRPr sz="1800" kern="1200">
                          <a:solidFill>
                            <a:schemeClr val="tx1"/>
                          </a:solidFill>
                          <a:latin typeface="Calibri" panose="020F0502020204030204"/>
                        </a:defRPr>
                      </a:lvl3pPr>
                      <a:lvl4pPr marL="1371600" algn="r" defTabSz="914400" rtl="1" eaLnBrk="1" latinLnBrk="0" hangingPunct="1">
                        <a:defRPr sz="1800" kern="1200">
                          <a:solidFill>
                            <a:schemeClr val="tx1"/>
                          </a:solidFill>
                          <a:latin typeface="Calibri" panose="020F0502020204030204"/>
                        </a:defRPr>
                      </a:lvl4pPr>
                      <a:lvl5pPr marL="1828800" algn="r" defTabSz="914400" rtl="1" eaLnBrk="1" latinLnBrk="0" hangingPunct="1">
                        <a:defRPr sz="1800" kern="1200">
                          <a:solidFill>
                            <a:schemeClr val="tx1"/>
                          </a:solidFill>
                          <a:latin typeface="Calibri" panose="020F0502020204030204"/>
                        </a:defRPr>
                      </a:lvl5pPr>
                      <a:lvl6pPr marL="2286000" algn="r" defTabSz="914400" rtl="1" eaLnBrk="1" latinLnBrk="0" hangingPunct="1">
                        <a:defRPr sz="1800" kern="1200">
                          <a:solidFill>
                            <a:schemeClr val="tx1"/>
                          </a:solidFill>
                          <a:latin typeface="Calibri" panose="020F0502020204030204"/>
                        </a:defRPr>
                      </a:lvl6pPr>
                      <a:lvl7pPr marL="2743200" algn="r" defTabSz="914400" rtl="1" eaLnBrk="1" latinLnBrk="0" hangingPunct="1">
                        <a:defRPr sz="1800" kern="1200">
                          <a:solidFill>
                            <a:schemeClr val="tx1"/>
                          </a:solidFill>
                          <a:latin typeface="Calibri" panose="020F0502020204030204"/>
                        </a:defRPr>
                      </a:lvl7pPr>
                      <a:lvl8pPr marL="3200400" algn="r" defTabSz="914400" rtl="1" eaLnBrk="1" latinLnBrk="0" hangingPunct="1">
                        <a:defRPr sz="1800" kern="1200">
                          <a:solidFill>
                            <a:schemeClr val="tx1"/>
                          </a:solidFill>
                          <a:latin typeface="Calibri" panose="020F0502020204030204"/>
                        </a:defRPr>
                      </a:lvl8pPr>
                      <a:lvl9pPr marL="3657600" algn="r" defTabSz="914400" rtl="1" eaLnBrk="1" latinLnBrk="0" hangingPunct="1">
                        <a:defRPr sz="1800" kern="1200">
                          <a:solidFill>
                            <a:schemeClr val="tx1"/>
                          </a:solidFill>
                          <a:latin typeface="Calibri" panose="020F0502020204030204"/>
                        </a:defRPr>
                      </a:lvl9pPr>
                    </a:lstStyle>
                    <a:p>
                      <a:pPr marL="171450" indent="-171450" algn="l">
                        <a:buFont typeface="Arial" panose="020B0604020202020204" pitchFamily="34" charset="0"/>
                        <a:buChar char="•"/>
                      </a:pPr>
                      <a:endParaRPr lang="en-US" sz="1000" dirty="0">
                        <a:latin typeface="Neo Sans Arabic Medium" panose="020B0704030504040204" pitchFamily="34" charset="-78"/>
                        <a:cs typeface="Neo Sans Arabic Medium" panose="020B0704030504040204" pitchFamily="34" charset="-78"/>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ysClr val="window" lastClr="FFFFFF">
                        <a:lumMod val="85000"/>
                      </a:sysClr>
                    </a:solidFill>
                  </a:tcPr>
                </a:tc>
                <a:tc hMerge="1">
                  <a:txBody>
                    <a:bodyPr/>
                    <a:lstStyle/>
                    <a:p>
                      <a:endParaRPr lang="en-US"/>
                    </a:p>
                  </a:txBody>
                  <a:tcPr/>
                </a:tc>
                <a:tc hMerge="1">
                  <a:txBody>
                    <a:bodyPr/>
                    <a:lstStyle/>
                    <a:p>
                      <a:endParaRPr lang="en-US"/>
                    </a:p>
                  </a:txBody>
                  <a:tcPr/>
                </a:tc>
                <a:tc>
                  <a:txBody>
                    <a:bodyPr/>
                    <a:lstStyle>
                      <a:lvl1pPr marL="0" algn="l" defTabSz="914400" rtl="0" eaLnBrk="1" latinLnBrk="0" hangingPunct="1">
                        <a:defRPr sz="1800" kern="1200">
                          <a:solidFill>
                            <a:schemeClr val="dk1"/>
                          </a:solidFill>
                          <a:latin typeface="Gill Sans MT" panose="020B0502020104020203"/>
                        </a:defRPr>
                      </a:lvl1pPr>
                      <a:lvl2pPr marL="457200" algn="l" defTabSz="914400" rtl="0" eaLnBrk="1" latinLnBrk="0" hangingPunct="1">
                        <a:defRPr sz="1800" kern="1200">
                          <a:solidFill>
                            <a:schemeClr val="dk1"/>
                          </a:solidFill>
                          <a:latin typeface="Gill Sans MT" panose="020B0502020104020203"/>
                        </a:defRPr>
                      </a:lvl2pPr>
                      <a:lvl3pPr marL="914400" algn="l" defTabSz="914400" rtl="0" eaLnBrk="1" latinLnBrk="0" hangingPunct="1">
                        <a:defRPr sz="1800" kern="1200">
                          <a:solidFill>
                            <a:schemeClr val="dk1"/>
                          </a:solidFill>
                          <a:latin typeface="Gill Sans MT" panose="020B0502020104020203"/>
                        </a:defRPr>
                      </a:lvl3pPr>
                      <a:lvl4pPr marL="1371600" algn="l" defTabSz="914400" rtl="0" eaLnBrk="1" latinLnBrk="0" hangingPunct="1">
                        <a:defRPr sz="1800" kern="1200">
                          <a:solidFill>
                            <a:schemeClr val="dk1"/>
                          </a:solidFill>
                          <a:latin typeface="Gill Sans MT" panose="020B0502020104020203"/>
                        </a:defRPr>
                      </a:lvl4pPr>
                      <a:lvl5pPr marL="1828800" algn="l" defTabSz="914400" rtl="0" eaLnBrk="1" latinLnBrk="0" hangingPunct="1">
                        <a:defRPr sz="1800" kern="1200">
                          <a:solidFill>
                            <a:schemeClr val="dk1"/>
                          </a:solidFill>
                          <a:latin typeface="Gill Sans MT" panose="020B0502020104020203"/>
                        </a:defRPr>
                      </a:lvl5pPr>
                      <a:lvl6pPr marL="2286000" algn="l" defTabSz="914400" rtl="0" eaLnBrk="1" latinLnBrk="0" hangingPunct="1">
                        <a:defRPr sz="1800" kern="1200">
                          <a:solidFill>
                            <a:schemeClr val="dk1"/>
                          </a:solidFill>
                          <a:latin typeface="Gill Sans MT" panose="020B0502020104020203"/>
                        </a:defRPr>
                      </a:lvl6pPr>
                      <a:lvl7pPr marL="2743200" algn="l" defTabSz="914400" rtl="0" eaLnBrk="1" latinLnBrk="0" hangingPunct="1">
                        <a:defRPr sz="1800" kern="1200">
                          <a:solidFill>
                            <a:schemeClr val="dk1"/>
                          </a:solidFill>
                          <a:latin typeface="Gill Sans MT" panose="020B0502020104020203"/>
                        </a:defRPr>
                      </a:lvl7pPr>
                      <a:lvl8pPr marL="3200400" algn="l" defTabSz="914400" rtl="0" eaLnBrk="1" latinLnBrk="0" hangingPunct="1">
                        <a:defRPr sz="1800" kern="1200">
                          <a:solidFill>
                            <a:schemeClr val="dk1"/>
                          </a:solidFill>
                          <a:latin typeface="Gill Sans MT" panose="020B0502020104020203"/>
                        </a:defRPr>
                      </a:lvl8pPr>
                      <a:lvl9pPr marL="3657600" algn="l" defTabSz="914400" rtl="0" eaLnBrk="1" latinLnBrk="0" hangingPunct="1">
                        <a:defRPr sz="1800" kern="1200">
                          <a:solidFill>
                            <a:schemeClr val="dk1"/>
                          </a:solidFill>
                          <a:latin typeface="Gill Sans MT" panose="020B0502020104020203"/>
                        </a:defRPr>
                      </a:lvl9pPr>
                    </a:lstStyle>
                    <a:p>
                      <a:pPr marL="0" indent="0" algn="ctr">
                        <a:buFont typeface="Arial" panose="020B0604020202020204" pitchFamily="34" charset="0"/>
                        <a:buNone/>
                      </a:pPr>
                      <a:endParaRPr lang="en-US" sz="1000" b="1" dirty="0">
                        <a:latin typeface="Neo Sans Arabic Medium" panose="020B0704030504040204" pitchFamily="34" charset="-78"/>
                        <a:cs typeface="Neo Sans Arabic Medium" panose="020B0704030504040204" pitchFamily="34" charset="-78"/>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ysClr val="window" lastClr="FFFFFF">
                        <a:lumMod val="85000"/>
                      </a:sysClr>
                    </a:solidFill>
                  </a:tcPr>
                </a:tc>
                <a:tc>
                  <a:txBody>
                    <a:bodyPr/>
                    <a:lstStyle>
                      <a:lvl1pPr marL="0" algn="r" defTabSz="914400" rtl="1" eaLnBrk="1" latinLnBrk="0" hangingPunct="1">
                        <a:defRPr sz="1800" kern="1200">
                          <a:solidFill>
                            <a:schemeClr val="tx1"/>
                          </a:solidFill>
                          <a:latin typeface="Calibri" panose="020F0502020204030204"/>
                        </a:defRPr>
                      </a:lvl1pPr>
                      <a:lvl2pPr marL="457200" algn="r" defTabSz="914400" rtl="1" eaLnBrk="1" latinLnBrk="0" hangingPunct="1">
                        <a:defRPr sz="1800" kern="1200">
                          <a:solidFill>
                            <a:schemeClr val="tx1"/>
                          </a:solidFill>
                          <a:latin typeface="Calibri" panose="020F0502020204030204"/>
                        </a:defRPr>
                      </a:lvl2pPr>
                      <a:lvl3pPr marL="914400" algn="r" defTabSz="914400" rtl="1" eaLnBrk="1" latinLnBrk="0" hangingPunct="1">
                        <a:defRPr sz="1800" kern="1200">
                          <a:solidFill>
                            <a:schemeClr val="tx1"/>
                          </a:solidFill>
                          <a:latin typeface="Calibri" panose="020F0502020204030204"/>
                        </a:defRPr>
                      </a:lvl3pPr>
                      <a:lvl4pPr marL="1371600" algn="r" defTabSz="914400" rtl="1" eaLnBrk="1" latinLnBrk="0" hangingPunct="1">
                        <a:defRPr sz="1800" kern="1200">
                          <a:solidFill>
                            <a:schemeClr val="tx1"/>
                          </a:solidFill>
                          <a:latin typeface="Calibri" panose="020F0502020204030204"/>
                        </a:defRPr>
                      </a:lvl4pPr>
                      <a:lvl5pPr marL="1828800" algn="r" defTabSz="914400" rtl="1" eaLnBrk="1" latinLnBrk="0" hangingPunct="1">
                        <a:defRPr sz="1800" kern="1200">
                          <a:solidFill>
                            <a:schemeClr val="tx1"/>
                          </a:solidFill>
                          <a:latin typeface="Calibri" panose="020F0502020204030204"/>
                        </a:defRPr>
                      </a:lvl5pPr>
                      <a:lvl6pPr marL="2286000" algn="r" defTabSz="914400" rtl="1" eaLnBrk="1" latinLnBrk="0" hangingPunct="1">
                        <a:defRPr sz="1800" kern="1200">
                          <a:solidFill>
                            <a:schemeClr val="tx1"/>
                          </a:solidFill>
                          <a:latin typeface="Calibri" panose="020F0502020204030204"/>
                        </a:defRPr>
                      </a:lvl6pPr>
                      <a:lvl7pPr marL="2743200" algn="r" defTabSz="914400" rtl="1" eaLnBrk="1" latinLnBrk="0" hangingPunct="1">
                        <a:defRPr sz="1800" kern="1200">
                          <a:solidFill>
                            <a:schemeClr val="tx1"/>
                          </a:solidFill>
                          <a:latin typeface="Calibri" panose="020F0502020204030204"/>
                        </a:defRPr>
                      </a:lvl7pPr>
                      <a:lvl8pPr marL="3200400" algn="r" defTabSz="914400" rtl="1" eaLnBrk="1" latinLnBrk="0" hangingPunct="1">
                        <a:defRPr sz="1800" kern="1200">
                          <a:solidFill>
                            <a:schemeClr val="tx1"/>
                          </a:solidFill>
                          <a:latin typeface="Calibri" panose="020F0502020204030204"/>
                        </a:defRPr>
                      </a:lvl8pPr>
                      <a:lvl9pPr marL="3657600" algn="r" defTabSz="914400" rtl="1" eaLnBrk="1" latinLnBrk="0" hangingPunct="1">
                        <a:defRPr sz="1800" kern="1200">
                          <a:solidFill>
                            <a:schemeClr val="tx1"/>
                          </a:solidFill>
                          <a:latin typeface="Calibri" panose="020F0502020204030204"/>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1" i="0" u="none" strike="noStrike" kern="1200" cap="none" spc="0" normalizeH="0" baseline="0" noProof="0" dirty="0">
                        <a:ln>
                          <a:noFill/>
                        </a:ln>
                        <a:solidFill>
                          <a:prstClr val="black"/>
                        </a:solidFill>
                        <a:effectLst/>
                        <a:uLnTx/>
                        <a:uFillTx/>
                        <a:latin typeface="Neo Sans Arabic Medium" panose="020B0704030504040204" pitchFamily="34" charset="-78"/>
                        <a:ea typeface="+mn-ea"/>
                        <a:cs typeface="Neo Sans Arabic Medium" panose="020B0704030504040204" pitchFamily="34" charset="-78"/>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ysClr val="window" lastClr="FFFFFF">
                        <a:lumMod val="85000"/>
                      </a:sysClr>
                    </a:solidFill>
                  </a:tcPr>
                </a:tc>
                <a:tc>
                  <a:txBody>
                    <a:bodyPr/>
                    <a:lstStyle>
                      <a:lvl1pPr marL="0" algn="r" defTabSz="914400" rtl="1" eaLnBrk="1" latinLnBrk="0" hangingPunct="1">
                        <a:defRPr sz="1800" kern="1200">
                          <a:solidFill>
                            <a:schemeClr val="tx1"/>
                          </a:solidFill>
                          <a:latin typeface="Calibri" panose="020F0502020204030204"/>
                        </a:defRPr>
                      </a:lvl1pPr>
                      <a:lvl2pPr marL="457200" algn="r" defTabSz="914400" rtl="1" eaLnBrk="1" latinLnBrk="0" hangingPunct="1">
                        <a:defRPr sz="1800" kern="1200">
                          <a:solidFill>
                            <a:schemeClr val="tx1"/>
                          </a:solidFill>
                          <a:latin typeface="Calibri" panose="020F0502020204030204"/>
                        </a:defRPr>
                      </a:lvl2pPr>
                      <a:lvl3pPr marL="914400" algn="r" defTabSz="914400" rtl="1" eaLnBrk="1" latinLnBrk="0" hangingPunct="1">
                        <a:defRPr sz="1800" kern="1200">
                          <a:solidFill>
                            <a:schemeClr val="tx1"/>
                          </a:solidFill>
                          <a:latin typeface="Calibri" panose="020F0502020204030204"/>
                        </a:defRPr>
                      </a:lvl3pPr>
                      <a:lvl4pPr marL="1371600" algn="r" defTabSz="914400" rtl="1" eaLnBrk="1" latinLnBrk="0" hangingPunct="1">
                        <a:defRPr sz="1800" kern="1200">
                          <a:solidFill>
                            <a:schemeClr val="tx1"/>
                          </a:solidFill>
                          <a:latin typeface="Calibri" panose="020F0502020204030204"/>
                        </a:defRPr>
                      </a:lvl4pPr>
                      <a:lvl5pPr marL="1828800" algn="r" defTabSz="914400" rtl="1" eaLnBrk="1" latinLnBrk="0" hangingPunct="1">
                        <a:defRPr sz="1800" kern="1200">
                          <a:solidFill>
                            <a:schemeClr val="tx1"/>
                          </a:solidFill>
                          <a:latin typeface="Calibri" panose="020F0502020204030204"/>
                        </a:defRPr>
                      </a:lvl5pPr>
                      <a:lvl6pPr marL="2286000" algn="r" defTabSz="914400" rtl="1" eaLnBrk="1" latinLnBrk="0" hangingPunct="1">
                        <a:defRPr sz="1800" kern="1200">
                          <a:solidFill>
                            <a:schemeClr val="tx1"/>
                          </a:solidFill>
                          <a:latin typeface="Calibri" panose="020F0502020204030204"/>
                        </a:defRPr>
                      </a:lvl6pPr>
                      <a:lvl7pPr marL="2743200" algn="r" defTabSz="914400" rtl="1" eaLnBrk="1" latinLnBrk="0" hangingPunct="1">
                        <a:defRPr sz="1800" kern="1200">
                          <a:solidFill>
                            <a:schemeClr val="tx1"/>
                          </a:solidFill>
                          <a:latin typeface="Calibri" panose="020F0502020204030204"/>
                        </a:defRPr>
                      </a:lvl7pPr>
                      <a:lvl8pPr marL="3200400" algn="r" defTabSz="914400" rtl="1" eaLnBrk="1" latinLnBrk="0" hangingPunct="1">
                        <a:defRPr sz="1800" kern="1200">
                          <a:solidFill>
                            <a:schemeClr val="tx1"/>
                          </a:solidFill>
                          <a:latin typeface="Calibri" panose="020F0502020204030204"/>
                        </a:defRPr>
                      </a:lvl8pPr>
                      <a:lvl9pPr marL="3657600" algn="r" defTabSz="914400" rtl="1" eaLnBrk="1" latinLnBrk="0" hangingPunct="1">
                        <a:defRPr sz="1800" kern="1200">
                          <a:solidFill>
                            <a:schemeClr val="tx1"/>
                          </a:solidFill>
                          <a:latin typeface="Calibri" panose="020F0502020204030204"/>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1" i="0" u="none" strike="noStrike" kern="1200" cap="none" spc="0" normalizeH="0" baseline="0" noProof="0" dirty="0">
                        <a:ln>
                          <a:noFill/>
                        </a:ln>
                        <a:solidFill>
                          <a:prstClr val="black"/>
                        </a:solidFill>
                        <a:effectLst/>
                        <a:uLnTx/>
                        <a:uFillTx/>
                        <a:latin typeface="Neo Sans Arabic Medium" panose="020B0704030504040204" pitchFamily="34" charset="-78"/>
                        <a:ea typeface="+mn-ea"/>
                        <a:cs typeface="Neo Sans Arabic Medium" panose="020B0704030504040204" pitchFamily="34" charset="-78"/>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ysClr val="window" lastClr="FFFFFF">
                        <a:lumMod val="85000"/>
                      </a:sysClr>
                    </a:solidFill>
                  </a:tcPr>
                </a:tc>
                <a:tc rowSpan="3" gridSpan="3">
                  <a:txBody>
                    <a:bodyPr/>
                    <a:lstStyle>
                      <a:lvl1pPr marL="0" algn="r" defTabSz="914400" rtl="1" eaLnBrk="1" latinLnBrk="0" hangingPunct="1">
                        <a:defRPr sz="1800" kern="1200">
                          <a:solidFill>
                            <a:schemeClr val="tx1"/>
                          </a:solidFill>
                          <a:latin typeface="Calibri" panose="020F0502020204030204"/>
                        </a:defRPr>
                      </a:lvl1pPr>
                      <a:lvl2pPr marL="457200" algn="r" defTabSz="914400" rtl="1" eaLnBrk="1" latinLnBrk="0" hangingPunct="1">
                        <a:defRPr sz="1800" kern="1200">
                          <a:solidFill>
                            <a:schemeClr val="tx1"/>
                          </a:solidFill>
                          <a:latin typeface="Calibri" panose="020F0502020204030204"/>
                        </a:defRPr>
                      </a:lvl2pPr>
                      <a:lvl3pPr marL="914400" algn="r" defTabSz="914400" rtl="1" eaLnBrk="1" latinLnBrk="0" hangingPunct="1">
                        <a:defRPr sz="1800" kern="1200">
                          <a:solidFill>
                            <a:schemeClr val="tx1"/>
                          </a:solidFill>
                          <a:latin typeface="Calibri" panose="020F0502020204030204"/>
                        </a:defRPr>
                      </a:lvl3pPr>
                      <a:lvl4pPr marL="1371600" algn="r" defTabSz="914400" rtl="1" eaLnBrk="1" latinLnBrk="0" hangingPunct="1">
                        <a:defRPr sz="1800" kern="1200">
                          <a:solidFill>
                            <a:schemeClr val="tx1"/>
                          </a:solidFill>
                          <a:latin typeface="Calibri" panose="020F0502020204030204"/>
                        </a:defRPr>
                      </a:lvl4pPr>
                      <a:lvl5pPr marL="1828800" algn="r" defTabSz="914400" rtl="1" eaLnBrk="1" latinLnBrk="0" hangingPunct="1">
                        <a:defRPr sz="1800" kern="1200">
                          <a:solidFill>
                            <a:schemeClr val="tx1"/>
                          </a:solidFill>
                          <a:latin typeface="Calibri" panose="020F0502020204030204"/>
                        </a:defRPr>
                      </a:lvl5pPr>
                      <a:lvl6pPr marL="2286000" algn="r" defTabSz="914400" rtl="1" eaLnBrk="1" latinLnBrk="0" hangingPunct="1">
                        <a:defRPr sz="1800" kern="1200">
                          <a:solidFill>
                            <a:schemeClr val="tx1"/>
                          </a:solidFill>
                          <a:latin typeface="Calibri" panose="020F0502020204030204"/>
                        </a:defRPr>
                      </a:lvl6pPr>
                      <a:lvl7pPr marL="2743200" algn="r" defTabSz="914400" rtl="1" eaLnBrk="1" latinLnBrk="0" hangingPunct="1">
                        <a:defRPr sz="1800" kern="1200">
                          <a:solidFill>
                            <a:schemeClr val="tx1"/>
                          </a:solidFill>
                          <a:latin typeface="Calibri" panose="020F0502020204030204"/>
                        </a:defRPr>
                      </a:lvl7pPr>
                      <a:lvl8pPr marL="3200400" algn="r" defTabSz="914400" rtl="1" eaLnBrk="1" latinLnBrk="0" hangingPunct="1">
                        <a:defRPr sz="1800" kern="1200">
                          <a:solidFill>
                            <a:schemeClr val="tx1"/>
                          </a:solidFill>
                          <a:latin typeface="Calibri" panose="020F0502020204030204"/>
                        </a:defRPr>
                      </a:lvl8pPr>
                      <a:lvl9pPr marL="3657600" algn="r" defTabSz="914400" rtl="1" eaLnBrk="1" latinLnBrk="0" hangingPunct="1">
                        <a:defRPr sz="1800" kern="1200">
                          <a:solidFill>
                            <a:schemeClr val="tx1"/>
                          </a:solidFill>
                          <a:latin typeface="Calibri" panose="020F0502020204030204"/>
                        </a:defRPr>
                      </a:lvl9pPr>
                    </a:lstStyle>
                    <a:p>
                      <a:pPr marL="0" indent="0" algn="l">
                        <a:buFont typeface="Arial" panose="020B0604020202020204" pitchFamily="34" charset="0"/>
                        <a:buNone/>
                      </a:pPr>
                      <a:r>
                        <a:rPr lang="ar-SA" sz="1000" dirty="0">
                          <a:latin typeface="Neo Sans Arabic Medium" panose="020B0704030504040204" pitchFamily="34" charset="-78"/>
                          <a:cs typeface="Neo Sans Arabic Medium" panose="020B0704030504040204" pitchFamily="34" charset="-78"/>
                        </a:rPr>
                        <a:t>تقديم عرض توضيحي عن أثر التطوع على أهداف المنظمة.</a:t>
                      </a:r>
                      <a:endParaRPr lang="en-US" sz="1000" dirty="0">
                        <a:latin typeface="Neo Sans Arabic Medium" panose="020B0704030504040204" pitchFamily="34" charset="-78"/>
                        <a:cs typeface="Neo Sans Arabic Medium" panose="020B0704030504040204" pitchFamily="34" charset="-78"/>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ysClr val="window" lastClr="FFFFFF">
                        <a:lumMod val="85000"/>
                      </a:sysClr>
                    </a:solidFill>
                  </a:tcPr>
                </a:tc>
                <a:tc rowSpan="3" hMerge="1">
                  <a:txBody>
                    <a:bodyPr/>
                    <a:lstStyle/>
                    <a:p>
                      <a:endParaRPr lang="en-US"/>
                    </a:p>
                  </a:txBody>
                  <a:tcPr/>
                </a:tc>
                <a:tc rowSpan="3" hMerge="1">
                  <a:txBody>
                    <a:bodyPr/>
                    <a:lstStyle/>
                    <a:p>
                      <a:endParaRPr lang="en-US"/>
                    </a:p>
                  </a:txBody>
                  <a:tcPr/>
                </a:tc>
                <a:tc rowSpan="3">
                  <a:txBody>
                    <a:bodyPr/>
                    <a:lstStyle>
                      <a:lvl1pPr marL="0" algn="r" defTabSz="914400" rtl="1" eaLnBrk="1" latinLnBrk="0" hangingPunct="1">
                        <a:defRPr sz="1800" kern="1200">
                          <a:solidFill>
                            <a:schemeClr val="tx1"/>
                          </a:solidFill>
                          <a:latin typeface="Calibri" panose="020F0502020204030204"/>
                        </a:defRPr>
                      </a:lvl1pPr>
                      <a:lvl2pPr marL="457200" algn="r" defTabSz="914400" rtl="1" eaLnBrk="1" latinLnBrk="0" hangingPunct="1">
                        <a:defRPr sz="1800" kern="1200">
                          <a:solidFill>
                            <a:schemeClr val="tx1"/>
                          </a:solidFill>
                          <a:latin typeface="Calibri" panose="020F0502020204030204"/>
                        </a:defRPr>
                      </a:lvl2pPr>
                      <a:lvl3pPr marL="914400" algn="r" defTabSz="914400" rtl="1" eaLnBrk="1" latinLnBrk="0" hangingPunct="1">
                        <a:defRPr sz="1800" kern="1200">
                          <a:solidFill>
                            <a:schemeClr val="tx1"/>
                          </a:solidFill>
                          <a:latin typeface="Calibri" panose="020F0502020204030204"/>
                        </a:defRPr>
                      </a:lvl3pPr>
                      <a:lvl4pPr marL="1371600" algn="r" defTabSz="914400" rtl="1" eaLnBrk="1" latinLnBrk="0" hangingPunct="1">
                        <a:defRPr sz="1800" kern="1200">
                          <a:solidFill>
                            <a:schemeClr val="tx1"/>
                          </a:solidFill>
                          <a:latin typeface="Calibri" panose="020F0502020204030204"/>
                        </a:defRPr>
                      </a:lvl4pPr>
                      <a:lvl5pPr marL="1828800" algn="r" defTabSz="914400" rtl="1" eaLnBrk="1" latinLnBrk="0" hangingPunct="1">
                        <a:defRPr sz="1800" kern="1200">
                          <a:solidFill>
                            <a:schemeClr val="tx1"/>
                          </a:solidFill>
                          <a:latin typeface="Calibri" panose="020F0502020204030204"/>
                        </a:defRPr>
                      </a:lvl5pPr>
                      <a:lvl6pPr marL="2286000" algn="r" defTabSz="914400" rtl="1" eaLnBrk="1" latinLnBrk="0" hangingPunct="1">
                        <a:defRPr sz="1800" kern="1200">
                          <a:solidFill>
                            <a:schemeClr val="tx1"/>
                          </a:solidFill>
                          <a:latin typeface="Calibri" panose="020F0502020204030204"/>
                        </a:defRPr>
                      </a:lvl6pPr>
                      <a:lvl7pPr marL="2743200" algn="r" defTabSz="914400" rtl="1" eaLnBrk="1" latinLnBrk="0" hangingPunct="1">
                        <a:defRPr sz="1800" kern="1200">
                          <a:solidFill>
                            <a:schemeClr val="tx1"/>
                          </a:solidFill>
                          <a:latin typeface="Calibri" panose="020F0502020204030204"/>
                        </a:defRPr>
                      </a:lvl7pPr>
                      <a:lvl8pPr marL="3200400" algn="r" defTabSz="914400" rtl="1" eaLnBrk="1" latinLnBrk="0" hangingPunct="1">
                        <a:defRPr sz="1800" kern="1200">
                          <a:solidFill>
                            <a:schemeClr val="tx1"/>
                          </a:solidFill>
                          <a:latin typeface="Calibri" panose="020F0502020204030204"/>
                        </a:defRPr>
                      </a:lvl8pPr>
                      <a:lvl9pPr marL="3657600" algn="r" defTabSz="914400" rtl="1" eaLnBrk="1" latinLnBrk="0" hangingPunct="1">
                        <a:defRPr sz="1800" kern="1200">
                          <a:solidFill>
                            <a:schemeClr val="tx1"/>
                          </a:solidFill>
                          <a:latin typeface="Calibri" panose="020F0502020204030204"/>
                        </a:defRPr>
                      </a:lvl9pPr>
                    </a:lstStyle>
                    <a:p>
                      <a:pPr marL="0" indent="0" algn="ctr" rtl="1">
                        <a:buFont typeface="Arial" panose="020B0604020202020204" pitchFamily="34" charset="0"/>
                        <a:buNone/>
                      </a:pPr>
                      <a:r>
                        <a:rPr lang="ar-SA" sz="1000" dirty="0">
                          <a:latin typeface="Neo Sans Arabic Medium" panose="020B0704030504040204" pitchFamily="34" charset="-78"/>
                          <a:cs typeface="Neo Sans Arabic Medium" panose="020B0704030504040204" pitchFamily="34" charset="-78"/>
                        </a:rPr>
                        <a:t>منخفض</a:t>
                      </a:r>
                      <a:endParaRPr lang="en-US" sz="1000" dirty="0">
                        <a:latin typeface="Neo Sans Arabic Medium" panose="020B0704030504040204" pitchFamily="34" charset="-78"/>
                        <a:cs typeface="Neo Sans Arabic Medium" panose="020B0704030504040204" pitchFamily="34" charset="-78"/>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ysClr val="window" lastClr="FFFFFF">
                        <a:lumMod val="85000"/>
                      </a:sysClr>
                    </a:solidFill>
                  </a:tcPr>
                </a:tc>
                <a:tc rowSpan="3">
                  <a:txBody>
                    <a:bodyPr/>
                    <a:lstStyle>
                      <a:lvl1pPr marL="0" algn="r" defTabSz="914400" rtl="1" eaLnBrk="1" latinLnBrk="0" hangingPunct="1">
                        <a:defRPr sz="1800" kern="1200">
                          <a:solidFill>
                            <a:schemeClr val="tx1"/>
                          </a:solidFill>
                          <a:latin typeface="Calibri" panose="020F0502020204030204"/>
                        </a:defRPr>
                      </a:lvl1pPr>
                      <a:lvl2pPr marL="457200" algn="r" defTabSz="914400" rtl="1" eaLnBrk="1" latinLnBrk="0" hangingPunct="1">
                        <a:defRPr sz="1800" kern="1200">
                          <a:solidFill>
                            <a:schemeClr val="tx1"/>
                          </a:solidFill>
                          <a:latin typeface="Calibri" panose="020F0502020204030204"/>
                        </a:defRPr>
                      </a:lvl2pPr>
                      <a:lvl3pPr marL="914400" algn="r" defTabSz="914400" rtl="1" eaLnBrk="1" latinLnBrk="0" hangingPunct="1">
                        <a:defRPr sz="1800" kern="1200">
                          <a:solidFill>
                            <a:schemeClr val="tx1"/>
                          </a:solidFill>
                          <a:latin typeface="Calibri" panose="020F0502020204030204"/>
                        </a:defRPr>
                      </a:lvl3pPr>
                      <a:lvl4pPr marL="1371600" algn="r" defTabSz="914400" rtl="1" eaLnBrk="1" latinLnBrk="0" hangingPunct="1">
                        <a:defRPr sz="1800" kern="1200">
                          <a:solidFill>
                            <a:schemeClr val="tx1"/>
                          </a:solidFill>
                          <a:latin typeface="Calibri" panose="020F0502020204030204"/>
                        </a:defRPr>
                      </a:lvl4pPr>
                      <a:lvl5pPr marL="1828800" algn="r" defTabSz="914400" rtl="1" eaLnBrk="1" latinLnBrk="0" hangingPunct="1">
                        <a:defRPr sz="1800" kern="1200">
                          <a:solidFill>
                            <a:schemeClr val="tx1"/>
                          </a:solidFill>
                          <a:latin typeface="Calibri" panose="020F0502020204030204"/>
                        </a:defRPr>
                      </a:lvl5pPr>
                      <a:lvl6pPr marL="2286000" algn="r" defTabSz="914400" rtl="1" eaLnBrk="1" latinLnBrk="0" hangingPunct="1">
                        <a:defRPr sz="1800" kern="1200">
                          <a:solidFill>
                            <a:schemeClr val="tx1"/>
                          </a:solidFill>
                          <a:latin typeface="Calibri" panose="020F0502020204030204"/>
                        </a:defRPr>
                      </a:lvl6pPr>
                      <a:lvl7pPr marL="2743200" algn="r" defTabSz="914400" rtl="1" eaLnBrk="1" latinLnBrk="0" hangingPunct="1">
                        <a:defRPr sz="1800" kern="1200">
                          <a:solidFill>
                            <a:schemeClr val="tx1"/>
                          </a:solidFill>
                          <a:latin typeface="Calibri" panose="020F0502020204030204"/>
                        </a:defRPr>
                      </a:lvl7pPr>
                      <a:lvl8pPr marL="3200400" algn="r" defTabSz="914400" rtl="1" eaLnBrk="1" latinLnBrk="0" hangingPunct="1">
                        <a:defRPr sz="1800" kern="1200">
                          <a:solidFill>
                            <a:schemeClr val="tx1"/>
                          </a:solidFill>
                          <a:latin typeface="Calibri" panose="020F0502020204030204"/>
                        </a:defRPr>
                      </a:lvl8pPr>
                      <a:lvl9pPr marL="3657600" algn="r" defTabSz="914400" rtl="1" eaLnBrk="1" latinLnBrk="0" hangingPunct="1">
                        <a:defRPr sz="1800" kern="1200">
                          <a:solidFill>
                            <a:schemeClr val="tx1"/>
                          </a:solidFill>
                          <a:latin typeface="Calibri" panose="020F0502020204030204"/>
                        </a:defRPr>
                      </a:lvl9pPr>
                    </a:lstStyle>
                    <a:p>
                      <a:pPr marL="0" indent="0" algn="ctr" rtl="1">
                        <a:buFont typeface="Arial" panose="020B0604020202020204" pitchFamily="34" charset="0"/>
                        <a:buNone/>
                      </a:pPr>
                      <a:r>
                        <a:rPr lang="ar-SA" sz="1000" dirty="0">
                          <a:latin typeface="Neo Sans Arabic Medium" panose="020B0704030504040204" pitchFamily="34" charset="-78"/>
                          <a:cs typeface="Neo Sans Arabic Medium" panose="020B0704030504040204" pitchFamily="34" charset="-78"/>
                        </a:rPr>
                        <a:t>متوسط</a:t>
                      </a:r>
                      <a:endParaRPr lang="en-US" sz="1000" dirty="0">
                        <a:latin typeface="Neo Sans Arabic Medium" panose="020B0704030504040204" pitchFamily="34" charset="-78"/>
                        <a:cs typeface="Neo Sans Arabic Medium" panose="020B0704030504040204" pitchFamily="34" charset="-78"/>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ysClr val="window" lastClr="FFFFFF">
                        <a:lumMod val="85000"/>
                      </a:sysClr>
                    </a:solidFill>
                  </a:tcPr>
                </a:tc>
                <a:tc rowSpan="3" gridSpan="2">
                  <a:txBody>
                    <a:bodyPr/>
                    <a:lstStyle>
                      <a:lvl1pPr marL="0" algn="r" defTabSz="914400" rtl="1" eaLnBrk="1" latinLnBrk="0" hangingPunct="1">
                        <a:defRPr sz="1800" kern="1200">
                          <a:solidFill>
                            <a:schemeClr val="tx1"/>
                          </a:solidFill>
                          <a:latin typeface="Calibri" panose="020F0502020204030204"/>
                        </a:defRPr>
                      </a:lvl1pPr>
                      <a:lvl2pPr marL="457200" algn="r" defTabSz="914400" rtl="1" eaLnBrk="1" latinLnBrk="0" hangingPunct="1">
                        <a:defRPr sz="1800" kern="1200">
                          <a:solidFill>
                            <a:schemeClr val="tx1"/>
                          </a:solidFill>
                          <a:latin typeface="Calibri" panose="020F0502020204030204"/>
                        </a:defRPr>
                      </a:lvl2pPr>
                      <a:lvl3pPr marL="914400" algn="r" defTabSz="914400" rtl="1" eaLnBrk="1" latinLnBrk="0" hangingPunct="1">
                        <a:defRPr sz="1800" kern="1200">
                          <a:solidFill>
                            <a:schemeClr val="tx1"/>
                          </a:solidFill>
                          <a:latin typeface="Calibri" panose="020F0502020204030204"/>
                        </a:defRPr>
                      </a:lvl3pPr>
                      <a:lvl4pPr marL="1371600" algn="r" defTabSz="914400" rtl="1" eaLnBrk="1" latinLnBrk="0" hangingPunct="1">
                        <a:defRPr sz="1800" kern="1200">
                          <a:solidFill>
                            <a:schemeClr val="tx1"/>
                          </a:solidFill>
                          <a:latin typeface="Calibri" panose="020F0502020204030204"/>
                        </a:defRPr>
                      </a:lvl4pPr>
                      <a:lvl5pPr marL="1828800" algn="r" defTabSz="914400" rtl="1" eaLnBrk="1" latinLnBrk="0" hangingPunct="1">
                        <a:defRPr sz="1800" kern="1200">
                          <a:solidFill>
                            <a:schemeClr val="tx1"/>
                          </a:solidFill>
                          <a:latin typeface="Calibri" panose="020F0502020204030204"/>
                        </a:defRPr>
                      </a:lvl5pPr>
                      <a:lvl6pPr marL="2286000" algn="r" defTabSz="914400" rtl="1" eaLnBrk="1" latinLnBrk="0" hangingPunct="1">
                        <a:defRPr sz="1800" kern="1200">
                          <a:solidFill>
                            <a:schemeClr val="tx1"/>
                          </a:solidFill>
                          <a:latin typeface="Calibri" panose="020F0502020204030204"/>
                        </a:defRPr>
                      </a:lvl6pPr>
                      <a:lvl7pPr marL="2743200" algn="r" defTabSz="914400" rtl="1" eaLnBrk="1" latinLnBrk="0" hangingPunct="1">
                        <a:defRPr sz="1800" kern="1200">
                          <a:solidFill>
                            <a:schemeClr val="tx1"/>
                          </a:solidFill>
                          <a:latin typeface="Calibri" panose="020F0502020204030204"/>
                        </a:defRPr>
                      </a:lvl7pPr>
                      <a:lvl8pPr marL="3200400" algn="r" defTabSz="914400" rtl="1" eaLnBrk="1" latinLnBrk="0" hangingPunct="1">
                        <a:defRPr sz="1800" kern="1200">
                          <a:solidFill>
                            <a:schemeClr val="tx1"/>
                          </a:solidFill>
                          <a:latin typeface="Calibri" panose="020F0502020204030204"/>
                        </a:defRPr>
                      </a:lvl8pPr>
                      <a:lvl9pPr marL="3657600" algn="r" defTabSz="914400" rtl="1" eaLnBrk="1" latinLnBrk="0" hangingPunct="1">
                        <a:defRPr sz="1800" kern="1200">
                          <a:solidFill>
                            <a:schemeClr val="tx1"/>
                          </a:solidFill>
                          <a:latin typeface="Calibri" panose="020F0502020204030204"/>
                        </a:defRPr>
                      </a:lvl9pPr>
                    </a:lstStyle>
                    <a:p>
                      <a:pPr marL="0" indent="0" algn="ctr" rtl="1">
                        <a:buFont typeface="Arial" panose="020B0604020202020204" pitchFamily="34" charset="0"/>
                        <a:buNone/>
                      </a:pPr>
                      <a:r>
                        <a:rPr lang="ar-SA" sz="1000" dirty="0">
                          <a:latin typeface="Neo Sans Arabic Medium" panose="020B0704030504040204" pitchFamily="34" charset="-78"/>
                          <a:cs typeface="Neo Sans Arabic Medium" panose="020B0704030504040204" pitchFamily="34" charset="-78"/>
                        </a:rPr>
                        <a:t>عالي</a:t>
                      </a:r>
                      <a:endParaRPr lang="en-US" sz="1000" dirty="0">
                        <a:latin typeface="Neo Sans Arabic Medium" panose="020B0704030504040204" pitchFamily="34" charset="-78"/>
                        <a:cs typeface="Neo Sans Arabic Medium" panose="020B0704030504040204" pitchFamily="34" charset="-78"/>
                      </a:endParaRPr>
                    </a:p>
                  </a:txBody>
                  <a:tcPr anchor="ctr">
                    <a:lnL w="12700" cap="flat" cmpd="sng" algn="ctr">
                      <a:solidFill>
                        <a:sysClr val="window" lastClr="FFFFFF"/>
                      </a:solidFill>
                      <a:prstDash val="solid"/>
                      <a:round/>
                      <a:headEnd type="none" w="med" len="med"/>
                      <a:tailEnd type="none" w="med" len="med"/>
                    </a:lnL>
                    <a:lnR w="12700" cmpd="sng">
                      <a:solidFill>
                        <a:sysClr val="window" lastClr="FFFFFF"/>
                      </a:solidFill>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ysClr val="window" lastClr="FFFFFF">
                        <a:lumMod val="85000"/>
                      </a:sysClr>
                    </a:solidFill>
                  </a:tcPr>
                </a:tc>
                <a:tc rowSpan="3" hMerge="1">
                  <a:txBody>
                    <a:bodyPr/>
                    <a:lstStyle/>
                    <a:p>
                      <a:endParaRPr lang="en-US"/>
                    </a:p>
                  </a:txBody>
                  <a:tcPr/>
                </a:tc>
                <a:extLst>
                  <a:ext uri="{0D108BD9-81ED-4DB2-BD59-A6C34878D82A}">
                    <a16:rowId xmlns:a16="http://schemas.microsoft.com/office/drawing/2014/main" val="3623398343"/>
                  </a:ext>
                </a:extLst>
              </a:tr>
              <a:tr h="227624">
                <a:tc vMerge="1">
                  <a:txBody>
                    <a:bodyPr/>
                    <a:lstStyle/>
                    <a:p>
                      <a:pPr algn="ctr"/>
                      <a:endParaRPr lang="en-US" sz="1000" dirty="0">
                        <a:latin typeface="Neo Sans Arabic Medium" panose="020B0704030504040204" pitchFamily="34" charset="-78"/>
                        <a:cs typeface="Neo Sans Arabic Medium" panose="020B0704030504040204" pitchFamily="34" charset="-78"/>
                      </a:endParaRPr>
                    </a:p>
                  </a:txBody>
                  <a:tcPr anchor="ctr">
                    <a:lnL w="12700" cmpd="sng">
                      <a:solidFill>
                        <a:sysClr val="window" lastClr="FFFFFF"/>
                      </a:solidFill>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2060">
                        <a:tint val="40000"/>
                      </a:srgbClr>
                    </a:solidFill>
                  </a:tcPr>
                </a:tc>
                <a:tc gridSpan="3">
                  <a:txBody>
                    <a:bodyPr/>
                    <a:lstStyle>
                      <a:lvl1pPr marL="0" algn="r" defTabSz="914400" rtl="1" eaLnBrk="1" latinLnBrk="0" hangingPunct="1">
                        <a:defRPr sz="1800" kern="1200">
                          <a:solidFill>
                            <a:schemeClr val="tx1"/>
                          </a:solidFill>
                          <a:latin typeface="Calibri" panose="020F0502020204030204"/>
                        </a:defRPr>
                      </a:lvl1pPr>
                      <a:lvl2pPr marL="457200" algn="r" defTabSz="914400" rtl="1" eaLnBrk="1" latinLnBrk="0" hangingPunct="1">
                        <a:defRPr sz="1800" kern="1200">
                          <a:solidFill>
                            <a:schemeClr val="tx1"/>
                          </a:solidFill>
                          <a:latin typeface="Calibri" panose="020F0502020204030204"/>
                        </a:defRPr>
                      </a:lvl2pPr>
                      <a:lvl3pPr marL="914400" algn="r" defTabSz="914400" rtl="1" eaLnBrk="1" latinLnBrk="0" hangingPunct="1">
                        <a:defRPr sz="1800" kern="1200">
                          <a:solidFill>
                            <a:schemeClr val="tx1"/>
                          </a:solidFill>
                          <a:latin typeface="Calibri" panose="020F0502020204030204"/>
                        </a:defRPr>
                      </a:lvl3pPr>
                      <a:lvl4pPr marL="1371600" algn="r" defTabSz="914400" rtl="1" eaLnBrk="1" latinLnBrk="0" hangingPunct="1">
                        <a:defRPr sz="1800" kern="1200">
                          <a:solidFill>
                            <a:schemeClr val="tx1"/>
                          </a:solidFill>
                          <a:latin typeface="Calibri" panose="020F0502020204030204"/>
                        </a:defRPr>
                      </a:lvl4pPr>
                      <a:lvl5pPr marL="1828800" algn="r" defTabSz="914400" rtl="1" eaLnBrk="1" latinLnBrk="0" hangingPunct="1">
                        <a:defRPr sz="1800" kern="1200">
                          <a:solidFill>
                            <a:schemeClr val="tx1"/>
                          </a:solidFill>
                          <a:latin typeface="Calibri" panose="020F0502020204030204"/>
                        </a:defRPr>
                      </a:lvl5pPr>
                      <a:lvl6pPr marL="2286000" algn="r" defTabSz="914400" rtl="1" eaLnBrk="1" latinLnBrk="0" hangingPunct="1">
                        <a:defRPr sz="1800" kern="1200">
                          <a:solidFill>
                            <a:schemeClr val="tx1"/>
                          </a:solidFill>
                          <a:latin typeface="Calibri" panose="020F0502020204030204"/>
                        </a:defRPr>
                      </a:lvl6pPr>
                      <a:lvl7pPr marL="2743200" algn="r" defTabSz="914400" rtl="1" eaLnBrk="1" latinLnBrk="0" hangingPunct="1">
                        <a:defRPr sz="1800" kern="1200">
                          <a:solidFill>
                            <a:schemeClr val="tx1"/>
                          </a:solidFill>
                          <a:latin typeface="Calibri" panose="020F0502020204030204"/>
                        </a:defRPr>
                      </a:lvl7pPr>
                      <a:lvl8pPr marL="3200400" algn="r" defTabSz="914400" rtl="1" eaLnBrk="1" latinLnBrk="0" hangingPunct="1">
                        <a:defRPr sz="1800" kern="1200">
                          <a:solidFill>
                            <a:schemeClr val="tx1"/>
                          </a:solidFill>
                          <a:latin typeface="Calibri" panose="020F0502020204030204"/>
                        </a:defRPr>
                      </a:lvl8pPr>
                      <a:lvl9pPr marL="3657600" algn="r" defTabSz="914400" rtl="1" eaLnBrk="1" latinLnBrk="0" hangingPunct="1">
                        <a:defRPr sz="1800" kern="1200">
                          <a:solidFill>
                            <a:schemeClr val="tx1"/>
                          </a:solidFill>
                          <a:latin typeface="Calibri" panose="020F0502020204030204"/>
                        </a:defRPr>
                      </a:lvl9pPr>
                    </a:lstStyle>
                    <a:p>
                      <a:pPr marL="171450" indent="-171450" algn="l">
                        <a:buFont typeface="Arial" panose="020B0604020202020204" pitchFamily="34" charset="0"/>
                        <a:buChar char="•"/>
                      </a:pPr>
                      <a:r>
                        <a:rPr lang="ar-SA" sz="1000" dirty="0">
                          <a:latin typeface="Neo Sans Arabic Medium" panose="020B0704030504040204" pitchFamily="34" charset="-78"/>
                          <a:cs typeface="Neo Sans Arabic Medium" panose="020B0704030504040204" pitchFamily="34" charset="-78"/>
                        </a:rPr>
                        <a:t>عدم وضوح العائد من التطوع .</a:t>
                      </a:r>
                      <a:endParaRPr lang="en-US" sz="1000" dirty="0">
                        <a:latin typeface="Neo Sans Arabic Medium" panose="020B0704030504040204" pitchFamily="34" charset="-78"/>
                        <a:cs typeface="Neo Sans Arabic Medium" panose="020B0704030504040204" pitchFamily="34" charset="-78"/>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ysClr val="window" lastClr="FFFFFF">
                        <a:lumMod val="85000"/>
                      </a:sysClr>
                    </a:solidFill>
                  </a:tcPr>
                </a:tc>
                <a:tc hMerge="1">
                  <a:txBody>
                    <a:bodyPr/>
                    <a:lstStyle/>
                    <a:p>
                      <a:endParaRPr lang="en-US"/>
                    </a:p>
                  </a:txBody>
                  <a:tcPr/>
                </a:tc>
                <a:tc hMerge="1">
                  <a:txBody>
                    <a:bodyPr/>
                    <a:lstStyle/>
                    <a:p>
                      <a:endParaRPr lang="en-US"/>
                    </a:p>
                  </a:txBody>
                  <a:tcPr/>
                </a:tc>
                <a:tc>
                  <a:txBody>
                    <a:bodyPr/>
                    <a:lstStyle>
                      <a:lvl1pPr marL="0" algn="l" defTabSz="914400" rtl="0" eaLnBrk="1" latinLnBrk="0" hangingPunct="1">
                        <a:defRPr sz="1800" kern="1200">
                          <a:solidFill>
                            <a:schemeClr val="dk1"/>
                          </a:solidFill>
                          <a:latin typeface="Gill Sans MT" panose="020B0502020104020203"/>
                        </a:defRPr>
                      </a:lvl1pPr>
                      <a:lvl2pPr marL="457200" algn="l" defTabSz="914400" rtl="0" eaLnBrk="1" latinLnBrk="0" hangingPunct="1">
                        <a:defRPr sz="1800" kern="1200">
                          <a:solidFill>
                            <a:schemeClr val="dk1"/>
                          </a:solidFill>
                          <a:latin typeface="Gill Sans MT" panose="020B0502020104020203"/>
                        </a:defRPr>
                      </a:lvl2pPr>
                      <a:lvl3pPr marL="914400" algn="l" defTabSz="914400" rtl="0" eaLnBrk="1" latinLnBrk="0" hangingPunct="1">
                        <a:defRPr sz="1800" kern="1200">
                          <a:solidFill>
                            <a:schemeClr val="dk1"/>
                          </a:solidFill>
                          <a:latin typeface="Gill Sans MT" panose="020B0502020104020203"/>
                        </a:defRPr>
                      </a:lvl3pPr>
                      <a:lvl4pPr marL="1371600" algn="l" defTabSz="914400" rtl="0" eaLnBrk="1" latinLnBrk="0" hangingPunct="1">
                        <a:defRPr sz="1800" kern="1200">
                          <a:solidFill>
                            <a:schemeClr val="dk1"/>
                          </a:solidFill>
                          <a:latin typeface="Gill Sans MT" panose="020B0502020104020203"/>
                        </a:defRPr>
                      </a:lvl4pPr>
                      <a:lvl5pPr marL="1828800" algn="l" defTabSz="914400" rtl="0" eaLnBrk="1" latinLnBrk="0" hangingPunct="1">
                        <a:defRPr sz="1800" kern="1200">
                          <a:solidFill>
                            <a:schemeClr val="dk1"/>
                          </a:solidFill>
                          <a:latin typeface="Gill Sans MT" panose="020B0502020104020203"/>
                        </a:defRPr>
                      </a:lvl5pPr>
                      <a:lvl6pPr marL="2286000" algn="l" defTabSz="914400" rtl="0" eaLnBrk="1" latinLnBrk="0" hangingPunct="1">
                        <a:defRPr sz="1800" kern="1200">
                          <a:solidFill>
                            <a:schemeClr val="dk1"/>
                          </a:solidFill>
                          <a:latin typeface="Gill Sans MT" panose="020B0502020104020203"/>
                        </a:defRPr>
                      </a:lvl6pPr>
                      <a:lvl7pPr marL="2743200" algn="l" defTabSz="914400" rtl="0" eaLnBrk="1" latinLnBrk="0" hangingPunct="1">
                        <a:defRPr sz="1800" kern="1200">
                          <a:solidFill>
                            <a:schemeClr val="dk1"/>
                          </a:solidFill>
                          <a:latin typeface="Gill Sans MT" panose="020B0502020104020203"/>
                        </a:defRPr>
                      </a:lvl7pPr>
                      <a:lvl8pPr marL="3200400" algn="l" defTabSz="914400" rtl="0" eaLnBrk="1" latinLnBrk="0" hangingPunct="1">
                        <a:defRPr sz="1800" kern="1200">
                          <a:solidFill>
                            <a:schemeClr val="dk1"/>
                          </a:solidFill>
                          <a:latin typeface="Gill Sans MT" panose="020B0502020104020203"/>
                        </a:defRPr>
                      </a:lvl8pPr>
                      <a:lvl9pPr marL="3657600" algn="l" defTabSz="914400" rtl="0" eaLnBrk="1" latinLnBrk="0" hangingPunct="1">
                        <a:defRPr sz="1800" kern="1200">
                          <a:solidFill>
                            <a:schemeClr val="dk1"/>
                          </a:solidFill>
                          <a:latin typeface="Gill Sans MT" panose="020B0502020104020203"/>
                        </a:defRPr>
                      </a:lvl9pPr>
                    </a:lstStyle>
                    <a:p>
                      <a:pPr marL="0" indent="0" algn="ctr">
                        <a:buFont typeface="Arial" panose="020B0604020202020204" pitchFamily="34" charset="0"/>
                        <a:buNone/>
                      </a:pPr>
                      <a:r>
                        <a:rPr lang="en-US" sz="1000" b="1" dirty="0">
                          <a:latin typeface="Neo Sans Arabic Medium" panose="020B0704030504040204" pitchFamily="34" charset="-78"/>
                          <a:cs typeface="Neo Sans Arabic Medium" panose="020B0704030504040204" pitchFamily="34" charset="-78"/>
                        </a:rPr>
                        <a:t>H</a:t>
                      </a: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ysClr val="window" lastClr="FFFFFF">
                        <a:lumMod val="85000"/>
                      </a:sysClr>
                    </a:solidFill>
                  </a:tcPr>
                </a:tc>
                <a:tc>
                  <a:txBody>
                    <a:bodyPr/>
                    <a:lstStyle>
                      <a:lvl1pPr marL="0" algn="r" defTabSz="914400" rtl="1" eaLnBrk="1" latinLnBrk="0" hangingPunct="1">
                        <a:defRPr sz="1800" kern="1200">
                          <a:solidFill>
                            <a:schemeClr val="tx1"/>
                          </a:solidFill>
                          <a:latin typeface="Calibri" panose="020F0502020204030204"/>
                        </a:defRPr>
                      </a:lvl1pPr>
                      <a:lvl2pPr marL="457200" algn="r" defTabSz="914400" rtl="1" eaLnBrk="1" latinLnBrk="0" hangingPunct="1">
                        <a:defRPr sz="1800" kern="1200">
                          <a:solidFill>
                            <a:schemeClr val="tx1"/>
                          </a:solidFill>
                          <a:latin typeface="Calibri" panose="020F0502020204030204"/>
                        </a:defRPr>
                      </a:lvl2pPr>
                      <a:lvl3pPr marL="914400" algn="r" defTabSz="914400" rtl="1" eaLnBrk="1" latinLnBrk="0" hangingPunct="1">
                        <a:defRPr sz="1800" kern="1200">
                          <a:solidFill>
                            <a:schemeClr val="tx1"/>
                          </a:solidFill>
                          <a:latin typeface="Calibri" panose="020F0502020204030204"/>
                        </a:defRPr>
                      </a:lvl3pPr>
                      <a:lvl4pPr marL="1371600" algn="r" defTabSz="914400" rtl="1" eaLnBrk="1" latinLnBrk="0" hangingPunct="1">
                        <a:defRPr sz="1800" kern="1200">
                          <a:solidFill>
                            <a:schemeClr val="tx1"/>
                          </a:solidFill>
                          <a:latin typeface="Calibri" panose="020F0502020204030204"/>
                        </a:defRPr>
                      </a:lvl4pPr>
                      <a:lvl5pPr marL="1828800" algn="r" defTabSz="914400" rtl="1" eaLnBrk="1" latinLnBrk="0" hangingPunct="1">
                        <a:defRPr sz="1800" kern="1200">
                          <a:solidFill>
                            <a:schemeClr val="tx1"/>
                          </a:solidFill>
                          <a:latin typeface="Calibri" panose="020F0502020204030204"/>
                        </a:defRPr>
                      </a:lvl5pPr>
                      <a:lvl6pPr marL="2286000" algn="r" defTabSz="914400" rtl="1" eaLnBrk="1" latinLnBrk="0" hangingPunct="1">
                        <a:defRPr sz="1800" kern="1200">
                          <a:solidFill>
                            <a:schemeClr val="tx1"/>
                          </a:solidFill>
                          <a:latin typeface="Calibri" panose="020F0502020204030204"/>
                        </a:defRPr>
                      </a:lvl6pPr>
                      <a:lvl7pPr marL="2743200" algn="r" defTabSz="914400" rtl="1" eaLnBrk="1" latinLnBrk="0" hangingPunct="1">
                        <a:defRPr sz="1800" kern="1200">
                          <a:solidFill>
                            <a:schemeClr val="tx1"/>
                          </a:solidFill>
                          <a:latin typeface="Calibri" panose="020F0502020204030204"/>
                        </a:defRPr>
                      </a:lvl7pPr>
                      <a:lvl8pPr marL="3200400" algn="r" defTabSz="914400" rtl="1" eaLnBrk="1" latinLnBrk="0" hangingPunct="1">
                        <a:defRPr sz="1800" kern="1200">
                          <a:solidFill>
                            <a:schemeClr val="tx1"/>
                          </a:solidFill>
                          <a:latin typeface="Calibri" panose="020F0502020204030204"/>
                        </a:defRPr>
                      </a:lvl8pPr>
                      <a:lvl9pPr marL="3657600" algn="r" defTabSz="914400" rtl="1" eaLnBrk="1" latinLnBrk="0" hangingPunct="1">
                        <a:defRPr sz="1800" kern="1200">
                          <a:solidFill>
                            <a:schemeClr val="tx1"/>
                          </a:solidFill>
                          <a:latin typeface="Calibri" panose="020F0502020204030204"/>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chemeClr val="bg1"/>
                          </a:solidFill>
                          <a:effectLst/>
                          <a:highlight>
                            <a:srgbClr val="FF0000"/>
                          </a:highlight>
                          <a:uLnTx/>
                          <a:uFillTx/>
                          <a:latin typeface="Neo Sans Arabic Medium" panose="020B0704030504040204" pitchFamily="34" charset="-78"/>
                          <a:ea typeface="+mn-ea"/>
                          <a:cs typeface="Neo Sans Arabic Medium" panose="020B0704030504040204" pitchFamily="34" charset="-78"/>
                        </a:rPr>
                        <a:t>M</a:t>
                      </a: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ysClr val="window" lastClr="FFFFFF">
                        <a:lumMod val="85000"/>
                      </a:sysClr>
                    </a:solidFill>
                  </a:tcPr>
                </a:tc>
                <a:tc>
                  <a:txBody>
                    <a:bodyPr/>
                    <a:lstStyle>
                      <a:lvl1pPr marL="0" algn="r" defTabSz="914400" rtl="1" eaLnBrk="1" latinLnBrk="0" hangingPunct="1">
                        <a:defRPr sz="1800" kern="1200">
                          <a:solidFill>
                            <a:schemeClr val="tx1"/>
                          </a:solidFill>
                          <a:latin typeface="Calibri" panose="020F0502020204030204"/>
                        </a:defRPr>
                      </a:lvl1pPr>
                      <a:lvl2pPr marL="457200" algn="r" defTabSz="914400" rtl="1" eaLnBrk="1" latinLnBrk="0" hangingPunct="1">
                        <a:defRPr sz="1800" kern="1200">
                          <a:solidFill>
                            <a:schemeClr val="tx1"/>
                          </a:solidFill>
                          <a:latin typeface="Calibri" panose="020F0502020204030204"/>
                        </a:defRPr>
                      </a:lvl2pPr>
                      <a:lvl3pPr marL="914400" algn="r" defTabSz="914400" rtl="1" eaLnBrk="1" latinLnBrk="0" hangingPunct="1">
                        <a:defRPr sz="1800" kern="1200">
                          <a:solidFill>
                            <a:schemeClr val="tx1"/>
                          </a:solidFill>
                          <a:latin typeface="Calibri" panose="020F0502020204030204"/>
                        </a:defRPr>
                      </a:lvl3pPr>
                      <a:lvl4pPr marL="1371600" algn="r" defTabSz="914400" rtl="1" eaLnBrk="1" latinLnBrk="0" hangingPunct="1">
                        <a:defRPr sz="1800" kern="1200">
                          <a:solidFill>
                            <a:schemeClr val="tx1"/>
                          </a:solidFill>
                          <a:latin typeface="Calibri" panose="020F0502020204030204"/>
                        </a:defRPr>
                      </a:lvl4pPr>
                      <a:lvl5pPr marL="1828800" algn="r" defTabSz="914400" rtl="1" eaLnBrk="1" latinLnBrk="0" hangingPunct="1">
                        <a:defRPr sz="1800" kern="1200">
                          <a:solidFill>
                            <a:schemeClr val="tx1"/>
                          </a:solidFill>
                          <a:latin typeface="Calibri" panose="020F0502020204030204"/>
                        </a:defRPr>
                      </a:lvl5pPr>
                      <a:lvl6pPr marL="2286000" algn="r" defTabSz="914400" rtl="1" eaLnBrk="1" latinLnBrk="0" hangingPunct="1">
                        <a:defRPr sz="1800" kern="1200">
                          <a:solidFill>
                            <a:schemeClr val="tx1"/>
                          </a:solidFill>
                          <a:latin typeface="Calibri" panose="020F0502020204030204"/>
                        </a:defRPr>
                      </a:lvl6pPr>
                      <a:lvl7pPr marL="2743200" algn="r" defTabSz="914400" rtl="1" eaLnBrk="1" latinLnBrk="0" hangingPunct="1">
                        <a:defRPr sz="1800" kern="1200">
                          <a:solidFill>
                            <a:schemeClr val="tx1"/>
                          </a:solidFill>
                          <a:latin typeface="Calibri" panose="020F0502020204030204"/>
                        </a:defRPr>
                      </a:lvl7pPr>
                      <a:lvl8pPr marL="3200400" algn="r" defTabSz="914400" rtl="1" eaLnBrk="1" latinLnBrk="0" hangingPunct="1">
                        <a:defRPr sz="1800" kern="1200">
                          <a:solidFill>
                            <a:schemeClr val="tx1"/>
                          </a:solidFill>
                          <a:latin typeface="Calibri" panose="020F0502020204030204"/>
                        </a:defRPr>
                      </a:lvl8pPr>
                      <a:lvl9pPr marL="3657600" algn="r" defTabSz="914400" rtl="1" eaLnBrk="1" latinLnBrk="0" hangingPunct="1">
                        <a:defRPr sz="1800" kern="1200">
                          <a:solidFill>
                            <a:schemeClr val="tx1"/>
                          </a:solidFill>
                          <a:latin typeface="Calibri" panose="020F0502020204030204"/>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Neo Sans Arabic Medium" panose="020B0704030504040204" pitchFamily="34" charset="-78"/>
                          <a:ea typeface="+mn-ea"/>
                          <a:cs typeface="Neo Sans Arabic Medium" panose="020B0704030504040204" pitchFamily="34" charset="-78"/>
                        </a:rPr>
                        <a:t>L</a:t>
                      </a: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ysClr val="window" lastClr="FFFFFF">
                        <a:lumMod val="85000"/>
                      </a:sysClr>
                    </a:solidFill>
                  </a:tcPr>
                </a:tc>
                <a:tc gridSpan="3" vMerge="1">
                  <a:txBody>
                    <a:bodyPr/>
                    <a:lstStyle/>
                    <a:p>
                      <a:pPr marL="0" indent="0" algn="l">
                        <a:buFont typeface="Arial" panose="020B0604020202020204" pitchFamily="34" charset="0"/>
                        <a:buNone/>
                      </a:pPr>
                      <a:endParaRPr lang="en-US" sz="1000" dirty="0">
                        <a:latin typeface="Neo Sans Arabic Medium" panose="020B0704030504040204" pitchFamily="34" charset="-78"/>
                        <a:cs typeface="Neo Sans Arabic Medium" panose="020B0704030504040204" pitchFamily="34" charset="-78"/>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2060">
                        <a:tint val="40000"/>
                      </a:srgbClr>
                    </a:solidFill>
                  </a:tcPr>
                </a:tc>
                <a:tc hMerge="1" vMerge="1">
                  <a:txBody>
                    <a:bodyPr/>
                    <a:lstStyle/>
                    <a:p>
                      <a:endParaRPr lang="en-US"/>
                    </a:p>
                  </a:txBody>
                  <a:tcPr/>
                </a:tc>
                <a:tc hMerge="1" vMerge="1">
                  <a:txBody>
                    <a:bodyPr/>
                    <a:lstStyle/>
                    <a:p>
                      <a:endParaRPr lang="en-US" dirty="0"/>
                    </a:p>
                  </a:txBody>
                  <a:tcPr/>
                </a:tc>
                <a:tc vMerge="1">
                  <a:txBody>
                    <a:bodyPr/>
                    <a:lstStyle/>
                    <a:p>
                      <a:pPr marL="0" indent="0" algn="ctr" rtl="1">
                        <a:buFont typeface="Arial" panose="020B0604020202020204" pitchFamily="34" charset="0"/>
                        <a:buNone/>
                      </a:pPr>
                      <a:endParaRPr lang="en-US" sz="1000" dirty="0">
                        <a:latin typeface="Neo Sans Arabic Medium" panose="020B0704030504040204" pitchFamily="34" charset="-78"/>
                        <a:cs typeface="Neo Sans Arabic Medium" panose="020B0704030504040204" pitchFamily="34" charset="-78"/>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2060">
                        <a:tint val="40000"/>
                      </a:srgbClr>
                    </a:solidFill>
                  </a:tcPr>
                </a:tc>
                <a:tc vMerge="1">
                  <a:txBody>
                    <a:bodyPr/>
                    <a:lstStyle/>
                    <a:p>
                      <a:pPr marL="0" indent="0" algn="ctr" rtl="1">
                        <a:buFont typeface="Arial" panose="020B0604020202020204" pitchFamily="34" charset="0"/>
                        <a:buNone/>
                      </a:pPr>
                      <a:endParaRPr lang="en-US" sz="1000" dirty="0">
                        <a:latin typeface="Neo Sans Arabic Medium" panose="020B0704030504040204" pitchFamily="34" charset="-78"/>
                        <a:cs typeface="Neo Sans Arabic Medium" panose="020B0704030504040204" pitchFamily="34" charset="-78"/>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2060">
                        <a:tint val="40000"/>
                      </a:srgbClr>
                    </a:solidFill>
                  </a:tcPr>
                </a:tc>
                <a:tc gridSpan="2" vMerge="1">
                  <a:txBody>
                    <a:bodyPr/>
                    <a:lstStyle/>
                    <a:p>
                      <a:pPr marL="0" indent="0" algn="ctr" rtl="1">
                        <a:buFont typeface="Arial" panose="020B0604020202020204" pitchFamily="34" charset="0"/>
                        <a:buNone/>
                      </a:pPr>
                      <a:endParaRPr lang="en-US" sz="1000" dirty="0">
                        <a:latin typeface="Neo Sans Arabic Medium" panose="020B0704030504040204" pitchFamily="34" charset="-78"/>
                        <a:cs typeface="Neo Sans Arabic Medium" panose="020B0704030504040204" pitchFamily="34" charset="-78"/>
                      </a:endParaRPr>
                    </a:p>
                  </a:txBody>
                  <a:tcPr anchor="ctr">
                    <a:lnL w="12700" cap="flat" cmpd="sng" algn="ctr">
                      <a:solidFill>
                        <a:schemeClr val="bg1"/>
                      </a:solidFill>
                      <a:prstDash val="solid"/>
                      <a:round/>
                      <a:headEnd type="none" w="med" len="med"/>
                      <a:tailEnd type="none" w="med" len="med"/>
                    </a:lnL>
                    <a:lnR w="12700" cmpd="sng">
                      <a:solidFill>
                        <a:sysClr val="window" lastClr="FFFFFF"/>
                      </a:solid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2060">
                        <a:tint val="40000"/>
                      </a:srgbClr>
                    </a:solidFill>
                  </a:tcPr>
                </a:tc>
                <a:tc hMerge="1" vMerge="1">
                  <a:txBody>
                    <a:bodyPr/>
                    <a:lstStyle/>
                    <a:p>
                      <a:endParaRPr lang="en-US"/>
                    </a:p>
                  </a:txBody>
                  <a:tcPr/>
                </a:tc>
                <a:extLst>
                  <a:ext uri="{0D108BD9-81ED-4DB2-BD59-A6C34878D82A}">
                    <a16:rowId xmlns:a16="http://schemas.microsoft.com/office/drawing/2014/main" val="1559608050"/>
                  </a:ext>
                </a:extLst>
              </a:tr>
              <a:tr h="227624">
                <a:tc vMerge="1">
                  <a:txBody>
                    <a:bodyPr/>
                    <a:lstStyle/>
                    <a:p>
                      <a:pPr algn="ctr"/>
                      <a:endParaRPr lang="en-US" sz="1000" dirty="0">
                        <a:latin typeface="Neo Sans Arabic Medium" panose="020B0704030504040204" pitchFamily="34" charset="-78"/>
                        <a:cs typeface="Neo Sans Arabic Medium" panose="020B0704030504040204" pitchFamily="34" charset="-78"/>
                      </a:endParaRPr>
                    </a:p>
                  </a:txBody>
                  <a:tcPr anchor="ctr">
                    <a:lnL w="12700" cmpd="sng">
                      <a:solidFill>
                        <a:sysClr val="window" lastClr="FFFFFF"/>
                      </a:solidFill>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2060">
                        <a:tint val="40000"/>
                      </a:srgbClr>
                    </a:solidFill>
                  </a:tcPr>
                </a:tc>
                <a:tc gridSpan="3">
                  <a:txBody>
                    <a:bodyPr/>
                    <a:lstStyle>
                      <a:lvl1pPr marL="0" algn="r" defTabSz="914400" rtl="1" eaLnBrk="1" latinLnBrk="0" hangingPunct="1">
                        <a:defRPr sz="1800" kern="1200">
                          <a:solidFill>
                            <a:schemeClr val="tx1"/>
                          </a:solidFill>
                          <a:latin typeface="Calibri" panose="020F0502020204030204"/>
                        </a:defRPr>
                      </a:lvl1pPr>
                      <a:lvl2pPr marL="457200" algn="r" defTabSz="914400" rtl="1" eaLnBrk="1" latinLnBrk="0" hangingPunct="1">
                        <a:defRPr sz="1800" kern="1200">
                          <a:solidFill>
                            <a:schemeClr val="tx1"/>
                          </a:solidFill>
                          <a:latin typeface="Calibri" panose="020F0502020204030204"/>
                        </a:defRPr>
                      </a:lvl2pPr>
                      <a:lvl3pPr marL="914400" algn="r" defTabSz="914400" rtl="1" eaLnBrk="1" latinLnBrk="0" hangingPunct="1">
                        <a:defRPr sz="1800" kern="1200">
                          <a:solidFill>
                            <a:schemeClr val="tx1"/>
                          </a:solidFill>
                          <a:latin typeface="Calibri" panose="020F0502020204030204"/>
                        </a:defRPr>
                      </a:lvl3pPr>
                      <a:lvl4pPr marL="1371600" algn="r" defTabSz="914400" rtl="1" eaLnBrk="1" latinLnBrk="0" hangingPunct="1">
                        <a:defRPr sz="1800" kern="1200">
                          <a:solidFill>
                            <a:schemeClr val="tx1"/>
                          </a:solidFill>
                          <a:latin typeface="Calibri" panose="020F0502020204030204"/>
                        </a:defRPr>
                      </a:lvl4pPr>
                      <a:lvl5pPr marL="1828800" algn="r" defTabSz="914400" rtl="1" eaLnBrk="1" latinLnBrk="0" hangingPunct="1">
                        <a:defRPr sz="1800" kern="1200">
                          <a:solidFill>
                            <a:schemeClr val="tx1"/>
                          </a:solidFill>
                          <a:latin typeface="Calibri" panose="020F0502020204030204"/>
                        </a:defRPr>
                      </a:lvl5pPr>
                      <a:lvl6pPr marL="2286000" algn="r" defTabSz="914400" rtl="1" eaLnBrk="1" latinLnBrk="0" hangingPunct="1">
                        <a:defRPr sz="1800" kern="1200">
                          <a:solidFill>
                            <a:schemeClr val="tx1"/>
                          </a:solidFill>
                          <a:latin typeface="Calibri" panose="020F0502020204030204"/>
                        </a:defRPr>
                      </a:lvl6pPr>
                      <a:lvl7pPr marL="2743200" algn="r" defTabSz="914400" rtl="1" eaLnBrk="1" latinLnBrk="0" hangingPunct="1">
                        <a:defRPr sz="1800" kern="1200">
                          <a:solidFill>
                            <a:schemeClr val="tx1"/>
                          </a:solidFill>
                          <a:latin typeface="Calibri" panose="020F0502020204030204"/>
                        </a:defRPr>
                      </a:lvl7pPr>
                      <a:lvl8pPr marL="3200400" algn="r" defTabSz="914400" rtl="1" eaLnBrk="1" latinLnBrk="0" hangingPunct="1">
                        <a:defRPr sz="1800" kern="1200">
                          <a:solidFill>
                            <a:schemeClr val="tx1"/>
                          </a:solidFill>
                          <a:latin typeface="Calibri" panose="020F0502020204030204"/>
                        </a:defRPr>
                      </a:lvl8pPr>
                      <a:lvl9pPr marL="3657600" algn="r" defTabSz="914400" rtl="1" eaLnBrk="1" latinLnBrk="0" hangingPunct="1">
                        <a:defRPr sz="1800" kern="1200">
                          <a:solidFill>
                            <a:schemeClr val="tx1"/>
                          </a:solidFill>
                          <a:latin typeface="Calibri" panose="020F0502020204030204"/>
                        </a:defRPr>
                      </a:lvl9pPr>
                    </a:lstStyle>
                    <a:p>
                      <a:pPr marL="171450" indent="-171450" algn="l">
                        <a:buFont typeface="Arial" panose="020B0604020202020204" pitchFamily="34" charset="0"/>
                        <a:buChar char="•"/>
                      </a:pPr>
                      <a:endParaRPr lang="en-US" sz="1000" dirty="0">
                        <a:latin typeface="Neo Sans Arabic Medium" panose="020B0704030504040204" pitchFamily="34" charset="-78"/>
                        <a:cs typeface="Neo Sans Arabic Medium" panose="020B0704030504040204" pitchFamily="34" charset="-78"/>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ysClr val="window" lastClr="FFFFFF">
                        <a:lumMod val="85000"/>
                      </a:sysClr>
                    </a:solidFill>
                  </a:tcPr>
                </a:tc>
                <a:tc hMerge="1">
                  <a:txBody>
                    <a:bodyPr/>
                    <a:lstStyle/>
                    <a:p>
                      <a:endParaRPr lang="en-US"/>
                    </a:p>
                  </a:txBody>
                  <a:tcPr/>
                </a:tc>
                <a:tc hMerge="1">
                  <a:txBody>
                    <a:bodyPr/>
                    <a:lstStyle/>
                    <a:p>
                      <a:endParaRPr lang="en-US"/>
                    </a:p>
                  </a:txBody>
                  <a:tcPr/>
                </a:tc>
                <a:tc>
                  <a:txBody>
                    <a:bodyPr/>
                    <a:lstStyle>
                      <a:lvl1pPr marL="0" algn="l" defTabSz="914400" rtl="0" eaLnBrk="1" latinLnBrk="0" hangingPunct="1">
                        <a:defRPr sz="1800" kern="1200">
                          <a:solidFill>
                            <a:schemeClr val="dk1"/>
                          </a:solidFill>
                          <a:latin typeface="Gill Sans MT" panose="020B0502020104020203"/>
                        </a:defRPr>
                      </a:lvl1pPr>
                      <a:lvl2pPr marL="457200" algn="l" defTabSz="914400" rtl="0" eaLnBrk="1" latinLnBrk="0" hangingPunct="1">
                        <a:defRPr sz="1800" kern="1200">
                          <a:solidFill>
                            <a:schemeClr val="dk1"/>
                          </a:solidFill>
                          <a:latin typeface="Gill Sans MT" panose="020B0502020104020203"/>
                        </a:defRPr>
                      </a:lvl2pPr>
                      <a:lvl3pPr marL="914400" algn="l" defTabSz="914400" rtl="0" eaLnBrk="1" latinLnBrk="0" hangingPunct="1">
                        <a:defRPr sz="1800" kern="1200">
                          <a:solidFill>
                            <a:schemeClr val="dk1"/>
                          </a:solidFill>
                          <a:latin typeface="Gill Sans MT" panose="020B0502020104020203"/>
                        </a:defRPr>
                      </a:lvl3pPr>
                      <a:lvl4pPr marL="1371600" algn="l" defTabSz="914400" rtl="0" eaLnBrk="1" latinLnBrk="0" hangingPunct="1">
                        <a:defRPr sz="1800" kern="1200">
                          <a:solidFill>
                            <a:schemeClr val="dk1"/>
                          </a:solidFill>
                          <a:latin typeface="Gill Sans MT" panose="020B0502020104020203"/>
                        </a:defRPr>
                      </a:lvl4pPr>
                      <a:lvl5pPr marL="1828800" algn="l" defTabSz="914400" rtl="0" eaLnBrk="1" latinLnBrk="0" hangingPunct="1">
                        <a:defRPr sz="1800" kern="1200">
                          <a:solidFill>
                            <a:schemeClr val="dk1"/>
                          </a:solidFill>
                          <a:latin typeface="Gill Sans MT" panose="020B0502020104020203"/>
                        </a:defRPr>
                      </a:lvl5pPr>
                      <a:lvl6pPr marL="2286000" algn="l" defTabSz="914400" rtl="0" eaLnBrk="1" latinLnBrk="0" hangingPunct="1">
                        <a:defRPr sz="1800" kern="1200">
                          <a:solidFill>
                            <a:schemeClr val="dk1"/>
                          </a:solidFill>
                          <a:latin typeface="Gill Sans MT" panose="020B0502020104020203"/>
                        </a:defRPr>
                      </a:lvl6pPr>
                      <a:lvl7pPr marL="2743200" algn="l" defTabSz="914400" rtl="0" eaLnBrk="1" latinLnBrk="0" hangingPunct="1">
                        <a:defRPr sz="1800" kern="1200">
                          <a:solidFill>
                            <a:schemeClr val="dk1"/>
                          </a:solidFill>
                          <a:latin typeface="Gill Sans MT" panose="020B0502020104020203"/>
                        </a:defRPr>
                      </a:lvl7pPr>
                      <a:lvl8pPr marL="3200400" algn="l" defTabSz="914400" rtl="0" eaLnBrk="1" latinLnBrk="0" hangingPunct="1">
                        <a:defRPr sz="1800" kern="1200">
                          <a:solidFill>
                            <a:schemeClr val="dk1"/>
                          </a:solidFill>
                          <a:latin typeface="Gill Sans MT" panose="020B0502020104020203"/>
                        </a:defRPr>
                      </a:lvl8pPr>
                      <a:lvl9pPr marL="3657600" algn="l" defTabSz="914400" rtl="0" eaLnBrk="1" latinLnBrk="0" hangingPunct="1">
                        <a:defRPr sz="1800" kern="1200">
                          <a:solidFill>
                            <a:schemeClr val="dk1"/>
                          </a:solidFill>
                          <a:latin typeface="Gill Sans MT" panose="020B0502020104020203"/>
                        </a:defRPr>
                      </a:lvl9pPr>
                    </a:lstStyle>
                    <a:p>
                      <a:pPr marL="0" indent="0" algn="ctr">
                        <a:buFont typeface="Arial" panose="020B0604020202020204" pitchFamily="34" charset="0"/>
                        <a:buNone/>
                      </a:pPr>
                      <a:endParaRPr lang="en-US" sz="1000" b="1" dirty="0">
                        <a:latin typeface="Neo Sans Arabic Medium" panose="020B0704030504040204" pitchFamily="34" charset="-78"/>
                        <a:cs typeface="Neo Sans Arabic Medium" panose="020B0704030504040204" pitchFamily="34" charset="-78"/>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ysClr val="window" lastClr="FFFFFF">
                        <a:lumMod val="85000"/>
                      </a:sysClr>
                    </a:solidFill>
                  </a:tcPr>
                </a:tc>
                <a:tc>
                  <a:txBody>
                    <a:bodyPr/>
                    <a:lstStyle>
                      <a:lvl1pPr marL="0" algn="r" defTabSz="914400" rtl="1" eaLnBrk="1" latinLnBrk="0" hangingPunct="1">
                        <a:defRPr sz="1800" kern="1200">
                          <a:solidFill>
                            <a:schemeClr val="tx1"/>
                          </a:solidFill>
                          <a:latin typeface="Calibri" panose="020F0502020204030204"/>
                        </a:defRPr>
                      </a:lvl1pPr>
                      <a:lvl2pPr marL="457200" algn="r" defTabSz="914400" rtl="1" eaLnBrk="1" latinLnBrk="0" hangingPunct="1">
                        <a:defRPr sz="1800" kern="1200">
                          <a:solidFill>
                            <a:schemeClr val="tx1"/>
                          </a:solidFill>
                          <a:latin typeface="Calibri" panose="020F0502020204030204"/>
                        </a:defRPr>
                      </a:lvl2pPr>
                      <a:lvl3pPr marL="914400" algn="r" defTabSz="914400" rtl="1" eaLnBrk="1" latinLnBrk="0" hangingPunct="1">
                        <a:defRPr sz="1800" kern="1200">
                          <a:solidFill>
                            <a:schemeClr val="tx1"/>
                          </a:solidFill>
                          <a:latin typeface="Calibri" panose="020F0502020204030204"/>
                        </a:defRPr>
                      </a:lvl3pPr>
                      <a:lvl4pPr marL="1371600" algn="r" defTabSz="914400" rtl="1" eaLnBrk="1" latinLnBrk="0" hangingPunct="1">
                        <a:defRPr sz="1800" kern="1200">
                          <a:solidFill>
                            <a:schemeClr val="tx1"/>
                          </a:solidFill>
                          <a:latin typeface="Calibri" panose="020F0502020204030204"/>
                        </a:defRPr>
                      </a:lvl4pPr>
                      <a:lvl5pPr marL="1828800" algn="r" defTabSz="914400" rtl="1" eaLnBrk="1" latinLnBrk="0" hangingPunct="1">
                        <a:defRPr sz="1800" kern="1200">
                          <a:solidFill>
                            <a:schemeClr val="tx1"/>
                          </a:solidFill>
                          <a:latin typeface="Calibri" panose="020F0502020204030204"/>
                        </a:defRPr>
                      </a:lvl5pPr>
                      <a:lvl6pPr marL="2286000" algn="r" defTabSz="914400" rtl="1" eaLnBrk="1" latinLnBrk="0" hangingPunct="1">
                        <a:defRPr sz="1800" kern="1200">
                          <a:solidFill>
                            <a:schemeClr val="tx1"/>
                          </a:solidFill>
                          <a:latin typeface="Calibri" panose="020F0502020204030204"/>
                        </a:defRPr>
                      </a:lvl6pPr>
                      <a:lvl7pPr marL="2743200" algn="r" defTabSz="914400" rtl="1" eaLnBrk="1" latinLnBrk="0" hangingPunct="1">
                        <a:defRPr sz="1800" kern="1200">
                          <a:solidFill>
                            <a:schemeClr val="tx1"/>
                          </a:solidFill>
                          <a:latin typeface="Calibri" panose="020F0502020204030204"/>
                        </a:defRPr>
                      </a:lvl7pPr>
                      <a:lvl8pPr marL="3200400" algn="r" defTabSz="914400" rtl="1" eaLnBrk="1" latinLnBrk="0" hangingPunct="1">
                        <a:defRPr sz="1800" kern="1200">
                          <a:solidFill>
                            <a:schemeClr val="tx1"/>
                          </a:solidFill>
                          <a:latin typeface="Calibri" panose="020F0502020204030204"/>
                        </a:defRPr>
                      </a:lvl8pPr>
                      <a:lvl9pPr marL="3657600" algn="r" defTabSz="914400" rtl="1" eaLnBrk="1" latinLnBrk="0" hangingPunct="1">
                        <a:defRPr sz="1800" kern="1200">
                          <a:solidFill>
                            <a:schemeClr val="tx1"/>
                          </a:solidFill>
                          <a:latin typeface="Calibri" panose="020F0502020204030204"/>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1" i="0" u="none" strike="noStrike" kern="1200" cap="none" spc="0" normalizeH="0" baseline="0" noProof="0" dirty="0">
                        <a:ln>
                          <a:noFill/>
                        </a:ln>
                        <a:solidFill>
                          <a:prstClr val="black"/>
                        </a:solidFill>
                        <a:effectLst/>
                        <a:uLnTx/>
                        <a:uFillTx/>
                        <a:latin typeface="Neo Sans Arabic Medium" panose="020B0704030504040204" pitchFamily="34" charset="-78"/>
                        <a:ea typeface="+mn-ea"/>
                        <a:cs typeface="Neo Sans Arabic Medium" panose="020B0704030504040204" pitchFamily="34" charset="-78"/>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ysClr val="window" lastClr="FFFFFF">
                        <a:lumMod val="85000"/>
                      </a:sysClr>
                    </a:solidFill>
                  </a:tcPr>
                </a:tc>
                <a:tc>
                  <a:txBody>
                    <a:bodyPr/>
                    <a:lstStyle>
                      <a:lvl1pPr marL="0" algn="r" defTabSz="914400" rtl="1" eaLnBrk="1" latinLnBrk="0" hangingPunct="1">
                        <a:defRPr sz="1800" kern="1200">
                          <a:solidFill>
                            <a:schemeClr val="tx1"/>
                          </a:solidFill>
                          <a:latin typeface="Calibri" panose="020F0502020204030204"/>
                        </a:defRPr>
                      </a:lvl1pPr>
                      <a:lvl2pPr marL="457200" algn="r" defTabSz="914400" rtl="1" eaLnBrk="1" latinLnBrk="0" hangingPunct="1">
                        <a:defRPr sz="1800" kern="1200">
                          <a:solidFill>
                            <a:schemeClr val="tx1"/>
                          </a:solidFill>
                          <a:latin typeface="Calibri" panose="020F0502020204030204"/>
                        </a:defRPr>
                      </a:lvl2pPr>
                      <a:lvl3pPr marL="914400" algn="r" defTabSz="914400" rtl="1" eaLnBrk="1" latinLnBrk="0" hangingPunct="1">
                        <a:defRPr sz="1800" kern="1200">
                          <a:solidFill>
                            <a:schemeClr val="tx1"/>
                          </a:solidFill>
                          <a:latin typeface="Calibri" panose="020F0502020204030204"/>
                        </a:defRPr>
                      </a:lvl3pPr>
                      <a:lvl4pPr marL="1371600" algn="r" defTabSz="914400" rtl="1" eaLnBrk="1" latinLnBrk="0" hangingPunct="1">
                        <a:defRPr sz="1800" kern="1200">
                          <a:solidFill>
                            <a:schemeClr val="tx1"/>
                          </a:solidFill>
                          <a:latin typeface="Calibri" panose="020F0502020204030204"/>
                        </a:defRPr>
                      </a:lvl4pPr>
                      <a:lvl5pPr marL="1828800" algn="r" defTabSz="914400" rtl="1" eaLnBrk="1" latinLnBrk="0" hangingPunct="1">
                        <a:defRPr sz="1800" kern="1200">
                          <a:solidFill>
                            <a:schemeClr val="tx1"/>
                          </a:solidFill>
                          <a:latin typeface="Calibri" panose="020F0502020204030204"/>
                        </a:defRPr>
                      </a:lvl5pPr>
                      <a:lvl6pPr marL="2286000" algn="r" defTabSz="914400" rtl="1" eaLnBrk="1" latinLnBrk="0" hangingPunct="1">
                        <a:defRPr sz="1800" kern="1200">
                          <a:solidFill>
                            <a:schemeClr val="tx1"/>
                          </a:solidFill>
                          <a:latin typeface="Calibri" panose="020F0502020204030204"/>
                        </a:defRPr>
                      </a:lvl6pPr>
                      <a:lvl7pPr marL="2743200" algn="r" defTabSz="914400" rtl="1" eaLnBrk="1" latinLnBrk="0" hangingPunct="1">
                        <a:defRPr sz="1800" kern="1200">
                          <a:solidFill>
                            <a:schemeClr val="tx1"/>
                          </a:solidFill>
                          <a:latin typeface="Calibri" panose="020F0502020204030204"/>
                        </a:defRPr>
                      </a:lvl7pPr>
                      <a:lvl8pPr marL="3200400" algn="r" defTabSz="914400" rtl="1" eaLnBrk="1" latinLnBrk="0" hangingPunct="1">
                        <a:defRPr sz="1800" kern="1200">
                          <a:solidFill>
                            <a:schemeClr val="tx1"/>
                          </a:solidFill>
                          <a:latin typeface="Calibri" panose="020F0502020204030204"/>
                        </a:defRPr>
                      </a:lvl8pPr>
                      <a:lvl9pPr marL="3657600" algn="r" defTabSz="914400" rtl="1" eaLnBrk="1" latinLnBrk="0" hangingPunct="1">
                        <a:defRPr sz="1800" kern="1200">
                          <a:solidFill>
                            <a:schemeClr val="tx1"/>
                          </a:solidFill>
                          <a:latin typeface="Calibri" panose="020F0502020204030204"/>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1" i="0" u="none" strike="noStrike" kern="1200" cap="none" spc="0" normalizeH="0" baseline="0" noProof="0" dirty="0">
                        <a:ln>
                          <a:noFill/>
                        </a:ln>
                        <a:solidFill>
                          <a:prstClr val="black"/>
                        </a:solidFill>
                        <a:effectLst/>
                        <a:uLnTx/>
                        <a:uFillTx/>
                        <a:latin typeface="Neo Sans Arabic Medium" panose="020B0704030504040204" pitchFamily="34" charset="-78"/>
                        <a:ea typeface="+mn-ea"/>
                        <a:cs typeface="Neo Sans Arabic Medium" panose="020B0704030504040204" pitchFamily="34" charset="-78"/>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ysClr val="window" lastClr="FFFFFF">
                        <a:lumMod val="85000"/>
                      </a:sysClr>
                    </a:solidFill>
                  </a:tcPr>
                </a:tc>
                <a:tc gridSpan="3" vMerge="1">
                  <a:txBody>
                    <a:bodyPr/>
                    <a:lstStyle/>
                    <a:p>
                      <a:pPr marL="0" indent="0" algn="l">
                        <a:buFont typeface="Arial" panose="020B0604020202020204" pitchFamily="34" charset="0"/>
                        <a:buNone/>
                      </a:pPr>
                      <a:endParaRPr lang="en-US" sz="1000" dirty="0">
                        <a:latin typeface="Neo Sans Arabic Medium" panose="020B0704030504040204" pitchFamily="34" charset="-78"/>
                        <a:cs typeface="Neo Sans Arabic Medium" panose="020B0704030504040204" pitchFamily="34" charset="-78"/>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2060">
                        <a:tint val="40000"/>
                      </a:srgbClr>
                    </a:solidFill>
                  </a:tcPr>
                </a:tc>
                <a:tc hMerge="1" vMerge="1">
                  <a:txBody>
                    <a:bodyPr/>
                    <a:lstStyle/>
                    <a:p>
                      <a:endParaRPr lang="en-US"/>
                    </a:p>
                  </a:txBody>
                  <a:tcPr/>
                </a:tc>
                <a:tc hMerge="1" vMerge="1">
                  <a:txBody>
                    <a:bodyPr/>
                    <a:lstStyle/>
                    <a:p>
                      <a:endParaRPr lang="en-US"/>
                    </a:p>
                  </a:txBody>
                  <a:tcPr/>
                </a:tc>
                <a:tc vMerge="1">
                  <a:txBody>
                    <a:bodyPr/>
                    <a:lstStyle/>
                    <a:p>
                      <a:pPr marL="0" indent="0" algn="ctr" rtl="1">
                        <a:buFont typeface="Arial" panose="020B0604020202020204" pitchFamily="34" charset="0"/>
                        <a:buNone/>
                      </a:pPr>
                      <a:endParaRPr lang="en-US" sz="1000" dirty="0">
                        <a:latin typeface="Neo Sans Arabic Medium" panose="020B0704030504040204" pitchFamily="34" charset="-78"/>
                        <a:cs typeface="Neo Sans Arabic Medium" panose="020B0704030504040204" pitchFamily="34" charset="-78"/>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2060">
                        <a:tint val="40000"/>
                      </a:srgbClr>
                    </a:solidFill>
                  </a:tcPr>
                </a:tc>
                <a:tc vMerge="1">
                  <a:txBody>
                    <a:bodyPr/>
                    <a:lstStyle/>
                    <a:p>
                      <a:pPr marL="0" indent="0" algn="ctr" rtl="1">
                        <a:buFont typeface="Arial" panose="020B0604020202020204" pitchFamily="34" charset="0"/>
                        <a:buNone/>
                      </a:pPr>
                      <a:endParaRPr lang="en-US" sz="1000" dirty="0">
                        <a:latin typeface="Neo Sans Arabic Medium" panose="020B0704030504040204" pitchFamily="34" charset="-78"/>
                        <a:cs typeface="Neo Sans Arabic Medium" panose="020B0704030504040204" pitchFamily="34" charset="-78"/>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2060">
                        <a:tint val="40000"/>
                      </a:srgbClr>
                    </a:solidFill>
                  </a:tcPr>
                </a:tc>
                <a:tc gridSpan="2" vMerge="1">
                  <a:txBody>
                    <a:bodyPr/>
                    <a:lstStyle/>
                    <a:p>
                      <a:pPr marL="0" indent="0" algn="ctr" rtl="1">
                        <a:buFont typeface="Arial" panose="020B0604020202020204" pitchFamily="34" charset="0"/>
                        <a:buNone/>
                      </a:pPr>
                      <a:endParaRPr lang="en-US" sz="1000" dirty="0">
                        <a:latin typeface="Neo Sans Arabic Medium" panose="020B0704030504040204" pitchFamily="34" charset="-78"/>
                        <a:cs typeface="Neo Sans Arabic Medium" panose="020B0704030504040204" pitchFamily="34" charset="-78"/>
                      </a:endParaRPr>
                    </a:p>
                  </a:txBody>
                  <a:tcPr anchor="ctr">
                    <a:lnL w="12700" cap="flat" cmpd="sng" algn="ctr">
                      <a:solidFill>
                        <a:schemeClr val="bg1"/>
                      </a:solidFill>
                      <a:prstDash val="solid"/>
                      <a:round/>
                      <a:headEnd type="none" w="med" len="med"/>
                      <a:tailEnd type="none" w="med" len="med"/>
                    </a:lnL>
                    <a:lnR w="12700" cmpd="sng">
                      <a:solidFill>
                        <a:sysClr val="window" lastClr="FFFFFF"/>
                      </a:solid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2060">
                        <a:tint val="40000"/>
                      </a:srgbClr>
                    </a:solidFill>
                  </a:tcPr>
                </a:tc>
                <a:tc hMerge="1" vMerge="1">
                  <a:txBody>
                    <a:bodyPr/>
                    <a:lstStyle/>
                    <a:p>
                      <a:endParaRPr lang="en-US"/>
                    </a:p>
                  </a:txBody>
                  <a:tcPr/>
                </a:tc>
                <a:extLst>
                  <a:ext uri="{0D108BD9-81ED-4DB2-BD59-A6C34878D82A}">
                    <a16:rowId xmlns:a16="http://schemas.microsoft.com/office/drawing/2014/main" val="1822361996"/>
                  </a:ext>
                </a:extLst>
              </a:tr>
              <a:tr h="227624">
                <a:tc rowSpan="3">
                  <a:txBody>
                    <a:bodyPr/>
                    <a:lstStyle>
                      <a:lvl1pPr marL="0" algn="r" defTabSz="914400" rtl="1" eaLnBrk="1" latinLnBrk="0" hangingPunct="1">
                        <a:defRPr sz="1800" kern="1200">
                          <a:solidFill>
                            <a:schemeClr val="tx1"/>
                          </a:solidFill>
                          <a:latin typeface="Calibri" panose="020F0502020204030204"/>
                        </a:defRPr>
                      </a:lvl1pPr>
                      <a:lvl2pPr marL="457200" algn="r" defTabSz="914400" rtl="1" eaLnBrk="1" latinLnBrk="0" hangingPunct="1">
                        <a:defRPr sz="1800" kern="1200">
                          <a:solidFill>
                            <a:schemeClr val="tx1"/>
                          </a:solidFill>
                          <a:latin typeface="Calibri" panose="020F0502020204030204"/>
                        </a:defRPr>
                      </a:lvl2pPr>
                      <a:lvl3pPr marL="914400" algn="r" defTabSz="914400" rtl="1" eaLnBrk="1" latinLnBrk="0" hangingPunct="1">
                        <a:defRPr sz="1800" kern="1200">
                          <a:solidFill>
                            <a:schemeClr val="tx1"/>
                          </a:solidFill>
                          <a:latin typeface="Calibri" panose="020F0502020204030204"/>
                        </a:defRPr>
                      </a:lvl3pPr>
                      <a:lvl4pPr marL="1371600" algn="r" defTabSz="914400" rtl="1" eaLnBrk="1" latinLnBrk="0" hangingPunct="1">
                        <a:defRPr sz="1800" kern="1200">
                          <a:solidFill>
                            <a:schemeClr val="tx1"/>
                          </a:solidFill>
                          <a:latin typeface="Calibri" panose="020F0502020204030204"/>
                        </a:defRPr>
                      </a:lvl4pPr>
                      <a:lvl5pPr marL="1828800" algn="r" defTabSz="914400" rtl="1" eaLnBrk="1" latinLnBrk="0" hangingPunct="1">
                        <a:defRPr sz="1800" kern="1200">
                          <a:solidFill>
                            <a:schemeClr val="tx1"/>
                          </a:solidFill>
                          <a:latin typeface="Calibri" panose="020F0502020204030204"/>
                        </a:defRPr>
                      </a:lvl5pPr>
                      <a:lvl6pPr marL="2286000" algn="r" defTabSz="914400" rtl="1" eaLnBrk="1" latinLnBrk="0" hangingPunct="1">
                        <a:defRPr sz="1800" kern="1200">
                          <a:solidFill>
                            <a:schemeClr val="tx1"/>
                          </a:solidFill>
                          <a:latin typeface="Calibri" panose="020F0502020204030204"/>
                        </a:defRPr>
                      </a:lvl6pPr>
                      <a:lvl7pPr marL="2743200" algn="r" defTabSz="914400" rtl="1" eaLnBrk="1" latinLnBrk="0" hangingPunct="1">
                        <a:defRPr sz="1800" kern="1200">
                          <a:solidFill>
                            <a:schemeClr val="tx1"/>
                          </a:solidFill>
                          <a:latin typeface="Calibri" panose="020F0502020204030204"/>
                        </a:defRPr>
                      </a:lvl7pPr>
                      <a:lvl8pPr marL="3200400" algn="r" defTabSz="914400" rtl="1" eaLnBrk="1" latinLnBrk="0" hangingPunct="1">
                        <a:defRPr sz="1800" kern="1200">
                          <a:solidFill>
                            <a:schemeClr val="tx1"/>
                          </a:solidFill>
                          <a:latin typeface="Calibri" panose="020F0502020204030204"/>
                        </a:defRPr>
                      </a:lvl8pPr>
                      <a:lvl9pPr marL="3657600" algn="r" defTabSz="914400" rtl="1" eaLnBrk="1" latinLnBrk="0" hangingPunct="1">
                        <a:defRPr sz="1800" kern="1200">
                          <a:solidFill>
                            <a:schemeClr val="tx1"/>
                          </a:solidFill>
                          <a:latin typeface="Calibri" panose="020F0502020204030204"/>
                        </a:defRPr>
                      </a:lvl9pPr>
                    </a:lstStyle>
                    <a:p>
                      <a:pPr algn="ctr"/>
                      <a:r>
                        <a:rPr lang="ar-SA" sz="1000" dirty="0">
                          <a:solidFill>
                            <a:schemeClr val="bg1"/>
                          </a:solidFill>
                          <a:latin typeface="Neo Sans Arabic Medium" panose="020B0704030504040204" pitchFamily="34" charset="-78"/>
                          <a:cs typeface="Neo Sans Arabic Medium" panose="020B0704030504040204" pitchFamily="34" charset="-78"/>
                        </a:rPr>
                        <a:t>منخفض</a:t>
                      </a:r>
                      <a:endParaRPr lang="en-US" sz="1000" dirty="0">
                        <a:solidFill>
                          <a:schemeClr val="bg1"/>
                        </a:solidFill>
                        <a:latin typeface="Neo Sans Arabic Medium" panose="020B0704030504040204" pitchFamily="34" charset="-78"/>
                        <a:cs typeface="Neo Sans Arabic Medium" panose="020B0704030504040204" pitchFamily="34" charset="-78"/>
                      </a:endParaRPr>
                    </a:p>
                  </a:txBody>
                  <a:tcPr anchor="ctr">
                    <a:lnL w="12700" cmpd="sng">
                      <a:solidFill>
                        <a:sysClr val="window" lastClr="FFFFFF"/>
                      </a:solidFill>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345271"/>
                    </a:solidFill>
                  </a:tcPr>
                </a:tc>
                <a:tc gridSpan="3">
                  <a:txBody>
                    <a:bodyPr/>
                    <a:lstStyle>
                      <a:lvl1pPr marL="0" algn="r" defTabSz="914400" rtl="1" eaLnBrk="1" latinLnBrk="0" hangingPunct="1">
                        <a:defRPr sz="1800" kern="1200">
                          <a:solidFill>
                            <a:schemeClr val="tx1"/>
                          </a:solidFill>
                          <a:latin typeface="Calibri" panose="020F0502020204030204"/>
                        </a:defRPr>
                      </a:lvl1pPr>
                      <a:lvl2pPr marL="457200" algn="r" defTabSz="914400" rtl="1" eaLnBrk="1" latinLnBrk="0" hangingPunct="1">
                        <a:defRPr sz="1800" kern="1200">
                          <a:solidFill>
                            <a:schemeClr val="tx1"/>
                          </a:solidFill>
                          <a:latin typeface="Calibri" panose="020F0502020204030204"/>
                        </a:defRPr>
                      </a:lvl2pPr>
                      <a:lvl3pPr marL="914400" algn="r" defTabSz="914400" rtl="1" eaLnBrk="1" latinLnBrk="0" hangingPunct="1">
                        <a:defRPr sz="1800" kern="1200">
                          <a:solidFill>
                            <a:schemeClr val="tx1"/>
                          </a:solidFill>
                          <a:latin typeface="Calibri" panose="020F0502020204030204"/>
                        </a:defRPr>
                      </a:lvl3pPr>
                      <a:lvl4pPr marL="1371600" algn="r" defTabSz="914400" rtl="1" eaLnBrk="1" latinLnBrk="0" hangingPunct="1">
                        <a:defRPr sz="1800" kern="1200">
                          <a:solidFill>
                            <a:schemeClr val="tx1"/>
                          </a:solidFill>
                          <a:latin typeface="Calibri" panose="020F0502020204030204"/>
                        </a:defRPr>
                      </a:lvl4pPr>
                      <a:lvl5pPr marL="1828800" algn="r" defTabSz="914400" rtl="1" eaLnBrk="1" latinLnBrk="0" hangingPunct="1">
                        <a:defRPr sz="1800" kern="1200">
                          <a:solidFill>
                            <a:schemeClr val="tx1"/>
                          </a:solidFill>
                          <a:latin typeface="Calibri" panose="020F0502020204030204"/>
                        </a:defRPr>
                      </a:lvl5pPr>
                      <a:lvl6pPr marL="2286000" algn="r" defTabSz="914400" rtl="1" eaLnBrk="1" latinLnBrk="0" hangingPunct="1">
                        <a:defRPr sz="1800" kern="1200">
                          <a:solidFill>
                            <a:schemeClr val="tx1"/>
                          </a:solidFill>
                          <a:latin typeface="Calibri" panose="020F0502020204030204"/>
                        </a:defRPr>
                      </a:lvl6pPr>
                      <a:lvl7pPr marL="2743200" algn="r" defTabSz="914400" rtl="1" eaLnBrk="1" latinLnBrk="0" hangingPunct="1">
                        <a:defRPr sz="1800" kern="1200">
                          <a:solidFill>
                            <a:schemeClr val="tx1"/>
                          </a:solidFill>
                          <a:latin typeface="Calibri" panose="020F0502020204030204"/>
                        </a:defRPr>
                      </a:lvl7pPr>
                      <a:lvl8pPr marL="3200400" algn="r" defTabSz="914400" rtl="1" eaLnBrk="1" latinLnBrk="0" hangingPunct="1">
                        <a:defRPr sz="1800" kern="1200">
                          <a:solidFill>
                            <a:schemeClr val="tx1"/>
                          </a:solidFill>
                          <a:latin typeface="Calibri" panose="020F0502020204030204"/>
                        </a:defRPr>
                      </a:lvl8pPr>
                      <a:lvl9pPr marL="3657600" algn="r" defTabSz="914400" rtl="1" eaLnBrk="1" latinLnBrk="0" hangingPunct="1">
                        <a:defRPr sz="1800" kern="1200">
                          <a:solidFill>
                            <a:schemeClr val="tx1"/>
                          </a:solidFill>
                          <a:latin typeface="Calibri" panose="020F0502020204030204"/>
                        </a:defRPr>
                      </a:lvl9pPr>
                    </a:lstStyle>
                    <a:p>
                      <a:pPr marL="171450" indent="-171450" algn="l">
                        <a:buFont typeface="Arial" panose="020B0604020202020204" pitchFamily="34" charset="0"/>
                        <a:buChar char="•"/>
                      </a:pPr>
                      <a:endParaRPr lang="en-US" sz="1000" dirty="0">
                        <a:solidFill>
                          <a:schemeClr val="bg1"/>
                        </a:solidFill>
                        <a:latin typeface="Neo Sans Arabic Medium" panose="020B0704030504040204" pitchFamily="34" charset="-78"/>
                        <a:cs typeface="Neo Sans Arabic Medium" panose="020B0704030504040204" pitchFamily="34" charset="-78"/>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345271"/>
                    </a:solidFill>
                  </a:tcPr>
                </a:tc>
                <a:tc hMerge="1">
                  <a:txBody>
                    <a:bodyPr/>
                    <a:lstStyle/>
                    <a:p>
                      <a:endParaRPr lang="en-US"/>
                    </a:p>
                  </a:txBody>
                  <a:tcPr/>
                </a:tc>
                <a:tc hMerge="1">
                  <a:txBody>
                    <a:bodyPr/>
                    <a:lstStyle/>
                    <a:p>
                      <a:endParaRPr lang="en-US"/>
                    </a:p>
                  </a:txBody>
                  <a:tcPr/>
                </a:tc>
                <a:tc>
                  <a:txBody>
                    <a:bodyPr/>
                    <a:lstStyle>
                      <a:lvl1pPr marL="0" algn="l" defTabSz="914400" rtl="0" eaLnBrk="1" latinLnBrk="0" hangingPunct="1">
                        <a:defRPr sz="1800" kern="1200">
                          <a:solidFill>
                            <a:schemeClr val="dk1"/>
                          </a:solidFill>
                          <a:latin typeface="Gill Sans MT" panose="020B0502020104020203"/>
                        </a:defRPr>
                      </a:lvl1pPr>
                      <a:lvl2pPr marL="457200" algn="l" defTabSz="914400" rtl="0" eaLnBrk="1" latinLnBrk="0" hangingPunct="1">
                        <a:defRPr sz="1800" kern="1200">
                          <a:solidFill>
                            <a:schemeClr val="dk1"/>
                          </a:solidFill>
                          <a:latin typeface="Gill Sans MT" panose="020B0502020104020203"/>
                        </a:defRPr>
                      </a:lvl2pPr>
                      <a:lvl3pPr marL="914400" algn="l" defTabSz="914400" rtl="0" eaLnBrk="1" latinLnBrk="0" hangingPunct="1">
                        <a:defRPr sz="1800" kern="1200">
                          <a:solidFill>
                            <a:schemeClr val="dk1"/>
                          </a:solidFill>
                          <a:latin typeface="Gill Sans MT" panose="020B0502020104020203"/>
                        </a:defRPr>
                      </a:lvl3pPr>
                      <a:lvl4pPr marL="1371600" algn="l" defTabSz="914400" rtl="0" eaLnBrk="1" latinLnBrk="0" hangingPunct="1">
                        <a:defRPr sz="1800" kern="1200">
                          <a:solidFill>
                            <a:schemeClr val="dk1"/>
                          </a:solidFill>
                          <a:latin typeface="Gill Sans MT" panose="020B0502020104020203"/>
                        </a:defRPr>
                      </a:lvl4pPr>
                      <a:lvl5pPr marL="1828800" algn="l" defTabSz="914400" rtl="0" eaLnBrk="1" latinLnBrk="0" hangingPunct="1">
                        <a:defRPr sz="1800" kern="1200">
                          <a:solidFill>
                            <a:schemeClr val="dk1"/>
                          </a:solidFill>
                          <a:latin typeface="Gill Sans MT" panose="020B0502020104020203"/>
                        </a:defRPr>
                      </a:lvl5pPr>
                      <a:lvl6pPr marL="2286000" algn="l" defTabSz="914400" rtl="0" eaLnBrk="1" latinLnBrk="0" hangingPunct="1">
                        <a:defRPr sz="1800" kern="1200">
                          <a:solidFill>
                            <a:schemeClr val="dk1"/>
                          </a:solidFill>
                          <a:latin typeface="Gill Sans MT" panose="020B0502020104020203"/>
                        </a:defRPr>
                      </a:lvl6pPr>
                      <a:lvl7pPr marL="2743200" algn="l" defTabSz="914400" rtl="0" eaLnBrk="1" latinLnBrk="0" hangingPunct="1">
                        <a:defRPr sz="1800" kern="1200">
                          <a:solidFill>
                            <a:schemeClr val="dk1"/>
                          </a:solidFill>
                          <a:latin typeface="Gill Sans MT" panose="020B0502020104020203"/>
                        </a:defRPr>
                      </a:lvl7pPr>
                      <a:lvl8pPr marL="3200400" algn="l" defTabSz="914400" rtl="0" eaLnBrk="1" latinLnBrk="0" hangingPunct="1">
                        <a:defRPr sz="1800" kern="1200">
                          <a:solidFill>
                            <a:schemeClr val="dk1"/>
                          </a:solidFill>
                          <a:latin typeface="Gill Sans MT" panose="020B0502020104020203"/>
                        </a:defRPr>
                      </a:lvl8pPr>
                      <a:lvl9pPr marL="3657600" algn="l" defTabSz="914400" rtl="0" eaLnBrk="1" latinLnBrk="0" hangingPunct="1">
                        <a:defRPr sz="1800" kern="1200">
                          <a:solidFill>
                            <a:schemeClr val="dk1"/>
                          </a:solidFill>
                          <a:latin typeface="Gill Sans MT" panose="020B0502020104020203"/>
                        </a:defRPr>
                      </a:lvl9pPr>
                    </a:lstStyle>
                    <a:p>
                      <a:pPr marL="0" indent="0" algn="ctr">
                        <a:buFont typeface="Arial" panose="020B0604020202020204" pitchFamily="34" charset="0"/>
                        <a:buNone/>
                      </a:pPr>
                      <a:endParaRPr lang="en-US" sz="1000" b="1" dirty="0">
                        <a:solidFill>
                          <a:schemeClr val="bg1"/>
                        </a:solidFill>
                        <a:latin typeface="Neo Sans Arabic Medium" panose="020B0704030504040204" pitchFamily="34" charset="-78"/>
                        <a:cs typeface="Neo Sans Arabic Medium" panose="020B0704030504040204" pitchFamily="34" charset="-78"/>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345271"/>
                    </a:solidFill>
                  </a:tcPr>
                </a:tc>
                <a:tc>
                  <a:txBody>
                    <a:bodyPr/>
                    <a:lstStyle>
                      <a:lvl1pPr marL="0" algn="r" defTabSz="914400" rtl="1" eaLnBrk="1" latinLnBrk="0" hangingPunct="1">
                        <a:defRPr sz="1800" kern="1200">
                          <a:solidFill>
                            <a:schemeClr val="tx1"/>
                          </a:solidFill>
                          <a:latin typeface="Calibri" panose="020F0502020204030204"/>
                        </a:defRPr>
                      </a:lvl1pPr>
                      <a:lvl2pPr marL="457200" algn="r" defTabSz="914400" rtl="1" eaLnBrk="1" latinLnBrk="0" hangingPunct="1">
                        <a:defRPr sz="1800" kern="1200">
                          <a:solidFill>
                            <a:schemeClr val="tx1"/>
                          </a:solidFill>
                          <a:latin typeface="Calibri" panose="020F0502020204030204"/>
                        </a:defRPr>
                      </a:lvl2pPr>
                      <a:lvl3pPr marL="914400" algn="r" defTabSz="914400" rtl="1" eaLnBrk="1" latinLnBrk="0" hangingPunct="1">
                        <a:defRPr sz="1800" kern="1200">
                          <a:solidFill>
                            <a:schemeClr val="tx1"/>
                          </a:solidFill>
                          <a:latin typeface="Calibri" panose="020F0502020204030204"/>
                        </a:defRPr>
                      </a:lvl3pPr>
                      <a:lvl4pPr marL="1371600" algn="r" defTabSz="914400" rtl="1" eaLnBrk="1" latinLnBrk="0" hangingPunct="1">
                        <a:defRPr sz="1800" kern="1200">
                          <a:solidFill>
                            <a:schemeClr val="tx1"/>
                          </a:solidFill>
                          <a:latin typeface="Calibri" panose="020F0502020204030204"/>
                        </a:defRPr>
                      </a:lvl4pPr>
                      <a:lvl5pPr marL="1828800" algn="r" defTabSz="914400" rtl="1" eaLnBrk="1" latinLnBrk="0" hangingPunct="1">
                        <a:defRPr sz="1800" kern="1200">
                          <a:solidFill>
                            <a:schemeClr val="tx1"/>
                          </a:solidFill>
                          <a:latin typeface="Calibri" panose="020F0502020204030204"/>
                        </a:defRPr>
                      </a:lvl5pPr>
                      <a:lvl6pPr marL="2286000" algn="r" defTabSz="914400" rtl="1" eaLnBrk="1" latinLnBrk="0" hangingPunct="1">
                        <a:defRPr sz="1800" kern="1200">
                          <a:solidFill>
                            <a:schemeClr val="tx1"/>
                          </a:solidFill>
                          <a:latin typeface="Calibri" panose="020F0502020204030204"/>
                        </a:defRPr>
                      </a:lvl6pPr>
                      <a:lvl7pPr marL="2743200" algn="r" defTabSz="914400" rtl="1" eaLnBrk="1" latinLnBrk="0" hangingPunct="1">
                        <a:defRPr sz="1800" kern="1200">
                          <a:solidFill>
                            <a:schemeClr val="tx1"/>
                          </a:solidFill>
                          <a:latin typeface="Calibri" panose="020F0502020204030204"/>
                        </a:defRPr>
                      </a:lvl7pPr>
                      <a:lvl8pPr marL="3200400" algn="r" defTabSz="914400" rtl="1" eaLnBrk="1" latinLnBrk="0" hangingPunct="1">
                        <a:defRPr sz="1800" kern="1200">
                          <a:solidFill>
                            <a:schemeClr val="tx1"/>
                          </a:solidFill>
                          <a:latin typeface="Calibri" panose="020F0502020204030204"/>
                        </a:defRPr>
                      </a:lvl8pPr>
                      <a:lvl9pPr marL="3657600" algn="r" defTabSz="914400" rtl="1" eaLnBrk="1" latinLnBrk="0" hangingPunct="1">
                        <a:defRPr sz="1800" kern="1200">
                          <a:solidFill>
                            <a:schemeClr val="tx1"/>
                          </a:solidFill>
                          <a:latin typeface="Calibri" panose="020F0502020204030204"/>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1" i="0" u="none" strike="noStrike" kern="1200" cap="none" spc="0" normalizeH="0" baseline="0" noProof="0" dirty="0">
                        <a:ln>
                          <a:noFill/>
                        </a:ln>
                        <a:solidFill>
                          <a:schemeClr val="bg1"/>
                        </a:solidFill>
                        <a:effectLst/>
                        <a:uLnTx/>
                        <a:uFillTx/>
                        <a:latin typeface="Neo Sans Arabic Medium" panose="020B0704030504040204" pitchFamily="34" charset="-78"/>
                        <a:ea typeface="+mn-ea"/>
                        <a:cs typeface="Neo Sans Arabic Medium" panose="020B0704030504040204" pitchFamily="34" charset="-78"/>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345271"/>
                    </a:solidFill>
                  </a:tcPr>
                </a:tc>
                <a:tc>
                  <a:txBody>
                    <a:bodyPr/>
                    <a:lstStyle>
                      <a:lvl1pPr marL="0" algn="r" defTabSz="914400" rtl="1" eaLnBrk="1" latinLnBrk="0" hangingPunct="1">
                        <a:defRPr sz="1800" kern="1200">
                          <a:solidFill>
                            <a:schemeClr val="tx1"/>
                          </a:solidFill>
                          <a:latin typeface="Calibri" panose="020F0502020204030204"/>
                        </a:defRPr>
                      </a:lvl1pPr>
                      <a:lvl2pPr marL="457200" algn="r" defTabSz="914400" rtl="1" eaLnBrk="1" latinLnBrk="0" hangingPunct="1">
                        <a:defRPr sz="1800" kern="1200">
                          <a:solidFill>
                            <a:schemeClr val="tx1"/>
                          </a:solidFill>
                          <a:latin typeface="Calibri" panose="020F0502020204030204"/>
                        </a:defRPr>
                      </a:lvl2pPr>
                      <a:lvl3pPr marL="914400" algn="r" defTabSz="914400" rtl="1" eaLnBrk="1" latinLnBrk="0" hangingPunct="1">
                        <a:defRPr sz="1800" kern="1200">
                          <a:solidFill>
                            <a:schemeClr val="tx1"/>
                          </a:solidFill>
                          <a:latin typeface="Calibri" panose="020F0502020204030204"/>
                        </a:defRPr>
                      </a:lvl3pPr>
                      <a:lvl4pPr marL="1371600" algn="r" defTabSz="914400" rtl="1" eaLnBrk="1" latinLnBrk="0" hangingPunct="1">
                        <a:defRPr sz="1800" kern="1200">
                          <a:solidFill>
                            <a:schemeClr val="tx1"/>
                          </a:solidFill>
                          <a:latin typeface="Calibri" panose="020F0502020204030204"/>
                        </a:defRPr>
                      </a:lvl4pPr>
                      <a:lvl5pPr marL="1828800" algn="r" defTabSz="914400" rtl="1" eaLnBrk="1" latinLnBrk="0" hangingPunct="1">
                        <a:defRPr sz="1800" kern="1200">
                          <a:solidFill>
                            <a:schemeClr val="tx1"/>
                          </a:solidFill>
                          <a:latin typeface="Calibri" panose="020F0502020204030204"/>
                        </a:defRPr>
                      </a:lvl5pPr>
                      <a:lvl6pPr marL="2286000" algn="r" defTabSz="914400" rtl="1" eaLnBrk="1" latinLnBrk="0" hangingPunct="1">
                        <a:defRPr sz="1800" kern="1200">
                          <a:solidFill>
                            <a:schemeClr val="tx1"/>
                          </a:solidFill>
                          <a:latin typeface="Calibri" panose="020F0502020204030204"/>
                        </a:defRPr>
                      </a:lvl6pPr>
                      <a:lvl7pPr marL="2743200" algn="r" defTabSz="914400" rtl="1" eaLnBrk="1" latinLnBrk="0" hangingPunct="1">
                        <a:defRPr sz="1800" kern="1200">
                          <a:solidFill>
                            <a:schemeClr val="tx1"/>
                          </a:solidFill>
                          <a:latin typeface="Calibri" panose="020F0502020204030204"/>
                        </a:defRPr>
                      </a:lvl7pPr>
                      <a:lvl8pPr marL="3200400" algn="r" defTabSz="914400" rtl="1" eaLnBrk="1" latinLnBrk="0" hangingPunct="1">
                        <a:defRPr sz="1800" kern="1200">
                          <a:solidFill>
                            <a:schemeClr val="tx1"/>
                          </a:solidFill>
                          <a:latin typeface="Calibri" panose="020F0502020204030204"/>
                        </a:defRPr>
                      </a:lvl8pPr>
                      <a:lvl9pPr marL="3657600" algn="r" defTabSz="914400" rtl="1" eaLnBrk="1" latinLnBrk="0" hangingPunct="1">
                        <a:defRPr sz="1800" kern="1200">
                          <a:solidFill>
                            <a:schemeClr val="tx1"/>
                          </a:solidFill>
                          <a:latin typeface="Calibri" panose="020F0502020204030204"/>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1" i="0" u="none" strike="noStrike" kern="1200" cap="none" spc="0" normalizeH="0" baseline="0" noProof="0" dirty="0">
                        <a:ln>
                          <a:noFill/>
                        </a:ln>
                        <a:solidFill>
                          <a:schemeClr val="bg1"/>
                        </a:solidFill>
                        <a:effectLst/>
                        <a:uLnTx/>
                        <a:uFillTx/>
                        <a:latin typeface="Neo Sans Arabic Medium" panose="020B0704030504040204" pitchFamily="34" charset="-78"/>
                        <a:ea typeface="+mn-ea"/>
                        <a:cs typeface="Neo Sans Arabic Medium" panose="020B0704030504040204" pitchFamily="34" charset="-78"/>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345271"/>
                    </a:solidFill>
                  </a:tcPr>
                </a:tc>
                <a:tc rowSpan="3" gridSpan="3">
                  <a:txBody>
                    <a:bodyPr/>
                    <a:lstStyle>
                      <a:lvl1pPr marL="0" algn="r" defTabSz="914400" rtl="1" eaLnBrk="1" latinLnBrk="0" hangingPunct="1">
                        <a:defRPr sz="1800" kern="1200">
                          <a:solidFill>
                            <a:schemeClr val="tx1"/>
                          </a:solidFill>
                          <a:latin typeface="Calibri" panose="020F0502020204030204"/>
                        </a:defRPr>
                      </a:lvl1pPr>
                      <a:lvl2pPr marL="457200" algn="r" defTabSz="914400" rtl="1" eaLnBrk="1" latinLnBrk="0" hangingPunct="1">
                        <a:defRPr sz="1800" kern="1200">
                          <a:solidFill>
                            <a:schemeClr val="tx1"/>
                          </a:solidFill>
                          <a:latin typeface="Calibri" panose="020F0502020204030204"/>
                        </a:defRPr>
                      </a:lvl2pPr>
                      <a:lvl3pPr marL="914400" algn="r" defTabSz="914400" rtl="1" eaLnBrk="1" latinLnBrk="0" hangingPunct="1">
                        <a:defRPr sz="1800" kern="1200">
                          <a:solidFill>
                            <a:schemeClr val="tx1"/>
                          </a:solidFill>
                          <a:latin typeface="Calibri" panose="020F0502020204030204"/>
                        </a:defRPr>
                      </a:lvl3pPr>
                      <a:lvl4pPr marL="1371600" algn="r" defTabSz="914400" rtl="1" eaLnBrk="1" latinLnBrk="0" hangingPunct="1">
                        <a:defRPr sz="1800" kern="1200">
                          <a:solidFill>
                            <a:schemeClr val="tx1"/>
                          </a:solidFill>
                          <a:latin typeface="Calibri" panose="020F0502020204030204"/>
                        </a:defRPr>
                      </a:lvl4pPr>
                      <a:lvl5pPr marL="1828800" algn="r" defTabSz="914400" rtl="1" eaLnBrk="1" latinLnBrk="0" hangingPunct="1">
                        <a:defRPr sz="1800" kern="1200">
                          <a:solidFill>
                            <a:schemeClr val="tx1"/>
                          </a:solidFill>
                          <a:latin typeface="Calibri" panose="020F0502020204030204"/>
                        </a:defRPr>
                      </a:lvl5pPr>
                      <a:lvl6pPr marL="2286000" algn="r" defTabSz="914400" rtl="1" eaLnBrk="1" latinLnBrk="0" hangingPunct="1">
                        <a:defRPr sz="1800" kern="1200">
                          <a:solidFill>
                            <a:schemeClr val="tx1"/>
                          </a:solidFill>
                          <a:latin typeface="Calibri" panose="020F0502020204030204"/>
                        </a:defRPr>
                      </a:lvl6pPr>
                      <a:lvl7pPr marL="2743200" algn="r" defTabSz="914400" rtl="1" eaLnBrk="1" latinLnBrk="0" hangingPunct="1">
                        <a:defRPr sz="1800" kern="1200">
                          <a:solidFill>
                            <a:schemeClr val="tx1"/>
                          </a:solidFill>
                          <a:latin typeface="Calibri" panose="020F0502020204030204"/>
                        </a:defRPr>
                      </a:lvl7pPr>
                      <a:lvl8pPr marL="3200400" algn="r" defTabSz="914400" rtl="1" eaLnBrk="1" latinLnBrk="0" hangingPunct="1">
                        <a:defRPr sz="1800" kern="1200">
                          <a:solidFill>
                            <a:schemeClr val="tx1"/>
                          </a:solidFill>
                          <a:latin typeface="Calibri" panose="020F0502020204030204"/>
                        </a:defRPr>
                      </a:lvl8pPr>
                      <a:lvl9pPr marL="3657600" algn="r" defTabSz="914400" rtl="1" eaLnBrk="1" latinLnBrk="0" hangingPunct="1">
                        <a:defRPr sz="1800" kern="1200">
                          <a:solidFill>
                            <a:schemeClr val="tx1"/>
                          </a:solidFill>
                          <a:latin typeface="Calibri" panose="020F0502020204030204"/>
                        </a:defRPr>
                      </a:lvl9pPr>
                    </a:lstStyle>
                    <a:p>
                      <a:pPr marL="0" indent="0" algn="l">
                        <a:buFont typeface="Arial" panose="020B0604020202020204" pitchFamily="34" charset="0"/>
                        <a:buNone/>
                      </a:pPr>
                      <a:r>
                        <a:rPr lang="ar-SA" sz="1000" dirty="0">
                          <a:solidFill>
                            <a:schemeClr val="bg1"/>
                          </a:solidFill>
                          <a:latin typeface="Neo Sans Arabic Medium" panose="020B0704030504040204" pitchFamily="34" charset="-78"/>
                          <a:cs typeface="Neo Sans Arabic Medium" panose="020B0704030504040204" pitchFamily="34" charset="-78"/>
                        </a:rPr>
                        <a:t>التدريب التدريجي وتقديم الدعم الفني المستمر.</a:t>
                      </a:r>
                      <a:endParaRPr lang="en-US" sz="1000" dirty="0">
                        <a:solidFill>
                          <a:schemeClr val="bg1"/>
                        </a:solidFill>
                        <a:latin typeface="Neo Sans Arabic Medium" panose="020B0704030504040204" pitchFamily="34" charset="-78"/>
                        <a:cs typeface="Neo Sans Arabic Medium" panose="020B0704030504040204" pitchFamily="34" charset="-78"/>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345271"/>
                    </a:solidFill>
                  </a:tcPr>
                </a:tc>
                <a:tc rowSpan="3" hMerge="1">
                  <a:txBody>
                    <a:bodyPr/>
                    <a:lstStyle/>
                    <a:p>
                      <a:endParaRPr lang="en-US"/>
                    </a:p>
                  </a:txBody>
                  <a:tcPr/>
                </a:tc>
                <a:tc rowSpan="3" hMerge="1">
                  <a:txBody>
                    <a:bodyPr/>
                    <a:lstStyle/>
                    <a:p>
                      <a:endParaRPr lang="en-US"/>
                    </a:p>
                  </a:txBody>
                  <a:tcPr/>
                </a:tc>
                <a:tc rowSpan="3">
                  <a:txBody>
                    <a:bodyPr/>
                    <a:lstStyle>
                      <a:lvl1pPr marL="0" algn="r" defTabSz="914400" rtl="1" eaLnBrk="1" latinLnBrk="0" hangingPunct="1">
                        <a:defRPr sz="1800" kern="1200">
                          <a:solidFill>
                            <a:schemeClr val="tx1"/>
                          </a:solidFill>
                          <a:latin typeface="Calibri" panose="020F0502020204030204"/>
                        </a:defRPr>
                      </a:lvl1pPr>
                      <a:lvl2pPr marL="457200" algn="r" defTabSz="914400" rtl="1" eaLnBrk="1" latinLnBrk="0" hangingPunct="1">
                        <a:defRPr sz="1800" kern="1200">
                          <a:solidFill>
                            <a:schemeClr val="tx1"/>
                          </a:solidFill>
                          <a:latin typeface="Calibri" panose="020F0502020204030204"/>
                        </a:defRPr>
                      </a:lvl2pPr>
                      <a:lvl3pPr marL="914400" algn="r" defTabSz="914400" rtl="1" eaLnBrk="1" latinLnBrk="0" hangingPunct="1">
                        <a:defRPr sz="1800" kern="1200">
                          <a:solidFill>
                            <a:schemeClr val="tx1"/>
                          </a:solidFill>
                          <a:latin typeface="Calibri" panose="020F0502020204030204"/>
                        </a:defRPr>
                      </a:lvl3pPr>
                      <a:lvl4pPr marL="1371600" algn="r" defTabSz="914400" rtl="1" eaLnBrk="1" latinLnBrk="0" hangingPunct="1">
                        <a:defRPr sz="1800" kern="1200">
                          <a:solidFill>
                            <a:schemeClr val="tx1"/>
                          </a:solidFill>
                          <a:latin typeface="Calibri" panose="020F0502020204030204"/>
                        </a:defRPr>
                      </a:lvl4pPr>
                      <a:lvl5pPr marL="1828800" algn="r" defTabSz="914400" rtl="1" eaLnBrk="1" latinLnBrk="0" hangingPunct="1">
                        <a:defRPr sz="1800" kern="1200">
                          <a:solidFill>
                            <a:schemeClr val="tx1"/>
                          </a:solidFill>
                          <a:latin typeface="Calibri" panose="020F0502020204030204"/>
                        </a:defRPr>
                      </a:lvl5pPr>
                      <a:lvl6pPr marL="2286000" algn="r" defTabSz="914400" rtl="1" eaLnBrk="1" latinLnBrk="0" hangingPunct="1">
                        <a:defRPr sz="1800" kern="1200">
                          <a:solidFill>
                            <a:schemeClr val="tx1"/>
                          </a:solidFill>
                          <a:latin typeface="Calibri" panose="020F0502020204030204"/>
                        </a:defRPr>
                      </a:lvl6pPr>
                      <a:lvl7pPr marL="2743200" algn="r" defTabSz="914400" rtl="1" eaLnBrk="1" latinLnBrk="0" hangingPunct="1">
                        <a:defRPr sz="1800" kern="1200">
                          <a:solidFill>
                            <a:schemeClr val="tx1"/>
                          </a:solidFill>
                          <a:latin typeface="Calibri" panose="020F0502020204030204"/>
                        </a:defRPr>
                      </a:lvl7pPr>
                      <a:lvl8pPr marL="3200400" algn="r" defTabSz="914400" rtl="1" eaLnBrk="1" latinLnBrk="0" hangingPunct="1">
                        <a:defRPr sz="1800" kern="1200">
                          <a:solidFill>
                            <a:schemeClr val="tx1"/>
                          </a:solidFill>
                          <a:latin typeface="Calibri" panose="020F0502020204030204"/>
                        </a:defRPr>
                      </a:lvl8pPr>
                      <a:lvl9pPr marL="3657600" algn="r" defTabSz="914400" rtl="1" eaLnBrk="1" latinLnBrk="0" hangingPunct="1">
                        <a:defRPr sz="1800" kern="1200">
                          <a:solidFill>
                            <a:schemeClr val="tx1"/>
                          </a:solidFill>
                          <a:latin typeface="Calibri" panose="020F0502020204030204"/>
                        </a:defRPr>
                      </a:lvl9pPr>
                    </a:lstStyle>
                    <a:p>
                      <a:pPr marL="0" indent="0" algn="ctr" rtl="1">
                        <a:buFont typeface="Arial" panose="020B0604020202020204" pitchFamily="34" charset="0"/>
                        <a:buNone/>
                      </a:pPr>
                      <a:r>
                        <a:rPr lang="ar-SA" sz="1000" dirty="0">
                          <a:solidFill>
                            <a:schemeClr val="bg1"/>
                          </a:solidFill>
                          <a:latin typeface="Neo Sans Arabic Medium" panose="020B0704030504040204" pitchFamily="34" charset="-78"/>
                          <a:cs typeface="Neo Sans Arabic Medium" panose="020B0704030504040204" pitchFamily="34" charset="-78"/>
                        </a:rPr>
                        <a:t>منخفض</a:t>
                      </a:r>
                      <a:endParaRPr lang="en-US" sz="1000" dirty="0">
                        <a:solidFill>
                          <a:schemeClr val="bg1"/>
                        </a:solidFill>
                        <a:latin typeface="Neo Sans Arabic Medium" panose="020B0704030504040204" pitchFamily="34" charset="-78"/>
                        <a:cs typeface="Neo Sans Arabic Medium" panose="020B0704030504040204" pitchFamily="34" charset="-78"/>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345271"/>
                    </a:solidFill>
                  </a:tcPr>
                </a:tc>
                <a:tc rowSpan="3">
                  <a:txBody>
                    <a:bodyPr/>
                    <a:lstStyle>
                      <a:lvl1pPr marL="0" algn="r" defTabSz="914400" rtl="1" eaLnBrk="1" latinLnBrk="0" hangingPunct="1">
                        <a:defRPr sz="1800" kern="1200">
                          <a:solidFill>
                            <a:schemeClr val="tx1"/>
                          </a:solidFill>
                          <a:latin typeface="Calibri" panose="020F0502020204030204"/>
                        </a:defRPr>
                      </a:lvl1pPr>
                      <a:lvl2pPr marL="457200" algn="r" defTabSz="914400" rtl="1" eaLnBrk="1" latinLnBrk="0" hangingPunct="1">
                        <a:defRPr sz="1800" kern="1200">
                          <a:solidFill>
                            <a:schemeClr val="tx1"/>
                          </a:solidFill>
                          <a:latin typeface="Calibri" panose="020F0502020204030204"/>
                        </a:defRPr>
                      </a:lvl2pPr>
                      <a:lvl3pPr marL="914400" algn="r" defTabSz="914400" rtl="1" eaLnBrk="1" latinLnBrk="0" hangingPunct="1">
                        <a:defRPr sz="1800" kern="1200">
                          <a:solidFill>
                            <a:schemeClr val="tx1"/>
                          </a:solidFill>
                          <a:latin typeface="Calibri" panose="020F0502020204030204"/>
                        </a:defRPr>
                      </a:lvl3pPr>
                      <a:lvl4pPr marL="1371600" algn="r" defTabSz="914400" rtl="1" eaLnBrk="1" latinLnBrk="0" hangingPunct="1">
                        <a:defRPr sz="1800" kern="1200">
                          <a:solidFill>
                            <a:schemeClr val="tx1"/>
                          </a:solidFill>
                          <a:latin typeface="Calibri" panose="020F0502020204030204"/>
                        </a:defRPr>
                      </a:lvl4pPr>
                      <a:lvl5pPr marL="1828800" algn="r" defTabSz="914400" rtl="1" eaLnBrk="1" latinLnBrk="0" hangingPunct="1">
                        <a:defRPr sz="1800" kern="1200">
                          <a:solidFill>
                            <a:schemeClr val="tx1"/>
                          </a:solidFill>
                          <a:latin typeface="Calibri" panose="020F0502020204030204"/>
                        </a:defRPr>
                      </a:lvl5pPr>
                      <a:lvl6pPr marL="2286000" algn="r" defTabSz="914400" rtl="1" eaLnBrk="1" latinLnBrk="0" hangingPunct="1">
                        <a:defRPr sz="1800" kern="1200">
                          <a:solidFill>
                            <a:schemeClr val="tx1"/>
                          </a:solidFill>
                          <a:latin typeface="Calibri" panose="020F0502020204030204"/>
                        </a:defRPr>
                      </a:lvl6pPr>
                      <a:lvl7pPr marL="2743200" algn="r" defTabSz="914400" rtl="1" eaLnBrk="1" latinLnBrk="0" hangingPunct="1">
                        <a:defRPr sz="1800" kern="1200">
                          <a:solidFill>
                            <a:schemeClr val="tx1"/>
                          </a:solidFill>
                          <a:latin typeface="Calibri" panose="020F0502020204030204"/>
                        </a:defRPr>
                      </a:lvl7pPr>
                      <a:lvl8pPr marL="3200400" algn="r" defTabSz="914400" rtl="1" eaLnBrk="1" latinLnBrk="0" hangingPunct="1">
                        <a:defRPr sz="1800" kern="1200">
                          <a:solidFill>
                            <a:schemeClr val="tx1"/>
                          </a:solidFill>
                          <a:latin typeface="Calibri" panose="020F0502020204030204"/>
                        </a:defRPr>
                      </a:lvl8pPr>
                      <a:lvl9pPr marL="3657600" algn="r" defTabSz="914400" rtl="1" eaLnBrk="1" latinLnBrk="0" hangingPunct="1">
                        <a:defRPr sz="1800" kern="1200">
                          <a:solidFill>
                            <a:schemeClr val="tx1"/>
                          </a:solidFill>
                          <a:latin typeface="Calibri" panose="020F0502020204030204"/>
                        </a:defRPr>
                      </a:lvl9pPr>
                    </a:lstStyle>
                    <a:p>
                      <a:pPr marL="0" indent="0" algn="ctr" rtl="1">
                        <a:buFont typeface="Arial" panose="020B0604020202020204" pitchFamily="34" charset="0"/>
                        <a:buNone/>
                      </a:pPr>
                      <a:r>
                        <a:rPr lang="ar-SA" sz="1000" dirty="0">
                          <a:solidFill>
                            <a:schemeClr val="bg1"/>
                          </a:solidFill>
                          <a:latin typeface="Neo Sans Arabic Medium" panose="020B0704030504040204" pitchFamily="34" charset="-78"/>
                          <a:cs typeface="Neo Sans Arabic Medium" panose="020B0704030504040204" pitchFamily="34" charset="-78"/>
                        </a:rPr>
                        <a:t>متوسط</a:t>
                      </a:r>
                      <a:endParaRPr lang="en-US" sz="1000" dirty="0">
                        <a:solidFill>
                          <a:schemeClr val="bg1"/>
                        </a:solidFill>
                        <a:latin typeface="Neo Sans Arabic Medium" panose="020B0704030504040204" pitchFamily="34" charset="-78"/>
                        <a:cs typeface="Neo Sans Arabic Medium" panose="020B0704030504040204" pitchFamily="34" charset="-78"/>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345271"/>
                    </a:solidFill>
                  </a:tcPr>
                </a:tc>
                <a:tc rowSpan="3" gridSpan="2">
                  <a:txBody>
                    <a:bodyPr/>
                    <a:lstStyle>
                      <a:lvl1pPr marL="0" algn="r" defTabSz="914400" rtl="1" eaLnBrk="1" latinLnBrk="0" hangingPunct="1">
                        <a:defRPr sz="1800" kern="1200">
                          <a:solidFill>
                            <a:schemeClr val="tx1"/>
                          </a:solidFill>
                          <a:latin typeface="Calibri" panose="020F0502020204030204"/>
                        </a:defRPr>
                      </a:lvl1pPr>
                      <a:lvl2pPr marL="457200" algn="r" defTabSz="914400" rtl="1" eaLnBrk="1" latinLnBrk="0" hangingPunct="1">
                        <a:defRPr sz="1800" kern="1200">
                          <a:solidFill>
                            <a:schemeClr val="tx1"/>
                          </a:solidFill>
                          <a:latin typeface="Calibri" panose="020F0502020204030204"/>
                        </a:defRPr>
                      </a:lvl2pPr>
                      <a:lvl3pPr marL="914400" algn="r" defTabSz="914400" rtl="1" eaLnBrk="1" latinLnBrk="0" hangingPunct="1">
                        <a:defRPr sz="1800" kern="1200">
                          <a:solidFill>
                            <a:schemeClr val="tx1"/>
                          </a:solidFill>
                          <a:latin typeface="Calibri" panose="020F0502020204030204"/>
                        </a:defRPr>
                      </a:lvl3pPr>
                      <a:lvl4pPr marL="1371600" algn="r" defTabSz="914400" rtl="1" eaLnBrk="1" latinLnBrk="0" hangingPunct="1">
                        <a:defRPr sz="1800" kern="1200">
                          <a:solidFill>
                            <a:schemeClr val="tx1"/>
                          </a:solidFill>
                          <a:latin typeface="Calibri" panose="020F0502020204030204"/>
                        </a:defRPr>
                      </a:lvl4pPr>
                      <a:lvl5pPr marL="1828800" algn="r" defTabSz="914400" rtl="1" eaLnBrk="1" latinLnBrk="0" hangingPunct="1">
                        <a:defRPr sz="1800" kern="1200">
                          <a:solidFill>
                            <a:schemeClr val="tx1"/>
                          </a:solidFill>
                          <a:latin typeface="Calibri" panose="020F0502020204030204"/>
                        </a:defRPr>
                      </a:lvl5pPr>
                      <a:lvl6pPr marL="2286000" algn="r" defTabSz="914400" rtl="1" eaLnBrk="1" latinLnBrk="0" hangingPunct="1">
                        <a:defRPr sz="1800" kern="1200">
                          <a:solidFill>
                            <a:schemeClr val="tx1"/>
                          </a:solidFill>
                          <a:latin typeface="Calibri" panose="020F0502020204030204"/>
                        </a:defRPr>
                      </a:lvl6pPr>
                      <a:lvl7pPr marL="2743200" algn="r" defTabSz="914400" rtl="1" eaLnBrk="1" latinLnBrk="0" hangingPunct="1">
                        <a:defRPr sz="1800" kern="1200">
                          <a:solidFill>
                            <a:schemeClr val="tx1"/>
                          </a:solidFill>
                          <a:latin typeface="Calibri" panose="020F0502020204030204"/>
                        </a:defRPr>
                      </a:lvl7pPr>
                      <a:lvl8pPr marL="3200400" algn="r" defTabSz="914400" rtl="1" eaLnBrk="1" latinLnBrk="0" hangingPunct="1">
                        <a:defRPr sz="1800" kern="1200">
                          <a:solidFill>
                            <a:schemeClr val="tx1"/>
                          </a:solidFill>
                          <a:latin typeface="Calibri" panose="020F0502020204030204"/>
                        </a:defRPr>
                      </a:lvl8pPr>
                      <a:lvl9pPr marL="3657600" algn="r" defTabSz="914400" rtl="1" eaLnBrk="1" latinLnBrk="0" hangingPunct="1">
                        <a:defRPr sz="1800" kern="1200">
                          <a:solidFill>
                            <a:schemeClr val="tx1"/>
                          </a:solidFill>
                          <a:latin typeface="Calibri" panose="020F0502020204030204"/>
                        </a:defRPr>
                      </a:lvl9pPr>
                    </a:lstStyle>
                    <a:p>
                      <a:pPr marL="0" indent="0" algn="ctr" rtl="1">
                        <a:buFont typeface="Arial" panose="020B0604020202020204" pitchFamily="34" charset="0"/>
                        <a:buNone/>
                      </a:pPr>
                      <a:r>
                        <a:rPr lang="ar-SA" sz="1000" dirty="0">
                          <a:solidFill>
                            <a:schemeClr val="bg1"/>
                          </a:solidFill>
                          <a:latin typeface="Neo Sans Arabic Medium" panose="020B0704030504040204" pitchFamily="34" charset="-78"/>
                          <a:cs typeface="Neo Sans Arabic Medium" panose="020B0704030504040204" pitchFamily="34" charset="-78"/>
                        </a:rPr>
                        <a:t>عالي</a:t>
                      </a:r>
                      <a:endParaRPr lang="en-US" sz="1000" dirty="0">
                        <a:solidFill>
                          <a:schemeClr val="bg1"/>
                        </a:solidFill>
                        <a:latin typeface="Neo Sans Arabic Medium" panose="020B0704030504040204" pitchFamily="34" charset="-78"/>
                        <a:cs typeface="Neo Sans Arabic Medium" panose="020B0704030504040204" pitchFamily="34" charset="-78"/>
                      </a:endParaRPr>
                    </a:p>
                  </a:txBody>
                  <a:tcPr anchor="ctr">
                    <a:lnL w="12700" cap="flat" cmpd="sng" algn="ctr">
                      <a:solidFill>
                        <a:sysClr val="window" lastClr="FFFFFF"/>
                      </a:solidFill>
                      <a:prstDash val="solid"/>
                      <a:round/>
                      <a:headEnd type="none" w="med" len="med"/>
                      <a:tailEnd type="none" w="med" len="med"/>
                    </a:lnL>
                    <a:lnR w="12700" cmpd="sng">
                      <a:solidFill>
                        <a:sysClr val="window" lastClr="FFFFFF"/>
                      </a:solidFill>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345271"/>
                    </a:solidFill>
                  </a:tcPr>
                </a:tc>
                <a:tc rowSpan="3" hMerge="1">
                  <a:txBody>
                    <a:bodyPr/>
                    <a:lstStyle/>
                    <a:p>
                      <a:endParaRPr lang="en-US"/>
                    </a:p>
                  </a:txBody>
                  <a:tcPr/>
                </a:tc>
                <a:extLst>
                  <a:ext uri="{0D108BD9-81ED-4DB2-BD59-A6C34878D82A}">
                    <a16:rowId xmlns:a16="http://schemas.microsoft.com/office/drawing/2014/main" val="3490689591"/>
                  </a:ext>
                </a:extLst>
              </a:tr>
              <a:tr h="227624">
                <a:tc vMerge="1">
                  <a:txBody>
                    <a:bodyPr/>
                    <a:lstStyle/>
                    <a:p>
                      <a:pPr algn="ctr"/>
                      <a:endParaRPr lang="en-US" sz="1000" dirty="0">
                        <a:latin typeface="Neo Sans Arabic Medium" panose="020B0704030504040204" pitchFamily="34" charset="-78"/>
                        <a:cs typeface="Neo Sans Arabic Medium" panose="020B0704030504040204" pitchFamily="34" charset="-78"/>
                      </a:endParaRPr>
                    </a:p>
                  </a:txBody>
                  <a:tcPr anchor="ctr">
                    <a:lnL w="12700" cmpd="sng">
                      <a:solidFill>
                        <a:sysClr val="window" lastClr="FFFFFF"/>
                      </a:solidFill>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2060">
                        <a:tint val="40000"/>
                      </a:srgbClr>
                    </a:solidFill>
                  </a:tcPr>
                </a:tc>
                <a:tc gridSpan="3">
                  <a:txBody>
                    <a:bodyPr/>
                    <a:lstStyle>
                      <a:lvl1pPr marL="0" algn="r" defTabSz="914400" rtl="1" eaLnBrk="1" latinLnBrk="0" hangingPunct="1">
                        <a:defRPr sz="1800" kern="1200">
                          <a:solidFill>
                            <a:schemeClr val="tx1"/>
                          </a:solidFill>
                          <a:latin typeface="Calibri" panose="020F0502020204030204"/>
                        </a:defRPr>
                      </a:lvl1pPr>
                      <a:lvl2pPr marL="457200" algn="r" defTabSz="914400" rtl="1" eaLnBrk="1" latinLnBrk="0" hangingPunct="1">
                        <a:defRPr sz="1800" kern="1200">
                          <a:solidFill>
                            <a:schemeClr val="tx1"/>
                          </a:solidFill>
                          <a:latin typeface="Calibri" panose="020F0502020204030204"/>
                        </a:defRPr>
                      </a:lvl2pPr>
                      <a:lvl3pPr marL="914400" algn="r" defTabSz="914400" rtl="1" eaLnBrk="1" latinLnBrk="0" hangingPunct="1">
                        <a:defRPr sz="1800" kern="1200">
                          <a:solidFill>
                            <a:schemeClr val="tx1"/>
                          </a:solidFill>
                          <a:latin typeface="Calibri" panose="020F0502020204030204"/>
                        </a:defRPr>
                      </a:lvl3pPr>
                      <a:lvl4pPr marL="1371600" algn="r" defTabSz="914400" rtl="1" eaLnBrk="1" latinLnBrk="0" hangingPunct="1">
                        <a:defRPr sz="1800" kern="1200">
                          <a:solidFill>
                            <a:schemeClr val="tx1"/>
                          </a:solidFill>
                          <a:latin typeface="Calibri" panose="020F0502020204030204"/>
                        </a:defRPr>
                      </a:lvl4pPr>
                      <a:lvl5pPr marL="1828800" algn="r" defTabSz="914400" rtl="1" eaLnBrk="1" latinLnBrk="0" hangingPunct="1">
                        <a:defRPr sz="1800" kern="1200">
                          <a:solidFill>
                            <a:schemeClr val="tx1"/>
                          </a:solidFill>
                          <a:latin typeface="Calibri" panose="020F0502020204030204"/>
                        </a:defRPr>
                      </a:lvl5pPr>
                      <a:lvl6pPr marL="2286000" algn="r" defTabSz="914400" rtl="1" eaLnBrk="1" latinLnBrk="0" hangingPunct="1">
                        <a:defRPr sz="1800" kern="1200">
                          <a:solidFill>
                            <a:schemeClr val="tx1"/>
                          </a:solidFill>
                          <a:latin typeface="Calibri" panose="020F0502020204030204"/>
                        </a:defRPr>
                      </a:lvl6pPr>
                      <a:lvl7pPr marL="2743200" algn="r" defTabSz="914400" rtl="1" eaLnBrk="1" latinLnBrk="0" hangingPunct="1">
                        <a:defRPr sz="1800" kern="1200">
                          <a:solidFill>
                            <a:schemeClr val="tx1"/>
                          </a:solidFill>
                          <a:latin typeface="Calibri" panose="020F0502020204030204"/>
                        </a:defRPr>
                      </a:lvl7pPr>
                      <a:lvl8pPr marL="3200400" algn="r" defTabSz="914400" rtl="1" eaLnBrk="1" latinLnBrk="0" hangingPunct="1">
                        <a:defRPr sz="1800" kern="1200">
                          <a:solidFill>
                            <a:schemeClr val="tx1"/>
                          </a:solidFill>
                          <a:latin typeface="Calibri" panose="020F0502020204030204"/>
                        </a:defRPr>
                      </a:lvl8pPr>
                      <a:lvl9pPr marL="3657600" algn="r" defTabSz="914400" rtl="1" eaLnBrk="1" latinLnBrk="0" hangingPunct="1">
                        <a:defRPr sz="1800" kern="1200">
                          <a:solidFill>
                            <a:schemeClr val="tx1"/>
                          </a:solidFill>
                          <a:latin typeface="Calibri" panose="020F0502020204030204"/>
                        </a:defRPr>
                      </a:lvl9pPr>
                    </a:lstStyle>
                    <a:p>
                      <a:pPr marL="171450" indent="-171450" algn="l">
                        <a:buFont typeface="Arial" panose="020B0604020202020204" pitchFamily="34" charset="0"/>
                        <a:buChar char="•"/>
                      </a:pPr>
                      <a:r>
                        <a:rPr lang="ar-SA" sz="1000" dirty="0">
                          <a:solidFill>
                            <a:schemeClr val="bg1"/>
                          </a:solidFill>
                          <a:latin typeface="Neo Sans Arabic Medium" panose="020B0704030504040204" pitchFamily="34" charset="-78"/>
                          <a:cs typeface="Neo Sans Arabic Medium" panose="020B0704030504040204" pitchFamily="34" charset="-78"/>
                        </a:rPr>
                        <a:t>التعود على الطرق التقليدية.</a:t>
                      </a:r>
                      <a:endParaRPr lang="en-US" sz="1000" dirty="0">
                        <a:solidFill>
                          <a:schemeClr val="bg1"/>
                        </a:solidFill>
                        <a:latin typeface="Neo Sans Arabic Medium" panose="020B0704030504040204" pitchFamily="34" charset="-78"/>
                        <a:cs typeface="Neo Sans Arabic Medium" panose="020B0704030504040204" pitchFamily="34" charset="-78"/>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345271"/>
                    </a:solidFill>
                  </a:tcPr>
                </a:tc>
                <a:tc hMerge="1">
                  <a:txBody>
                    <a:bodyPr/>
                    <a:lstStyle/>
                    <a:p>
                      <a:endParaRPr lang="en-US"/>
                    </a:p>
                  </a:txBody>
                  <a:tcPr/>
                </a:tc>
                <a:tc hMerge="1">
                  <a:txBody>
                    <a:bodyPr/>
                    <a:lstStyle/>
                    <a:p>
                      <a:endParaRPr lang="en-US"/>
                    </a:p>
                  </a:txBody>
                  <a:tcPr/>
                </a:tc>
                <a:tc>
                  <a:txBody>
                    <a:bodyPr/>
                    <a:lstStyle>
                      <a:lvl1pPr marL="0" algn="l" defTabSz="914400" rtl="0" eaLnBrk="1" latinLnBrk="0" hangingPunct="1">
                        <a:defRPr sz="1800" kern="1200">
                          <a:solidFill>
                            <a:schemeClr val="dk1"/>
                          </a:solidFill>
                          <a:latin typeface="Gill Sans MT" panose="020B0502020104020203"/>
                        </a:defRPr>
                      </a:lvl1pPr>
                      <a:lvl2pPr marL="457200" algn="l" defTabSz="914400" rtl="0" eaLnBrk="1" latinLnBrk="0" hangingPunct="1">
                        <a:defRPr sz="1800" kern="1200">
                          <a:solidFill>
                            <a:schemeClr val="dk1"/>
                          </a:solidFill>
                          <a:latin typeface="Gill Sans MT" panose="020B0502020104020203"/>
                        </a:defRPr>
                      </a:lvl2pPr>
                      <a:lvl3pPr marL="914400" algn="l" defTabSz="914400" rtl="0" eaLnBrk="1" latinLnBrk="0" hangingPunct="1">
                        <a:defRPr sz="1800" kern="1200">
                          <a:solidFill>
                            <a:schemeClr val="dk1"/>
                          </a:solidFill>
                          <a:latin typeface="Gill Sans MT" panose="020B0502020104020203"/>
                        </a:defRPr>
                      </a:lvl3pPr>
                      <a:lvl4pPr marL="1371600" algn="l" defTabSz="914400" rtl="0" eaLnBrk="1" latinLnBrk="0" hangingPunct="1">
                        <a:defRPr sz="1800" kern="1200">
                          <a:solidFill>
                            <a:schemeClr val="dk1"/>
                          </a:solidFill>
                          <a:latin typeface="Gill Sans MT" panose="020B0502020104020203"/>
                        </a:defRPr>
                      </a:lvl4pPr>
                      <a:lvl5pPr marL="1828800" algn="l" defTabSz="914400" rtl="0" eaLnBrk="1" latinLnBrk="0" hangingPunct="1">
                        <a:defRPr sz="1800" kern="1200">
                          <a:solidFill>
                            <a:schemeClr val="dk1"/>
                          </a:solidFill>
                          <a:latin typeface="Gill Sans MT" panose="020B0502020104020203"/>
                        </a:defRPr>
                      </a:lvl5pPr>
                      <a:lvl6pPr marL="2286000" algn="l" defTabSz="914400" rtl="0" eaLnBrk="1" latinLnBrk="0" hangingPunct="1">
                        <a:defRPr sz="1800" kern="1200">
                          <a:solidFill>
                            <a:schemeClr val="dk1"/>
                          </a:solidFill>
                          <a:latin typeface="Gill Sans MT" panose="020B0502020104020203"/>
                        </a:defRPr>
                      </a:lvl6pPr>
                      <a:lvl7pPr marL="2743200" algn="l" defTabSz="914400" rtl="0" eaLnBrk="1" latinLnBrk="0" hangingPunct="1">
                        <a:defRPr sz="1800" kern="1200">
                          <a:solidFill>
                            <a:schemeClr val="dk1"/>
                          </a:solidFill>
                          <a:latin typeface="Gill Sans MT" panose="020B0502020104020203"/>
                        </a:defRPr>
                      </a:lvl7pPr>
                      <a:lvl8pPr marL="3200400" algn="l" defTabSz="914400" rtl="0" eaLnBrk="1" latinLnBrk="0" hangingPunct="1">
                        <a:defRPr sz="1800" kern="1200">
                          <a:solidFill>
                            <a:schemeClr val="dk1"/>
                          </a:solidFill>
                          <a:latin typeface="Gill Sans MT" panose="020B0502020104020203"/>
                        </a:defRPr>
                      </a:lvl8pPr>
                      <a:lvl9pPr marL="3657600" algn="l" defTabSz="914400" rtl="0" eaLnBrk="1" latinLnBrk="0" hangingPunct="1">
                        <a:defRPr sz="1800" kern="1200">
                          <a:solidFill>
                            <a:schemeClr val="dk1"/>
                          </a:solidFill>
                          <a:latin typeface="Gill Sans MT" panose="020B0502020104020203"/>
                        </a:defRPr>
                      </a:lvl9pPr>
                    </a:lstStyle>
                    <a:p>
                      <a:pPr marL="0" indent="0" algn="ctr">
                        <a:buFont typeface="Arial" panose="020B0604020202020204" pitchFamily="34" charset="0"/>
                        <a:buNone/>
                      </a:pPr>
                      <a:r>
                        <a:rPr lang="en-US" sz="1000" b="1" dirty="0">
                          <a:solidFill>
                            <a:schemeClr val="bg1"/>
                          </a:solidFill>
                          <a:latin typeface="Neo Sans Arabic Medium" panose="020B0704030504040204" pitchFamily="34" charset="-78"/>
                          <a:cs typeface="Neo Sans Arabic Medium" panose="020B0704030504040204" pitchFamily="34" charset="-78"/>
                        </a:rPr>
                        <a:t>H</a:t>
                      </a: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345271"/>
                    </a:solidFill>
                  </a:tcPr>
                </a:tc>
                <a:tc>
                  <a:txBody>
                    <a:bodyPr/>
                    <a:lstStyle>
                      <a:lvl1pPr marL="0" algn="r" defTabSz="914400" rtl="1" eaLnBrk="1" latinLnBrk="0" hangingPunct="1">
                        <a:defRPr sz="1800" kern="1200">
                          <a:solidFill>
                            <a:schemeClr val="tx1"/>
                          </a:solidFill>
                          <a:latin typeface="Calibri" panose="020F0502020204030204"/>
                        </a:defRPr>
                      </a:lvl1pPr>
                      <a:lvl2pPr marL="457200" algn="r" defTabSz="914400" rtl="1" eaLnBrk="1" latinLnBrk="0" hangingPunct="1">
                        <a:defRPr sz="1800" kern="1200">
                          <a:solidFill>
                            <a:schemeClr val="tx1"/>
                          </a:solidFill>
                          <a:latin typeface="Calibri" panose="020F0502020204030204"/>
                        </a:defRPr>
                      </a:lvl2pPr>
                      <a:lvl3pPr marL="914400" algn="r" defTabSz="914400" rtl="1" eaLnBrk="1" latinLnBrk="0" hangingPunct="1">
                        <a:defRPr sz="1800" kern="1200">
                          <a:solidFill>
                            <a:schemeClr val="tx1"/>
                          </a:solidFill>
                          <a:latin typeface="Calibri" panose="020F0502020204030204"/>
                        </a:defRPr>
                      </a:lvl3pPr>
                      <a:lvl4pPr marL="1371600" algn="r" defTabSz="914400" rtl="1" eaLnBrk="1" latinLnBrk="0" hangingPunct="1">
                        <a:defRPr sz="1800" kern="1200">
                          <a:solidFill>
                            <a:schemeClr val="tx1"/>
                          </a:solidFill>
                          <a:latin typeface="Calibri" panose="020F0502020204030204"/>
                        </a:defRPr>
                      </a:lvl4pPr>
                      <a:lvl5pPr marL="1828800" algn="r" defTabSz="914400" rtl="1" eaLnBrk="1" latinLnBrk="0" hangingPunct="1">
                        <a:defRPr sz="1800" kern="1200">
                          <a:solidFill>
                            <a:schemeClr val="tx1"/>
                          </a:solidFill>
                          <a:latin typeface="Calibri" panose="020F0502020204030204"/>
                        </a:defRPr>
                      </a:lvl5pPr>
                      <a:lvl6pPr marL="2286000" algn="r" defTabSz="914400" rtl="1" eaLnBrk="1" latinLnBrk="0" hangingPunct="1">
                        <a:defRPr sz="1800" kern="1200">
                          <a:solidFill>
                            <a:schemeClr val="tx1"/>
                          </a:solidFill>
                          <a:latin typeface="Calibri" panose="020F0502020204030204"/>
                        </a:defRPr>
                      </a:lvl6pPr>
                      <a:lvl7pPr marL="2743200" algn="r" defTabSz="914400" rtl="1" eaLnBrk="1" latinLnBrk="0" hangingPunct="1">
                        <a:defRPr sz="1800" kern="1200">
                          <a:solidFill>
                            <a:schemeClr val="tx1"/>
                          </a:solidFill>
                          <a:latin typeface="Calibri" panose="020F0502020204030204"/>
                        </a:defRPr>
                      </a:lvl7pPr>
                      <a:lvl8pPr marL="3200400" algn="r" defTabSz="914400" rtl="1" eaLnBrk="1" latinLnBrk="0" hangingPunct="1">
                        <a:defRPr sz="1800" kern="1200">
                          <a:solidFill>
                            <a:schemeClr val="tx1"/>
                          </a:solidFill>
                          <a:latin typeface="Calibri" panose="020F0502020204030204"/>
                        </a:defRPr>
                      </a:lvl8pPr>
                      <a:lvl9pPr marL="3657600" algn="r" defTabSz="914400" rtl="1" eaLnBrk="1" latinLnBrk="0" hangingPunct="1">
                        <a:defRPr sz="1800" kern="1200">
                          <a:solidFill>
                            <a:schemeClr val="tx1"/>
                          </a:solidFill>
                          <a:latin typeface="Calibri" panose="020F0502020204030204"/>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chemeClr val="bg1"/>
                          </a:solidFill>
                          <a:effectLst/>
                          <a:uLnTx/>
                          <a:uFillTx/>
                          <a:latin typeface="Neo Sans Arabic Medium" panose="020B0704030504040204" pitchFamily="34" charset="-78"/>
                          <a:ea typeface="+mn-ea"/>
                          <a:cs typeface="Neo Sans Arabic Medium" panose="020B0704030504040204" pitchFamily="34" charset="-78"/>
                        </a:rPr>
                        <a:t>M</a:t>
                      </a: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345271"/>
                    </a:solidFill>
                  </a:tcPr>
                </a:tc>
                <a:tc>
                  <a:txBody>
                    <a:bodyPr/>
                    <a:lstStyle>
                      <a:lvl1pPr marL="0" algn="r" defTabSz="914400" rtl="1" eaLnBrk="1" latinLnBrk="0" hangingPunct="1">
                        <a:defRPr sz="1800" kern="1200">
                          <a:solidFill>
                            <a:schemeClr val="tx1"/>
                          </a:solidFill>
                          <a:latin typeface="Calibri" panose="020F0502020204030204"/>
                        </a:defRPr>
                      </a:lvl1pPr>
                      <a:lvl2pPr marL="457200" algn="r" defTabSz="914400" rtl="1" eaLnBrk="1" latinLnBrk="0" hangingPunct="1">
                        <a:defRPr sz="1800" kern="1200">
                          <a:solidFill>
                            <a:schemeClr val="tx1"/>
                          </a:solidFill>
                          <a:latin typeface="Calibri" panose="020F0502020204030204"/>
                        </a:defRPr>
                      </a:lvl2pPr>
                      <a:lvl3pPr marL="914400" algn="r" defTabSz="914400" rtl="1" eaLnBrk="1" latinLnBrk="0" hangingPunct="1">
                        <a:defRPr sz="1800" kern="1200">
                          <a:solidFill>
                            <a:schemeClr val="tx1"/>
                          </a:solidFill>
                          <a:latin typeface="Calibri" panose="020F0502020204030204"/>
                        </a:defRPr>
                      </a:lvl3pPr>
                      <a:lvl4pPr marL="1371600" algn="r" defTabSz="914400" rtl="1" eaLnBrk="1" latinLnBrk="0" hangingPunct="1">
                        <a:defRPr sz="1800" kern="1200">
                          <a:solidFill>
                            <a:schemeClr val="tx1"/>
                          </a:solidFill>
                          <a:latin typeface="Calibri" panose="020F0502020204030204"/>
                        </a:defRPr>
                      </a:lvl4pPr>
                      <a:lvl5pPr marL="1828800" algn="r" defTabSz="914400" rtl="1" eaLnBrk="1" latinLnBrk="0" hangingPunct="1">
                        <a:defRPr sz="1800" kern="1200">
                          <a:solidFill>
                            <a:schemeClr val="tx1"/>
                          </a:solidFill>
                          <a:latin typeface="Calibri" panose="020F0502020204030204"/>
                        </a:defRPr>
                      </a:lvl5pPr>
                      <a:lvl6pPr marL="2286000" algn="r" defTabSz="914400" rtl="1" eaLnBrk="1" latinLnBrk="0" hangingPunct="1">
                        <a:defRPr sz="1800" kern="1200">
                          <a:solidFill>
                            <a:schemeClr val="tx1"/>
                          </a:solidFill>
                          <a:latin typeface="Calibri" panose="020F0502020204030204"/>
                        </a:defRPr>
                      </a:lvl6pPr>
                      <a:lvl7pPr marL="2743200" algn="r" defTabSz="914400" rtl="1" eaLnBrk="1" latinLnBrk="0" hangingPunct="1">
                        <a:defRPr sz="1800" kern="1200">
                          <a:solidFill>
                            <a:schemeClr val="tx1"/>
                          </a:solidFill>
                          <a:latin typeface="Calibri" panose="020F0502020204030204"/>
                        </a:defRPr>
                      </a:lvl7pPr>
                      <a:lvl8pPr marL="3200400" algn="r" defTabSz="914400" rtl="1" eaLnBrk="1" latinLnBrk="0" hangingPunct="1">
                        <a:defRPr sz="1800" kern="1200">
                          <a:solidFill>
                            <a:schemeClr val="tx1"/>
                          </a:solidFill>
                          <a:latin typeface="Calibri" panose="020F0502020204030204"/>
                        </a:defRPr>
                      </a:lvl8pPr>
                      <a:lvl9pPr marL="3657600" algn="r" defTabSz="914400" rtl="1" eaLnBrk="1" latinLnBrk="0" hangingPunct="1">
                        <a:defRPr sz="1800" kern="1200">
                          <a:solidFill>
                            <a:schemeClr val="tx1"/>
                          </a:solidFill>
                          <a:latin typeface="Calibri" panose="020F0502020204030204"/>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chemeClr val="bg1"/>
                          </a:solidFill>
                          <a:effectLst/>
                          <a:highlight>
                            <a:srgbClr val="FF0000"/>
                          </a:highlight>
                          <a:uLnTx/>
                          <a:uFillTx/>
                          <a:latin typeface="Neo Sans Arabic Medium" panose="020B0704030504040204" pitchFamily="34" charset="-78"/>
                          <a:ea typeface="+mn-ea"/>
                          <a:cs typeface="Neo Sans Arabic Medium" panose="020B0704030504040204" pitchFamily="34" charset="-78"/>
                        </a:rPr>
                        <a:t>L</a:t>
                      </a: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345271"/>
                    </a:solidFill>
                  </a:tcPr>
                </a:tc>
                <a:tc gridSpan="3" vMerge="1">
                  <a:txBody>
                    <a:bodyPr/>
                    <a:lstStyle/>
                    <a:p>
                      <a:pPr marL="0" indent="0" algn="l">
                        <a:buFont typeface="Arial" panose="020B0604020202020204" pitchFamily="34" charset="0"/>
                        <a:buNone/>
                      </a:pPr>
                      <a:endParaRPr lang="en-US" sz="1000" dirty="0">
                        <a:latin typeface="Neo Sans Arabic Medium" panose="020B0704030504040204" pitchFamily="34" charset="-78"/>
                        <a:cs typeface="Neo Sans Arabic Medium" panose="020B0704030504040204" pitchFamily="34" charset="-78"/>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2060">
                        <a:tint val="40000"/>
                      </a:srgbClr>
                    </a:solidFill>
                  </a:tcPr>
                </a:tc>
                <a:tc hMerge="1" vMerge="1">
                  <a:txBody>
                    <a:bodyPr/>
                    <a:lstStyle/>
                    <a:p>
                      <a:endParaRPr lang="en-US"/>
                    </a:p>
                  </a:txBody>
                  <a:tcPr/>
                </a:tc>
                <a:tc hMerge="1" vMerge="1">
                  <a:txBody>
                    <a:bodyPr/>
                    <a:lstStyle/>
                    <a:p>
                      <a:endParaRPr lang="en-US"/>
                    </a:p>
                  </a:txBody>
                  <a:tcPr/>
                </a:tc>
                <a:tc vMerge="1">
                  <a:txBody>
                    <a:bodyPr/>
                    <a:lstStyle/>
                    <a:p>
                      <a:pPr marL="0" indent="0" algn="ctr" rtl="1">
                        <a:buFont typeface="Arial" panose="020B0604020202020204" pitchFamily="34" charset="0"/>
                        <a:buNone/>
                      </a:pPr>
                      <a:endParaRPr lang="en-US" sz="1000" dirty="0">
                        <a:latin typeface="Neo Sans Arabic Medium" panose="020B0704030504040204" pitchFamily="34" charset="-78"/>
                        <a:cs typeface="Neo Sans Arabic Medium" panose="020B0704030504040204" pitchFamily="34" charset="-78"/>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2060">
                        <a:tint val="40000"/>
                      </a:srgbClr>
                    </a:solidFill>
                  </a:tcPr>
                </a:tc>
                <a:tc vMerge="1">
                  <a:txBody>
                    <a:bodyPr/>
                    <a:lstStyle/>
                    <a:p>
                      <a:pPr marL="0" indent="0" algn="ctr" rtl="1">
                        <a:buFont typeface="Arial" panose="020B0604020202020204" pitchFamily="34" charset="0"/>
                        <a:buNone/>
                      </a:pPr>
                      <a:endParaRPr lang="en-US" sz="1000" dirty="0">
                        <a:latin typeface="Neo Sans Arabic Medium" panose="020B0704030504040204" pitchFamily="34" charset="-78"/>
                        <a:cs typeface="Neo Sans Arabic Medium" panose="020B0704030504040204" pitchFamily="34" charset="-78"/>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2060">
                        <a:tint val="40000"/>
                      </a:srgbClr>
                    </a:solidFill>
                  </a:tcPr>
                </a:tc>
                <a:tc gridSpan="2" vMerge="1">
                  <a:txBody>
                    <a:bodyPr/>
                    <a:lstStyle/>
                    <a:p>
                      <a:pPr marL="0" indent="0" algn="ctr" rtl="1">
                        <a:buFont typeface="Arial" panose="020B0604020202020204" pitchFamily="34" charset="0"/>
                        <a:buNone/>
                      </a:pPr>
                      <a:endParaRPr lang="en-US" sz="1000" dirty="0">
                        <a:latin typeface="Neo Sans Arabic Medium" panose="020B0704030504040204" pitchFamily="34" charset="-78"/>
                        <a:cs typeface="Neo Sans Arabic Medium" panose="020B0704030504040204" pitchFamily="34" charset="-78"/>
                      </a:endParaRPr>
                    </a:p>
                  </a:txBody>
                  <a:tcPr anchor="ctr">
                    <a:lnL w="12700" cap="flat" cmpd="sng" algn="ctr">
                      <a:solidFill>
                        <a:schemeClr val="bg1"/>
                      </a:solidFill>
                      <a:prstDash val="solid"/>
                      <a:round/>
                      <a:headEnd type="none" w="med" len="med"/>
                      <a:tailEnd type="none" w="med" len="med"/>
                    </a:lnL>
                    <a:lnR w="12700" cmpd="sng">
                      <a:solidFill>
                        <a:sysClr val="window" lastClr="FFFFFF"/>
                      </a:solid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2060">
                        <a:tint val="40000"/>
                      </a:srgbClr>
                    </a:solidFill>
                  </a:tcPr>
                </a:tc>
                <a:tc hMerge="1" vMerge="1">
                  <a:txBody>
                    <a:bodyPr/>
                    <a:lstStyle/>
                    <a:p>
                      <a:endParaRPr lang="en-US"/>
                    </a:p>
                  </a:txBody>
                  <a:tcPr/>
                </a:tc>
                <a:extLst>
                  <a:ext uri="{0D108BD9-81ED-4DB2-BD59-A6C34878D82A}">
                    <a16:rowId xmlns:a16="http://schemas.microsoft.com/office/drawing/2014/main" val="2331572949"/>
                  </a:ext>
                </a:extLst>
              </a:tr>
              <a:tr h="227624">
                <a:tc vMerge="1">
                  <a:txBody>
                    <a:bodyPr/>
                    <a:lstStyle/>
                    <a:p>
                      <a:pPr algn="ctr"/>
                      <a:endParaRPr lang="en-US" sz="1000" dirty="0">
                        <a:latin typeface="Neo Sans Arabic Medium" panose="020B0704030504040204" pitchFamily="34" charset="-78"/>
                        <a:cs typeface="Neo Sans Arabic Medium" panose="020B0704030504040204" pitchFamily="34" charset="-78"/>
                      </a:endParaRPr>
                    </a:p>
                  </a:txBody>
                  <a:tcPr anchor="ctr">
                    <a:lnL w="12700" cmpd="sng">
                      <a:solidFill>
                        <a:sysClr val="window" lastClr="FFFFFF"/>
                      </a:solidFill>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2060">
                        <a:tint val="40000"/>
                      </a:srgbClr>
                    </a:solidFill>
                  </a:tcPr>
                </a:tc>
                <a:tc gridSpan="3">
                  <a:txBody>
                    <a:bodyPr/>
                    <a:lstStyle>
                      <a:lvl1pPr marL="0" algn="r" defTabSz="914400" rtl="1" eaLnBrk="1" latinLnBrk="0" hangingPunct="1">
                        <a:defRPr sz="1800" kern="1200">
                          <a:solidFill>
                            <a:schemeClr val="tx1"/>
                          </a:solidFill>
                          <a:latin typeface="Calibri" panose="020F0502020204030204"/>
                        </a:defRPr>
                      </a:lvl1pPr>
                      <a:lvl2pPr marL="457200" algn="r" defTabSz="914400" rtl="1" eaLnBrk="1" latinLnBrk="0" hangingPunct="1">
                        <a:defRPr sz="1800" kern="1200">
                          <a:solidFill>
                            <a:schemeClr val="tx1"/>
                          </a:solidFill>
                          <a:latin typeface="Calibri" panose="020F0502020204030204"/>
                        </a:defRPr>
                      </a:lvl2pPr>
                      <a:lvl3pPr marL="914400" algn="r" defTabSz="914400" rtl="1" eaLnBrk="1" latinLnBrk="0" hangingPunct="1">
                        <a:defRPr sz="1800" kern="1200">
                          <a:solidFill>
                            <a:schemeClr val="tx1"/>
                          </a:solidFill>
                          <a:latin typeface="Calibri" panose="020F0502020204030204"/>
                        </a:defRPr>
                      </a:lvl3pPr>
                      <a:lvl4pPr marL="1371600" algn="r" defTabSz="914400" rtl="1" eaLnBrk="1" latinLnBrk="0" hangingPunct="1">
                        <a:defRPr sz="1800" kern="1200">
                          <a:solidFill>
                            <a:schemeClr val="tx1"/>
                          </a:solidFill>
                          <a:latin typeface="Calibri" panose="020F0502020204030204"/>
                        </a:defRPr>
                      </a:lvl4pPr>
                      <a:lvl5pPr marL="1828800" algn="r" defTabSz="914400" rtl="1" eaLnBrk="1" latinLnBrk="0" hangingPunct="1">
                        <a:defRPr sz="1800" kern="1200">
                          <a:solidFill>
                            <a:schemeClr val="tx1"/>
                          </a:solidFill>
                          <a:latin typeface="Calibri" panose="020F0502020204030204"/>
                        </a:defRPr>
                      </a:lvl5pPr>
                      <a:lvl6pPr marL="2286000" algn="r" defTabSz="914400" rtl="1" eaLnBrk="1" latinLnBrk="0" hangingPunct="1">
                        <a:defRPr sz="1800" kern="1200">
                          <a:solidFill>
                            <a:schemeClr val="tx1"/>
                          </a:solidFill>
                          <a:latin typeface="Calibri" panose="020F0502020204030204"/>
                        </a:defRPr>
                      </a:lvl6pPr>
                      <a:lvl7pPr marL="2743200" algn="r" defTabSz="914400" rtl="1" eaLnBrk="1" latinLnBrk="0" hangingPunct="1">
                        <a:defRPr sz="1800" kern="1200">
                          <a:solidFill>
                            <a:schemeClr val="tx1"/>
                          </a:solidFill>
                          <a:latin typeface="Calibri" panose="020F0502020204030204"/>
                        </a:defRPr>
                      </a:lvl7pPr>
                      <a:lvl8pPr marL="3200400" algn="r" defTabSz="914400" rtl="1" eaLnBrk="1" latinLnBrk="0" hangingPunct="1">
                        <a:defRPr sz="1800" kern="1200">
                          <a:solidFill>
                            <a:schemeClr val="tx1"/>
                          </a:solidFill>
                          <a:latin typeface="Calibri" panose="020F0502020204030204"/>
                        </a:defRPr>
                      </a:lvl8pPr>
                      <a:lvl9pPr marL="3657600" algn="r" defTabSz="914400" rtl="1" eaLnBrk="1" latinLnBrk="0" hangingPunct="1">
                        <a:defRPr sz="1800" kern="1200">
                          <a:solidFill>
                            <a:schemeClr val="tx1"/>
                          </a:solidFill>
                          <a:latin typeface="Calibri" panose="020F0502020204030204"/>
                        </a:defRPr>
                      </a:lvl9pPr>
                    </a:lstStyle>
                    <a:p>
                      <a:pPr marL="171450" indent="-171450" algn="l">
                        <a:buFont typeface="Arial" panose="020B0604020202020204" pitchFamily="34" charset="0"/>
                        <a:buChar char="•"/>
                      </a:pPr>
                      <a:endParaRPr lang="en-US" sz="1000" dirty="0">
                        <a:solidFill>
                          <a:schemeClr val="bg1"/>
                        </a:solidFill>
                        <a:latin typeface="Neo Sans Arabic Medium" panose="020B0704030504040204" pitchFamily="34" charset="-78"/>
                        <a:cs typeface="Neo Sans Arabic Medium" panose="020B0704030504040204" pitchFamily="34" charset="-78"/>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345271"/>
                    </a:solidFill>
                  </a:tcPr>
                </a:tc>
                <a:tc hMerge="1">
                  <a:txBody>
                    <a:bodyPr/>
                    <a:lstStyle/>
                    <a:p>
                      <a:endParaRPr lang="en-US"/>
                    </a:p>
                  </a:txBody>
                  <a:tcPr/>
                </a:tc>
                <a:tc hMerge="1">
                  <a:txBody>
                    <a:bodyPr/>
                    <a:lstStyle/>
                    <a:p>
                      <a:endParaRPr lang="en-US"/>
                    </a:p>
                  </a:txBody>
                  <a:tcPr/>
                </a:tc>
                <a:tc>
                  <a:txBody>
                    <a:bodyPr/>
                    <a:lstStyle>
                      <a:lvl1pPr marL="0" algn="l" defTabSz="914400" rtl="0" eaLnBrk="1" latinLnBrk="0" hangingPunct="1">
                        <a:defRPr sz="1800" kern="1200">
                          <a:solidFill>
                            <a:schemeClr val="dk1"/>
                          </a:solidFill>
                          <a:latin typeface="Gill Sans MT" panose="020B0502020104020203"/>
                        </a:defRPr>
                      </a:lvl1pPr>
                      <a:lvl2pPr marL="457200" algn="l" defTabSz="914400" rtl="0" eaLnBrk="1" latinLnBrk="0" hangingPunct="1">
                        <a:defRPr sz="1800" kern="1200">
                          <a:solidFill>
                            <a:schemeClr val="dk1"/>
                          </a:solidFill>
                          <a:latin typeface="Gill Sans MT" panose="020B0502020104020203"/>
                        </a:defRPr>
                      </a:lvl2pPr>
                      <a:lvl3pPr marL="914400" algn="l" defTabSz="914400" rtl="0" eaLnBrk="1" latinLnBrk="0" hangingPunct="1">
                        <a:defRPr sz="1800" kern="1200">
                          <a:solidFill>
                            <a:schemeClr val="dk1"/>
                          </a:solidFill>
                          <a:latin typeface="Gill Sans MT" panose="020B0502020104020203"/>
                        </a:defRPr>
                      </a:lvl3pPr>
                      <a:lvl4pPr marL="1371600" algn="l" defTabSz="914400" rtl="0" eaLnBrk="1" latinLnBrk="0" hangingPunct="1">
                        <a:defRPr sz="1800" kern="1200">
                          <a:solidFill>
                            <a:schemeClr val="dk1"/>
                          </a:solidFill>
                          <a:latin typeface="Gill Sans MT" panose="020B0502020104020203"/>
                        </a:defRPr>
                      </a:lvl4pPr>
                      <a:lvl5pPr marL="1828800" algn="l" defTabSz="914400" rtl="0" eaLnBrk="1" latinLnBrk="0" hangingPunct="1">
                        <a:defRPr sz="1800" kern="1200">
                          <a:solidFill>
                            <a:schemeClr val="dk1"/>
                          </a:solidFill>
                          <a:latin typeface="Gill Sans MT" panose="020B0502020104020203"/>
                        </a:defRPr>
                      </a:lvl5pPr>
                      <a:lvl6pPr marL="2286000" algn="l" defTabSz="914400" rtl="0" eaLnBrk="1" latinLnBrk="0" hangingPunct="1">
                        <a:defRPr sz="1800" kern="1200">
                          <a:solidFill>
                            <a:schemeClr val="dk1"/>
                          </a:solidFill>
                          <a:latin typeface="Gill Sans MT" panose="020B0502020104020203"/>
                        </a:defRPr>
                      </a:lvl6pPr>
                      <a:lvl7pPr marL="2743200" algn="l" defTabSz="914400" rtl="0" eaLnBrk="1" latinLnBrk="0" hangingPunct="1">
                        <a:defRPr sz="1800" kern="1200">
                          <a:solidFill>
                            <a:schemeClr val="dk1"/>
                          </a:solidFill>
                          <a:latin typeface="Gill Sans MT" panose="020B0502020104020203"/>
                        </a:defRPr>
                      </a:lvl7pPr>
                      <a:lvl8pPr marL="3200400" algn="l" defTabSz="914400" rtl="0" eaLnBrk="1" latinLnBrk="0" hangingPunct="1">
                        <a:defRPr sz="1800" kern="1200">
                          <a:solidFill>
                            <a:schemeClr val="dk1"/>
                          </a:solidFill>
                          <a:latin typeface="Gill Sans MT" panose="020B0502020104020203"/>
                        </a:defRPr>
                      </a:lvl8pPr>
                      <a:lvl9pPr marL="3657600" algn="l" defTabSz="914400" rtl="0" eaLnBrk="1" latinLnBrk="0" hangingPunct="1">
                        <a:defRPr sz="1800" kern="1200">
                          <a:solidFill>
                            <a:schemeClr val="dk1"/>
                          </a:solidFill>
                          <a:latin typeface="Gill Sans MT" panose="020B0502020104020203"/>
                        </a:defRPr>
                      </a:lvl9pPr>
                    </a:lstStyle>
                    <a:p>
                      <a:pPr marL="0" indent="0" algn="ctr">
                        <a:buFont typeface="Arial" panose="020B0604020202020204" pitchFamily="34" charset="0"/>
                        <a:buNone/>
                      </a:pPr>
                      <a:endParaRPr lang="en-US" sz="1000" b="1" dirty="0">
                        <a:solidFill>
                          <a:schemeClr val="bg1"/>
                        </a:solidFill>
                        <a:latin typeface="Neo Sans Arabic Medium" panose="020B0704030504040204" pitchFamily="34" charset="-78"/>
                        <a:cs typeface="Neo Sans Arabic Medium" panose="020B0704030504040204" pitchFamily="34" charset="-78"/>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345271"/>
                    </a:solidFill>
                  </a:tcPr>
                </a:tc>
                <a:tc>
                  <a:txBody>
                    <a:bodyPr/>
                    <a:lstStyle>
                      <a:lvl1pPr marL="0" algn="r" defTabSz="914400" rtl="1" eaLnBrk="1" latinLnBrk="0" hangingPunct="1">
                        <a:defRPr sz="1800" kern="1200">
                          <a:solidFill>
                            <a:schemeClr val="tx1"/>
                          </a:solidFill>
                          <a:latin typeface="Calibri" panose="020F0502020204030204"/>
                        </a:defRPr>
                      </a:lvl1pPr>
                      <a:lvl2pPr marL="457200" algn="r" defTabSz="914400" rtl="1" eaLnBrk="1" latinLnBrk="0" hangingPunct="1">
                        <a:defRPr sz="1800" kern="1200">
                          <a:solidFill>
                            <a:schemeClr val="tx1"/>
                          </a:solidFill>
                          <a:latin typeface="Calibri" panose="020F0502020204030204"/>
                        </a:defRPr>
                      </a:lvl2pPr>
                      <a:lvl3pPr marL="914400" algn="r" defTabSz="914400" rtl="1" eaLnBrk="1" latinLnBrk="0" hangingPunct="1">
                        <a:defRPr sz="1800" kern="1200">
                          <a:solidFill>
                            <a:schemeClr val="tx1"/>
                          </a:solidFill>
                          <a:latin typeface="Calibri" panose="020F0502020204030204"/>
                        </a:defRPr>
                      </a:lvl3pPr>
                      <a:lvl4pPr marL="1371600" algn="r" defTabSz="914400" rtl="1" eaLnBrk="1" latinLnBrk="0" hangingPunct="1">
                        <a:defRPr sz="1800" kern="1200">
                          <a:solidFill>
                            <a:schemeClr val="tx1"/>
                          </a:solidFill>
                          <a:latin typeface="Calibri" panose="020F0502020204030204"/>
                        </a:defRPr>
                      </a:lvl4pPr>
                      <a:lvl5pPr marL="1828800" algn="r" defTabSz="914400" rtl="1" eaLnBrk="1" latinLnBrk="0" hangingPunct="1">
                        <a:defRPr sz="1800" kern="1200">
                          <a:solidFill>
                            <a:schemeClr val="tx1"/>
                          </a:solidFill>
                          <a:latin typeface="Calibri" panose="020F0502020204030204"/>
                        </a:defRPr>
                      </a:lvl5pPr>
                      <a:lvl6pPr marL="2286000" algn="r" defTabSz="914400" rtl="1" eaLnBrk="1" latinLnBrk="0" hangingPunct="1">
                        <a:defRPr sz="1800" kern="1200">
                          <a:solidFill>
                            <a:schemeClr val="tx1"/>
                          </a:solidFill>
                          <a:latin typeface="Calibri" panose="020F0502020204030204"/>
                        </a:defRPr>
                      </a:lvl6pPr>
                      <a:lvl7pPr marL="2743200" algn="r" defTabSz="914400" rtl="1" eaLnBrk="1" latinLnBrk="0" hangingPunct="1">
                        <a:defRPr sz="1800" kern="1200">
                          <a:solidFill>
                            <a:schemeClr val="tx1"/>
                          </a:solidFill>
                          <a:latin typeface="Calibri" panose="020F0502020204030204"/>
                        </a:defRPr>
                      </a:lvl7pPr>
                      <a:lvl8pPr marL="3200400" algn="r" defTabSz="914400" rtl="1" eaLnBrk="1" latinLnBrk="0" hangingPunct="1">
                        <a:defRPr sz="1800" kern="1200">
                          <a:solidFill>
                            <a:schemeClr val="tx1"/>
                          </a:solidFill>
                          <a:latin typeface="Calibri" panose="020F0502020204030204"/>
                        </a:defRPr>
                      </a:lvl8pPr>
                      <a:lvl9pPr marL="3657600" algn="r" defTabSz="914400" rtl="1" eaLnBrk="1" latinLnBrk="0" hangingPunct="1">
                        <a:defRPr sz="1800" kern="1200">
                          <a:solidFill>
                            <a:schemeClr val="tx1"/>
                          </a:solidFill>
                          <a:latin typeface="Calibri" panose="020F0502020204030204"/>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1" i="0" u="none" strike="noStrike" kern="1200" cap="none" spc="0" normalizeH="0" baseline="0" noProof="0" dirty="0">
                        <a:ln>
                          <a:noFill/>
                        </a:ln>
                        <a:solidFill>
                          <a:schemeClr val="bg1"/>
                        </a:solidFill>
                        <a:effectLst/>
                        <a:uLnTx/>
                        <a:uFillTx/>
                        <a:latin typeface="Neo Sans Arabic Medium" panose="020B0704030504040204" pitchFamily="34" charset="-78"/>
                        <a:ea typeface="+mn-ea"/>
                        <a:cs typeface="Neo Sans Arabic Medium" panose="020B0704030504040204" pitchFamily="34" charset="-78"/>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345271"/>
                    </a:solidFill>
                  </a:tcPr>
                </a:tc>
                <a:tc>
                  <a:txBody>
                    <a:bodyPr/>
                    <a:lstStyle>
                      <a:lvl1pPr marL="0" algn="r" defTabSz="914400" rtl="1" eaLnBrk="1" latinLnBrk="0" hangingPunct="1">
                        <a:defRPr sz="1800" kern="1200">
                          <a:solidFill>
                            <a:schemeClr val="tx1"/>
                          </a:solidFill>
                          <a:latin typeface="Calibri" panose="020F0502020204030204"/>
                        </a:defRPr>
                      </a:lvl1pPr>
                      <a:lvl2pPr marL="457200" algn="r" defTabSz="914400" rtl="1" eaLnBrk="1" latinLnBrk="0" hangingPunct="1">
                        <a:defRPr sz="1800" kern="1200">
                          <a:solidFill>
                            <a:schemeClr val="tx1"/>
                          </a:solidFill>
                          <a:latin typeface="Calibri" panose="020F0502020204030204"/>
                        </a:defRPr>
                      </a:lvl2pPr>
                      <a:lvl3pPr marL="914400" algn="r" defTabSz="914400" rtl="1" eaLnBrk="1" latinLnBrk="0" hangingPunct="1">
                        <a:defRPr sz="1800" kern="1200">
                          <a:solidFill>
                            <a:schemeClr val="tx1"/>
                          </a:solidFill>
                          <a:latin typeface="Calibri" panose="020F0502020204030204"/>
                        </a:defRPr>
                      </a:lvl3pPr>
                      <a:lvl4pPr marL="1371600" algn="r" defTabSz="914400" rtl="1" eaLnBrk="1" latinLnBrk="0" hangingPunct="1">
                        <a:defRPr sz="1800" kern="1200">
                          <a:solidFill>
                            <a:schemeClr val="tx1"/>
                          </a:solidFill>
                          <a:latin typeface="Calibri" panose="020F0502020204030204"/>
                        </a:defRPr>
                      </a:lvl4pPr>
                      <a:lvl5pPr marL="1828800" algn="r" defTabSz="914400" rtl="1" eaLnBrk="1" latinLnBrk="0" hangingPunct="1">
                        <a:defRPr sz="1800" kern="1200">
                          <a:solidFill>
                            <a:schemeClr val="tx1"/>
                          </a:solidFill>
                          <a:latin typeface="Calibri" panose="020F0502020204030204"/>
                        </a:defRPr>
                      </a:lvl5pPr>
                      <a:lvl6pPr marL="2286000" algn="r" defTabSz="914400" rtl="1" eaLnBrk="1" latinLnBrk="0" hangingPunct="1">
                        <a:defRPr sz="1800" kern="1200">
                          <a:solidFill>
                            <a:schemeClr val="tx1"/>
                          </a:solidFill>
                          <a:latin typeface="Calibri" panose="020F0502020204030204"/>
                        </a:defRPr>
                      </a:lvl6pPr>
                      <a:lvl7pPr marL="2743200" algn="r" defTabSz="914400" rtl="1" eaLnBrk="1" latinLnBrk="0" hangingPunct="1">
                        <a:defRPr sz="1800" kern="1200">
                          <a:solidFill>
                            <a:schemeClr val="tx1"/>
                          </a:solidFill>
                          <a:latin typeface="Calibri" panose="020F0502020204030204"/>
                        </a:defRPr>
                      </a:lvl7pPr>
                      <a:lvl8pPr marL="3200400" algn="r" defTabSz="914400" rtl="1" eaLnBrk="1" latinLnBrk="0" hangingPunct="1">
                        <a:defRPr sz="1800" kern="1200">
                          <a:solidFill>
                            <a:schemeClr val="tx1"/>
                          </a:solidFill>
                          <a:latin typeface="Calibri" panose="020F0502020204030204"/>
                        </a:defRPr>
                      </a:lvl8pPr>
                      <a:lvl9pPr marL="3657600" algn="r" defTabSz="914400" rtl="1" eaLnBrk="1" latinLnBrk="0" hangingPunct="1">
                        <a:defRPr sz="1800" kern="1200">
                          <a:solidFill>
                            <a:schemeClr val="tx1"/>
                          </a:solidFill>
                          <a:latin typeface="Calibri" panose="020F0502020204030204"/>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1" i="0" u="none" strike="noStrike" kern="1200" cap="none" spc="0" normalizeH="0" baseline="0" noProof="0" dirty="0">
                        <a:ln>
                          <a:noFill/>
                        </a:ln>
                        <a:solidFill>
                          <a:schemeClr val="bg1"/>
                        </a:solidFill>
                        <a:effectLst/>
                        <a:uLnTx/>
                        <a:uFillTx/>
                        <a:latin typeface="Neo Sans Arabic Medium" panose="020B0704030504040204" pitchFamily="34" charset="-78"/>
                        <a:ea typeface="+mn-ea"/>
                        <a:cs typeface="Neo Sans Arabic Medium" panose="020B0704030504040204" pitchFamily="34" charset="-78"/>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345271"/>
                    </a:solidFill>
                  </a:tcPr>
                </a:tc>
                <a:tc gridSpan="3" vMerge="1">
                  <a:txBody>
                    <a:bodyPr/>
                    <a:lstStyle/>
                    <a:p>
                      <a:pPr marL="0" indent="0" algn="l">
                        <a:buFont typeface="Arial" panose="020B0604020202020204" pitchFamily="34" charset="0"/>
                        <a:buNone/>
                      </a:pPr>
                      <a:endParaRPr lang="en-US" sz="1000" dirty="0">
                        <a:latin typeface="Neo Sans Arabic Medium" panose="020B0704030504040204" pitchFamily="34" charset="-78"/>
                        <a:cs typeface="Neo Sans Arabic Medium" panose="020B0704030504040204" pitchFamily="34" charset="-78"/>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2060">
                        <a:tint val="40000"/>
                      </a:srgbClr>
                    </a:solidFill>
                  </a:tcPr>
                </a:tc>
                <a:tc hMerge="1" vMerge="1">
                  <a:txBody>
                    <a:bodyPr/>
                    <a:lstStyle/>
                    <a:p>
                      <a:endParaRPr lang="en-US"/>
                    </a:p>
                  </a:txBody>
                  <a:tcPr/>
                </a:tc>
                <a:tc hMerge="1" vMerge="1">
                  <a:txBody>
                    <a:bodyPr/>
                    <a:lstStyle/>
                    <a:p>
                      <a:endParaRPr lang="en-US"/>
                    </a:p>
                  </a:txBody>
                  <a:tcPr/>
                </a:tc>
                <a:tc vMerge="1">
                  <a:txBody>
                    <a:bodyPr/>
                    <a:lstStyle/>
                    <a:p>
                      <a:pPr marL="0" indent="0" algn="ctr" rtl="1">
                        <a:buFont typeface="Arial" panose="020B0604020202020204" pitchFamily="34" charset="0"/>
                        <a:buNone/>
                      </a:pPr>
                      <a:endParaRPr lang="en-US" sz="1000" dirty="0">
                        <a:latin typeface="Neo Sans Arabic Medium" panose="020B0704030504040204" pitchFamily="34" charset="-78"/>
                        <a:cs typeface="Neo Sans Arabic Medium" panose="020B0704030504040204" pitchFamily="34" charset="-78"/>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2060">
                        <a:tint val="40000"/>
                      </a:srgbClr>
                    </a:solidFill>
                  </a:tcPr>
                </a:tc>
                <a:tc vMerge="1">
                  <a:txBody>
                    <a:bodyPr/>
                    <a:lstStyle/>
                    <a:p>
                      <a:pPr marL="0" indent="0" algn="ctr" rtl="1">
                        <a:buFont typeface="Arial" panose="020B0604020202020204" pitchFamily="34" charset="0"/>
                        <a:buNone/>
                      </a:pPr>
                      <a:endParaRPr lang="en-US" sz="1000" dirty="0">
                        <a:latin typeface="Neo Sans Arabic Medium" panose="020B0704030504040204" pitchFamily="34" charset="-78"/>
                        <a:cs typeface="Neo Sans Arabic Medium" panose="020B0704030504040204" pitchFamily="34" charset="-78"/>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2060">
                        <a:tint val="40000"/>
                      </a:srgbClr>
                    </a:solidFill>
                  </a:tcPr>
                </a:tc>
                <a:tc gridSpan="2" vMerge="1">
                  <a:txBody>
                    <a:bodyPr/>
                    <a:lstStyle/>
                    <a:p>
                      <a:pPr marL="0" indent="0" algn="ctr" rtl="1">
                        <a:buFont typeface="Arial" panose="020B0604020202020204" pitchFamily="34" charset="0"/>
                        <a:buNone/>
                      </a:pPr>
                      <a:endParaRPr lang="en-US" sz="1000" dirty="0">
                        <a:latin typeface="Neo Sans Arabic Medium" panose="020B0704030504040204" pitchFamily="34" charset="-78"/>
                        <a:cs typeface="Neo Sans Arabic Medium" panose="020B0704030504040204" pitchFamily="34" charset="-78"/>
                      </a:endParaRPr>
                    </a:p>
                  </a:txBody>
                  <a:tcPr anchor="ctr">
                    <a:lnL w="12700" cap="flat" cmpd="sng" algn="ctr">
                      <a:solidFill>
                        <a:schemeClr val="bg1"/>
                      </a:solidFill>
                      <a:prstDash val="solid"/>
                      <a:round/>
                      <a:headEnd type="none" w="med" len="med"/>
                      <a:tailEnd type="none" w="med" len="med"/>
                    </a:lnL>
                    <a:lnR w="12700" cmpd="sng">
                      <a:solidFill>
                        <a:sysClr val="window" lastClr="FFFFFF"/>
                      </a:solid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2060">
                        <a:tint val="40000"/>
                      </a:srgbClr>
                    </a:solidFill>
                  </a:tcPr>
                </a:tc>
                <a:tc hMerge="1" vMerge="1">
                  <a:txBody>
                    <a:bodyPr/>
                    <a:lstStyle/>
                    <a:p>
                      <a:endParaRPr lang="en-US"/>
                    </a:p>
                  </a:txBody>
                  <a:tcPr/>
                </a:tc>
                <a:extLst>
                  <a:ext uri="{0D108BD9-81ED-4DB2-BD59-A6C34878D82A}">
                    <a16:rowId xmlns:a16="http://schemas.microsoft.com/office/drawing/2014/main" val="4235316135"/>
                  </a:ext>
                </a:extLst>
              </a:tr>
              <a:tr h="365760">
                <a:tc gridSpan="14">
                  <a:txBody>
                    <a:bodyPr/>
                    <a:lstStyle>
                      <a:lvl1pPr marL="0" algn="r" defTabSz="914400" rtl="1" eaLnBrk="1" latinLnBrk="0" hangingPunct="1">
                        <a:defRPr sz="1800" kern="1200">
                          <a:solidFill>
                            <a:schemeClr val="tx1"/>
                          </a:solidFill>
                          <a:latin typeface="Calibri" panose="020F0502020204030204"/>
                        </a:defRPr>
                      </a:lvl1pPr>
                      <a:lvl2pPr marL="457200" algn="r" defTabSz="914400" rtl="1" eaLnBrk="1" latinLnBrk="0" hangingPunct="1">
                        <a:defRPr sz="1800" kern="1200">
                          <a:solidFill>
                            <a:schemeClr val="tx1"/>
                          </a:solidFill>
                          <a:latin typeface="Calibri" panose="020F0502020204030204"/>
                        </a:defRPr>
                      </a:lvl2pPr>
                      <a:lvl3pPr marL="914400" algn="r" defTabSz="914400" rtl="1" eaLnBrk="1" latinLnBrk="0" hangingPunct="1">
                        <a:defRPr sz="1800" kern="1200">
                          <a:solidFill>
                            <a:schemeClr val="tx1"/>
                          </a:solidFill>
                          <a:latin typeface="Calibri" panose="020F0502020204030204"/>
                        </a:defRPr>
                      </a:lvl3pPr>
                      <a:lvl4pPr marL="1371600" algn="r" defTabSz="914400" rtl="1" eaLnBrk="1" latinLnBrk="0" hangingPunct="1">
                        <a:defRPr sz="1800" kern="1200">
                          <a:solidFill>
                            <a:schemeClr val="tx1"/>
                          </a:solidFill>
                          <a:latin typeface="Calibri" panose="020F0502020204030204"/>
                        </a:defRPr>
                      </a:lvl4pPr>
                      <a:lvl5pPr marL="1828800" algn="r" defTabSz="914400" rtl="1" eaLnBrk="1" latinLnBrk="0" hangingPunct="1">
                        <a:defRPr sz="1800" kern="1200">
                          <a:solidFill>
                            <a:schemeClr val="tx1"/>
                          </a:solidFill>
                          <a:latin typeface="Calibri" panose="020F0502020204030204"/>
                        </a:defRPr>
                      </a:lvl5pPr>
                      <a:lvl6pPr marL="2286000" algn="r" defTabSz="914400" rtl="1" eaLnBrk="1" latinLnBrk="0" hangingPunct="1">
                        <a:defRPr sz="1800" kern="1200">
                          <a:solidFill>
                            <a:schemeClr val="tx1"/>
                          </a:solidFill>
                          <a:latin typeface="Calibri" panose="020F0502020204030204"/>
                        </a:defRPr>
                      </a:lvl6pPr>
                      <a:lvl7pPr marL="2743200" algn="r" defTabSz="914400" rtl="1" eaLnBrk="1" latinLnBrk="0" hangingPunct="1">
                        <a:defRPr sz="1800" kern="1200">
                          <a:solidFill>
                            <a:schemeClr val="tx1"/>
                          </a:solidFill>
                          <a:latin typeface="Calibri" panose="020F0502020204030204"/>
                        </a:defRPr>
                      </a:lvl7pPr>
                      <a:lvl8pPr marL="3200400" algn="r" defTabSz="914400" rtl="1" eaLnBrk="1" latinLnBrk="0" hangingPunct="1">
                        <a:defRPr sz="1800" kern="1200">
                          <a:solidFill>
                            <a:schemeClr val="tx1"/>
                          </a:solidFill>
                          <a:latin typeface="Calibri" panose="020F0502020204030204"/>
                        </a:defRPr>
                      </a:lvl8pPr>
                      <a:lvl9pPr marL="3657600" algn="r" defTabSz="914400" rtl="1" eaLnBrk="1" latinLnBrk="0" hangingPunct="1">
                        <a:defRPr sz="1800" kern="1200">
                          <a:solidFill>
                            <a:schemeClr val="tx1"/>
                          </a:solidFill>
                          <a:latin typeface="Calibri" panose="020F0502020204030204"/>
                        </a:defRPr>
                      </a:lvl9pPr>
                    </a:lstStyle>
                    <a:p>
                      <a:pPr algn="ctr"/>
                      <a:r>
                        <a:rPr lang="ar-SA" sz="1400" dirty="0">
                          <a:solidFill>
                            <a:schemeClr val="tx1"/>
                          </a:solidFill>
                          <a:latin typeface="Neo Sans Arabic Medium" panose="020B0704030504040204" pitchFamily="34" charset="-78"/>
                          <a:cs typeface="Neo Sans Arabic Medium" panose="020B0704030504040204" pitchFamily="34" charset="-78"/>
                        </a:rPr>
                        <a:t>إجراءات تقليل التكرار</a:t>
                      </a:r>
                      <a:endParaRPr lang="en-US" sz="1400" dirty="0">
                        <a:solidFill>
                          <a:schemeClr val="tx1"/>
                        </a:solidFill>
                        <a:latin typeface="Neo Sans Arabic Medium" panose="020B0704030504040204" pitchFamily="34" charset="-78"/>
                        <a:cs typeface="Neo Sans Arabic Medium" panose="020B0704030504040204" pitchFamily="34" charset="-78"/>
                      </a:endParaRPr>
                    </a:p>
                  </a:txBody>
                  <a:tcPr anchor="ctr">
                    <a:lnL w="12700" cmpd="sng">
                      <a:solidFill>
                        <a:sysClr val="window" lastClr="FFFFFF"/>
                      </a:solidFill>
                    </a:lnL>
                    <a:lnR w="12700" cmpd="sng">
                      <a:solidFill>
                        <a:sysClr val="window" lastClr="FFFFFF"/>
                      </a:solidFill>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96CC42"/>
                    </a:solidFill>
                  </a:tcPr>
                </a:tc>
                <a:tc hMerge="1">
                  <a:txBody>
                    <a:bodyPr/>
                    <a:lstStyle/>
                    <a:p>
                      <a:pPr marL="171450" indent="-171450" algn="l">
                        <a:buFont typeface="Arial" panose="020B0604020202020204" pitchFamily="34" charset="0"/>
                        <a:buChar char="•"/>
                      </a:pPr>
                      <a:endParaRPr lang="en-US" sz="1000" dirty="0">
                        <a:latin typeface="Neo Sans Arabic Medium" panose="020B0704030504040204" pitchFamily="34" charset="-78"/>
                        <a:cs typeface="Neo Sans Arabic Medium" panose="020B0704030504040204" pitchFamily="34" charset="-78"/>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hMerge="1">
                  <a:txBody>
                    <a:bodyPr/>
                    <a:lstStyle/>
                    <a:p>
                      <a:endParaRPr lang="en-US"/>
                    </a:p>
                  </a:txBody>
                  <a:tcPr/>
                </a:tc>
                <a:tc hMerge="1">
                  <a:txBody>
                    <a:bodyPr/>
                    <a:lstStyle/>
                    <a:p>
                      <a:endParaRPr lang="en-US"/>
                    </a:p>
                  </a:txBody>
                  <a:tcPr/>
                </a:tc>
                <a:tc hMerge="1">
                  <a:txBody>
                    <a:bodyPr/>
                    <a:lstStyle/>
                    <a:p>
                      <a:pPr marL="0" indent="0" algn="ctr">
                        <a:buFont typeface="Arial" panose="020B0604020202020204" pitchFamily="34" charset="0"/>
                        <a:buNone/>
                      </a:pPr>
                      <a:endParaRPr lang="en-US" sz="1000" b="1" dirty="0">
                        <a:latin typeface="Neo Sans Arabic Medium" panose="020B0704030504040204" pitchFamily="34" charset="-78"/>
                        <a:cs typeface="Neo Sans Arabic Medium" panose="020B0704030504040204" pitchFamily="34" charset="-78"/>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h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1" i="0" u="none" strike="noStrike" kern="1200" cap="none" spc="0" normalizeH="0" baseline="0" noProof="0" dirty="0">
                        <a:ln>
                          <a:noFill/>
                        </a:ln>
                        <a:solidFill>
                          <a:prstClr val="black"/>
                        </a:solidFill>
                        <a:effectLst/>
                        <a:uLnTx/>
                        <a:uFillTx/>
                        <a:latin typeface="Neo Sans Arabic Medium" panose="020B0704030504040204" pitchFamily="34" charset="-78"/>
                        <a:ea typeface="+mn-ea"/>
                        <a:cs typeface="Neo Sans Arabic Medium" panose="020B0704030504040204" pitchFamily="34" charset="-78"/>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h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1" i="0" u="none" strike="noStrike" kern="1200" cap="none" spc="0" normalizeH="0" baseline="0" noProof="0" dirty="0">
                        <a:ln>
                          <a:noFill/>
                        </a:ln>
                        <a:solidFill>
                          <a:prstClr val="black"/>
                        </a:solidFill>
                        <a:effectLst/>
                        <a:uLnTx/>
                        <a:uFillTx/>
                        <a:latin typeface="Neo Sans Arabic Medium" panose="020B0704030504040204" pitchFamily="34" charset="-78"/>
                        <a:ea typeface="+mn-ea"/>
                        <a:cs typeface="Neo Sans Arabic Medium" panose="020B0704030504040204" pitchFamily="34" charset="-78"/>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hMerge="1">
                  <a:txBody>
                    <a:bodyPr/>
                    <a:lstStyle/>
                    <a:p>
                      <a:pPr marL="0" indent="0" algn="l">
                        <a:buFont typeface="Arial" panose="020B0604020202020204" pitchFamily="34" charset="0"/>
                        <a:buNone/>
                      </a:pPr>
                      <a:endParaRPr lang="en-US" sz="1000" dirty="0">
                        <a:latin typeface="Neo Sans Arabic Medium" panose="020B0704030504040204" pitchFamily="34" charset="-78"/>
                        <a:cs typeface="Neo Sans Arabic Medium" panose="020B0704030504040204" pitchFamily="34" charset="-78"/>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hMerge="1">
                  <a:txBody>
                    <a:bodyPr/>
                    <a:lstStyle/>
                    <a:p>
                      <a:endParaRPr lang="en-US"/>
                    </a:p>
                  </a:txBody>
                  <a:tcPr/>
                </a:tc>
                <a:tc hMerge="1">
                  <a:txBody>
                    <a:bodyPr/>
                    <a:lstStyle/>
                    <a:p>
                      <a:endParaRPr lang="en-US"/>
                    </a:p>
                  </a:txBody>
                  <a:tcPr/>
                </a:tc>
                <a:tc hMerge="1">
                  <a:txBody>
                    <a:bodyPr/>
                    <a:lstStyle/>
                    <a:p>
                      <a:pPr marL="0" indent="0" algn="ctr" rtl="1">
                        <a:buFont typeface="Arial" panose="020B0604020202020204" pitchFamily="34" charset="0"/>
                        <a:buNone/>
                      </a:pPr>
                      <a:endParaRPr lang="en-US" sz="1000" dirty="0">
                        <a:latin typeface="Neo Sans Arabic Medium" panose="020B0704030504040204" pitchFamily="34" charset="-78"/>
                        <a:cs typeface="Neo Sans Arabic Medium" panose="020B0704030504040204" pitchFamily="34" charset="-78"/>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hMerge="1">
                  <a:txBody>
                    <a:bodyPr/>
                    <a:lstStyle/>
                    <a:p>
                      <a:pPr marL="0" indent="0" algn="ctr" rtl="1">
                        <a:buFont typeface="Arial" panose="020B0604020202020204" pitchFamily="34" charset="0"/>
                        <a:buNone/>
                      </a:pPr>
                      <a:endParaRPr lang="en-US" sz="1000" dirty="0">
                        <a:latin typeface="Neo Sans Arabic Medium" panose="020B0704030504040204" pitchFamily="34" charset="-78"/>
                        <a:cs typeface="Neo Sans Arabic Medium" panose="020B0704030504040204" pitchFamily="34" charset="-78"/>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hMerge="1">
                  <a:txBody>
                    <a:bodyPr/>
                    <a:lstStyle/>
                    <a:p>
                      <a:pPr marL="0" indent="0" algn="ctr" rtl="1">
                        <a:buFont typeface="Arial" panose="020B0604020202020204" pitchFamily="34" charset="0"/>
                        <a:buNone/>
                      </a:pPr>
                      <a:endParaRPr lang="en-US" sz="1000" dirty="0">
                        <a:latin typeface="Neo Sans Arabic Medium" panose="020B0704030504040204" pitchFamily="34" charset="-78"/>
                        <a:cs typeface="Neo Sans Arabic Medium" panose="020B0704030504040204" pitchFamily="34" charset="-78"/>
                      </a:endParaRPr>
                    </a:p>
                  </a:txBody>
                  <a:tcPr anchor="ctr">
                    <a:lnL w="12700" cap="flat" cmpd="sng" algn="ctr">
                      <a:solidFill>
                        <a:schemeClr val="bg1"/>
                      </a:solidFill>
                      <a:prstDash val="solid"/>
                      <a:round/>
                      <a:headEnd type="none" w="med" len="med"/>
                      <a:tailEnd type="none" w="med" len="med"/>
                    </a:lnL>
                    <a:lnR w="12700" cmpd="sng">
                      <a:solidFill>
                        <a:sysClr val="window" lastClr="FFFFFF"/>
                      </a:solid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hMerge="1">
                  <a:txBody>
                    <a:bodyPr/>
                    <a:lstStyle/>
                    <a:p>
                      <a:endParaRPr lang="en-US"/>
                    </a:p>
                  </a:txBody>
                  <a:tcPr/>
                </a:tc>
                <a:extLst>
                  <a:ext uri="{0D108BD9-81ED-4DB2-BD59-A6C34878D82A}">
                    <a16:rowId xmlns:a16="http://schemas.microsoft.com/office/drawing/2014/main" val="2741862298"/>
                  </a:ext>
                </a:extLst>
              </a:tr>
              <a:tr h="822960">
                <a:tc gridSpan="2">
                  <a:txBody>
                    <a:bodyPr/>
                    <a:lstStyle>
                      <a:lvl1pPr marL="0" algn="r" defTabSz="914400" rtl="1" eaLnBrk="1" latinLnBrk="0" hangingPunct="1">
                        <a:defRPr sz="1800" kern="1200">
                          <a:solidFill>
                            <a:schemeClr val="tx1"/>
                          </a:solidFill>
                          <a:latin typeface="Calibri" panose="020F0502020204030204"/>
                        </a:defRPr>
                      </a:lvl1pPr>
                      <a:lvl2pPr marL="457200" algn="r" defTabSz="914400" rtl="1" eaLnBrk="1" latinLnBrk="0" hangingPunct="1">
                        <a:defRPr sz="1800" kern="1200">
                          <a:solidFill>
                            <a:schemeClr val="tx1"/>
                          </a:solidFill>
                          <a:latin typeface="Calibri" panose="020F0502020204030204"/>
                        </a:defRPr>
                      </a:lvl2pPr>
                      <a:lvl3pPr marL="914400" algn="r" defTabSz="914400" rtl="1" eaLnBrk="1" latinLnBrk="0" hangingPunct="1">
                        <a:defRPr sz="1800" kern="1200">
                          <a:solidFill>
                            <a:schemeClr val="tx1"/>
                          </a:solidFill>
                          <a:latin typeface="Calibri" panose="020F0502020204030204"/>
                        </a:defRPr>
                      </a:lvl3pPr>
                      <a:lvl4pPr marL="1371600" algn="r" defTabSz="914400" rtl="1" eaLnBrk="1" latinLnBrk="0" hangingPunct="1">
                        <a:defRPr sz="1800" kern="1200">
                          <a:solidFill>
                            <a:schemeClr val="tx1"/>
                          </a:solidFill>
                          <a:latin typeface="Calibri" panose="020F0502020204030204"/>
                        </a:defRPr>
                      </a:lvl4pPr>
                      <a:lvl5pPr marL="1828800" algn="r" defTabSz="914400" rtl="1" eaLnBrk="1" latinLnBrk="0" hangingPunct="1">
                        <a:defRPr sz="1800" kern="1200">
                          <a:solidFill>
                            <a:schemeClr val="tx1"/>
                          </a:solidFill>
                          <a:latin typeface="Calibri" panose="020F0502020204030204"/>
                        </a:defRPr>
                      </a:lvl5pPr>
                      <a:lvl6pPr marL="2286000" algn="r" defTabSz="914400" rtl="1" eaLnBrk="1" latinLnBrk="0" hangingPunct="1">
                        <a:defRPr sz="1800" kern="1200">
                          <a:solidFill>
                            <a:schemeClr val="tx1"/>
                          </a:solidFill>
                          <a:latin typeface="Calibri" panose="020F0502020204030204"/>
                        </a:defRPr>
                      </a:lvl6pPr>
                      <a:lvl7pPr marL="2743200" algn="r" defTabSz="914400" rtl="1" eaLnBrk="1" latinLnBrk="0" hangingPunct="1">
                        <a:defRPr sz="1800" kern="1200">
                          <a:solidFill>
                            <a:schemeClr val="tx1"/>
                          </a:solidFill>
                          <a:latin typeface="Calibri" panose="020F0502020204030204"/>
                        </a:defRPr>
                      </a:lvl7pPr>
                      <a:lvl8pPr marL="3200400" algn="r" defTabSz="914400" rtl="1" eaLnBrk="1" latinLnBrk="0" hangingPunct="1">
                        <a:defRPr sz="1800" kern="1200">
                          <a:solidFill>
                            <a:schemeClr val="tx1"/>
                          </a:solidFill>
                          <a:latin typeface="Calibri" panose="020F0502020204030204"/>
                        </a:defRPr>
                      </a:lvl8pPr>
                      <a:lvl9pPr marL="3657600" algn="r" defTabSz="914400" rtl="1" eaLnBrk="1" latinLnBrk="0" hangingPunct="1">
                        <a:defRPr sz="1800" kern="1200">
                          <a:solidFill>
                            <a:schemeClr val="tx1"/>
                          </a:solidFill>
                          <a:latin typeface="Calibri" panose="020F0502020204030204"/>
                        </a:defRPr>
                      </a:lvl9pPr>
                    </a:lstStyle>
                    <a:p>
                      <a:pPr algn="ctr"/>
                      <a:endParaRPr lang="en-US" sz="1000" dirty="0">
                        <a:latin typeface="Neo Sans Arabic Medium" panose="020B0704030504040204" pitchFamily="34" charset="-78"/>
                        <a:cs typeface="Neo Sans Arabic Medium" panose="020B0704030504040204" pitchFamily="34" charset="-78"/>
                      </a:endParaRPr>
                    </a:p>
                  </a:txBody>
                  <a:tcPr anchor="ctr">
                    <a:lnL w="12700" cmpd="sng">
                      <a:solidFill>
                        <a:sysClr val="window" lastClr="FFFFFF"/>
                      </a:solidFill>
                    </a:lnL>
                    <a:lnR w="12700" cap="flat" cmpd="sng" algn="ctr">
                      <a:solidFill>
                        <a:sysClr val="windowText" lastClr="000000"/>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ysClr val="window" lastClr="FFFFFF">
                        <a:lumMod val="85000"/>
                      </a:sysClr>
                    </a:solidFill>
                  </a:tcPr>
                </a:tc>
                <a:tc hMerge="1">
                  <a:txBody>
                    <a:bodyPr/>
                    <a:lstStyle/>
                    <a:p>
                      <a:pPr marL="171450" indent="-171450" algn="l">
                        <a:buFont typeface="Arial" panose="020B0604020202020204" pitchFamily="34" charset="0"/>
                        <a:buChar char="•"/>
                      </a:pPr>
                      <a:endParaRPr lang="en-US" sz="1000" dirty="0">
                        <a:latin typeface="Neo Sans Arabic Medium" panose="020B0704030504040204" pitchFamily="34" charset="-78"/>
                        <a:cs typeface="Neo Sans Arabic Medium" panose="020B0704030504040204" pitchFamily="34" charset="-78"/>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bg1">
                        <a:lumMod val="85000"/>
                      </a:schemeClr>
                    </a:solidFill>
                  </a:tcPr>
                </a:tc>
                <a:tc>
                  <a:txBody>
                    <a:bodyPr/>
                    <a:lstStyle>
                      <a:lvl1pPr marL="0" algn="r" defTabSz="914400" rtl="1" eaLnBrk="1" latinLnBrk="0" hangingPunct="1">
                        <a:defRPr sz="1800" kern="1200">
                          <a:solidFill>
                            <a:schemeClr val="tx1"/>
                          </a:solidFill>
                          <a:latin typeface="Calibri" panose="020F0502020204030204"/>
                        </a:defRPr>
                      </a:lvl1pPr>
                      <a:lvl2pPr marL="457200" algn="r" defTabSz="914400" rtl="1" eaLnBrk="1" latinLnBrk="0" hangingPunct="1">
                        <a:defRPr sz="1800" kern="1200">
                          <a:solidFill>
                            <a:schemeClr val="tx1"/>
                          </a:solidFill>
                          <a:latin typeface="Calibri" panose="020F0502020204030204"/>
                        </a:defRPr>
                      </a:lvl2pPr>
                      <a:lvl3pPr marL="914400" algn="r" defTabSz="914400" rtl="1" eaLnBrk="1" latinLnBrk="0" hangingPunct="1">
                        <a:defRPr sz="1800" kern="1200">
                          <a:solidFill>
                            <a:schemeClr val="tx1"/>
                          </a:solidFill>
                          <a:latin typeface="Calibri" panose="020F0502020204030204"/>
                        </a:defRPr>
                      </a:lvl3pPr>
                      <a:lvl4pPr marL="1371600" algn="r" defTabSz="914400" rtl="1" eaLnBrk="1" latinLnBrk="0" hangingPunct="1">
                        <a:defRPr sz="1800" kern="1200">
                          <a:solidFill>
                            <a:schemeClr val="tx1"/>
                          </a:solidFill>
                          <a:latin typeface="Calibri" panose="020F0502020204030204"/>
                        </a:defRPr>
                      </a:lvl4pPr>
                      <a:lvl5pPr marL="1828800" algn="r" defTabSz="914400" rtl="1" eaLnBrk="1" latinLnBrk="0" hangingPunct="1">
                        <a:defRPr sz="1800" kern="1200">
                          <a:solidFill>
                            <a:schemeClr val="tx1"/>
                          </a:solidFill>
                          <a:latin typeface="Calibri" panose="020F0502020204030204"/>
                        </a:defRPr>
                      </a:lvl5pPr>
                      <a:lvl6pPr marL="2286000" algn="r" defTabSz="914400" rtl="1" eaLnBrk="1" latinLnBrk="0" hangingPunct="1">
                        <a:defRPr sz="1800" kern="1200">
                          <a:solidFill>
                            <a:schemeClr val="tx1"/>
                          </a:solidFill>
                          <a:latin typeface="Calibri" panose="020F0502020204030204"/>
                        </a:defRPr>
                      </a:lvl6pPr>
                      <a:lvl7pPr marL="2743200" algn="r" defTabSz="914400" rtl="1" eaLnBrk="1" latinLnBrk="0" hangingPunct="1">
                        <a:defRPr sz="1800" kern="1200">
                          <a:solidFill>
                            <a:schemeClr val="tx1"/>
                          </a:solidFill>
                          <a:latin typeface="Calibri" panose="020F0502020204030204"/>
                        </a:defRPr>
                      </a:lvl7pPr>
                      <a:lvl8pPr marL="3200400" algn="r" defTabSz="914400" rtl="1" eaLnBrk="1" latinLnBrk="0" hangingPunct="1">
                        <a:defRPr sz="1800" kern="1200">
                          <a:solidFill>
                            <a:schemeClr val="tx1"/>
                          </a:solidFill>
                          <a:latin typeface="Calibri" panose="020F0502020204030204"/>
                        </a:defRPr>
                      </a:lvl8pPr>
                      <a:lvl9pPr marL="3657600" algn="r" defTabSz="914400" rtl="1" eaLnBrk="1" latinLnBrk="0" hangingPunct="1">
                        <a:defRPr sz="1800" kern="1200">
                          <a:solidFill>
                            <a:schemeClr val="tx1"/>
                          </a:solidFill>
                          <a:latin typeface="Calibri" panose="020F0502020204030204"/>
                        </a:defRPr>
                      </a:lvl9pPr>
                    </a:lstStyle>
                    <a:p>
                      <a:pPr algn="ctr"/>
                      <a:endParaRPr lang="en-US" sz="1000" dirty="0">
                        <a:latin typeface="Neo Sans Arabic Medium" panose="020B0704030504040204" pitchFamily="34" charset="-78"/>
                        <a:cs typeface="Neo Sans Arabic Medium" panose="020B0704030504040204" pitchFamily="34" charset="-78"/>
                      </a:endParaRPr>
                    </a:p>
                  </a:txBody>
                  <a:tcPr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96CC42"/>
                    </a:solidFill>
                  </a:tcPr>
                </a:tc>
                <a:tc gridSpan="5">
                  <a:txBody>
                    <a:bodyPr/>
                    <a:lstStyle>
                      <a:lvl1pPr marL="0" algn="r" defTabSz="914400" rtl="1" eaLnBrk="1" latinLnBrk="0" hangingPunct="1">
                        <a:defRPr sz="1800" kern="1200">
                          <a:solidFill>
                            <a:schemeClr val="tx1"/>
                          </a:solidFill>
                          <a:latin typeface="Calibri" panose="020F0502020204030204"/>
                        </a:defRPr>
                      </a:lvl1pPr>
                      <a:lvl2pPr marL="457200" algn="r" defTabSz="914400" rtl="1" eaLnBrk="1" latinLnBrk="0" hangingPunct="1">
                        <a:defRPr sz="1800" kern="1200">
                          <a:solidFill>
                            <a:schemeClr val="tx1"/>
                          </a:solidFill>
                          <a:latin typeface="Calibri" panose="020F0502020204030204"/>
                        </a:defRPr>
                      </a:lvl2pPr>
                      <a:lvl3pPr marL="914400" algn="r" defTabSz="914400" rtl="1" eaLnBrk="1" latinLnBrk="0" hangingPunct="1">
                        <a:defRPr sz="1800" kern="1200">
                          <a:solidFill>
                            <a:schemeClr val="tx1"/>
                          </a:solidFill>
                          <a:latin typeface="Calibri" panose="020F0502020204030204"/>
                        </a:defRPr>
                      </a:lvl3pPr>
                      <a:lvl4pPr marL="1371600" algn="r" defTabSz="914400" rtl="1" eaLnBrk="1" latinLnBrk="0" hangingPunct="1">
                        <a:defRPr sz="1800" kern="1200">
                          <a:solidFill>
                            <a:schemeClr val="tx1"/>
                          </a:solidFill>
                          <a:latin typeface="Calibri" panose="020F0502020204030204"/>
                        </a:defRPr>
                      </a:lvl4pPr>
                      <a:lvl5pPr marL="1828800" algn="r" defTabSz="914400" rtl="1" eaLnBrk="1" latinLnBrk="0" hangingPunct="1">
                        <a:defRPr sz="1800" kern="1200">
                          <a:solidFill>
                            <a:schemeClr val="tx1"/>
                          </a:solidFill>
                          <a:latin typeface="Calibri" panose="020F0502020204030204"/>
                        </a:defRPr>
                      </a:lvl5pPr>
                      <a:lvl6pPr marL="2286000" algn="r" defTabSz="914400" rtl="1" eaLnBrk="1" latinLnBrk="0" hangingPunct="1">
                        <a:defRPr sz="1800" kern="1200">
                          <a:solidFill>
                            <a:schemeClr val="tx1"/>
                          </a:solidFill>
                          <a:latin typeface="Calibri" panose="020F0502020204030204"/>
                        </a:defRPr>
                      </a:lvl6pPr>
                      <a:lvl7pPr marL="2743200" algn="r" defTabSz="914400" rtl="1" eaLnBrk="1" latinLnBrk="0" hangingPunct="1">
                        <a:defRPr sz="1800" kern="1200">
                          <a:solidFill>
                            <a:schemeClr val="tx1"/>
                          </a:solidFill>
                          <a:latin typeface="Calibri" panose="020F0502020204030204"/>
                        </a:defRPr>
                      </a:lvl7pPr>
                      <a:lvl8pPr marL="3200400" algn="r" defTabSz="914400" rtl="1" eaLnBrk="1" latinLnBrk="0" hangingPunct="1">
                        <a:defRPr sz="1800" kern="1200">
                          <a:solidFill>
                            <a:schemeClr val="tx1"/>
                          </a:solidFill>
                          <a:latin typeface="Calibri" panose="020F0502020204030204"/>
                        </a:defRPr>
                      </a:lvl8pPr>
                      <a:lvl9pPr marL="3657600" algn="r" defTabSz="914400" rtl="1" eaLnBrk="1" latinLnBrk="0" hangingPunct="1">
                        <a:defRPr sz="1800" kern="1200">
                          <a:solidFill>
                            <a:schemeClr val="tx1"/>
                          </a:solidFill>
                          <a:latin typeface="Calibri" panose="020F0502020204030204"/>
                        </a:defRPr>
                      </a:lvl9pPr>
                    </a:lstStyle>
                    <a:p>
                      <a:pPr algn="ctr"/>
                      <a:endParaRPr lang="en-US" sz="1000" dirty="0">
                        <a:latin typeface="Neo Sans Arabic Medium" panose="020B0704030504040204" pitchFamily="34" charset="-78"/>
                        <a:cs typeface="Neo Sans Arabic Medium" panose="020B0704030504040204" pitchFamily="34" charset="-78"/>
                      </a:endParaRPr>
                    </a:p>
                  </a:txBody>
                  <a:tcPr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ysClr val="window" lastClr="FFFFFF">
                        <a:lumMod val="85000"/>
                      </a:sysClr>
                    </a:solidFill>
                  </a:tcPr>
                </a:tc>
                <a:tc hMerge="1">
                  <a:txBody>
                    <a:bodyPr/>
                    <a:lstStyle/>
                    <a:p>
                      <a:pPr marL="0" indent="0" algn="ctr">
                        <a:buFont typeface="Arial" panose="020B0604020202020204" pitchFamily="34" charset="0"/>
                        <a:buNone/>
                      </a:pPr>
                      <a:endParaRPr lang="en-US" sz="1000" b="1" dirty="0">
                        <a:latin typeface="Neo Sans Arabic Medium" panose="020B0704030504040204" pitchFamily="34" charset="-78"/>
                        <a:cs typeface="Neo Sans Arabic Medium" panose="020B0704030504040204" pitchFamily="34" charset="-78"/>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bg1">
                        <a:lumMod val="85000"/>
                      </a:schemeClr>
                    </a:solidFill>
                  </a:tcPr>
                </a:tc>
                <a:tc h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1" i="0" u="none" strike="noStrike" kern="1200" cap="none" spc="0" normalizeH="0" baseline="0" noProof="0" dirty="0">
                        <a:ln>
                          <a:noFill/>
                        </a:ln>
                        <a:solidFill>
                          <a:prstClr val="black"/>
                        </a:solidFill>
                        <a:effectLst/>
                        <a:uLnTx/>
                        <a:uFillTx/>
                        <a:latin typeface="Neo Sans Arabic Medium" panose="020B0704030504040204" pitchFamily="34" charset="-78"/>
                        <a:ea typeface="+mn-ea"/>
                        <a:cs typeface="Neo Sans Arabic Medium" panose="020B0704030504040204" pitchFamily="34" charset="-78"/>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h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1" i="0" u="none" strike="noStrike" kern="1200" cap="none" spc="0" normalizeH="0" baseline="0" noProof="0" dirty="0">
                        <a:ln>
                          <a:noFill/>
                        </a:ln>
                        <a:solidFill>
                          <a:prstClr val="black"/>
                        </a:solidFill>
                        <a:effectLst/>
                        <a:uLnTx/>
                        <a:uFillTx/>
                        <a:latin typeface="Neo Sans Arabic Medium" panose="020B0704030504040204" pitchFamily="34" charset="-78"/>
                        <a:ea typeface="+mn-ea"/>
                        <a:cs typeface="Neo Sans Arabic Medium" panose="020B0704030504040204" pitchFamily="34" charset="-78"/>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hMerge="1">
                  <a:txBody>
                    <a:bodyPr/>
                    <a:lstStyle/>
                    <a:p>
                      <a:pPr marL="0" indent="0" algn="l">
                        <a:buFont typeface="Arial" panose="020B0604020202020204" pitchFamily="34" charset="0"/>
                        <a:buNone/>
                      </a:pPr>
                      <a:endParaRPr lang="en-US" sz="1000" dirty="0">
                        <a:latin typeface="Neo Sans Arabic Medium" panose="020B0704030504040204" pitchFamily="34" charset="-78"/>
                        <a:cs typeface="Neo Sans Arabic Medium" panose="020B0704030504040204" pitchFamily="34" charset="-78"/>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bg1">
                        <a:lumMod val="85000"/>
                      </a:schemeClr>
                    </a:solidFill>
                  </a:tcPr>
                </a:tc>
                <a:tc>
                  <a:txBody>
                    <a:bodyPr/>
                    <a:lstStyle>
                      <a:lvl1pPr marL="0" algn="r" defTabSz="914400" rtl="1" eaLnBrk="1" latinLnBrk="0" hangingPunct="1">
                        <a:defRPr sz="1800" kern="1200">
                          <a:solidFill>
                            <a:schemeClr val="tx1"/>
                          </a:solidFill>
                          <a:latin typeface="Calibri" panose="020F0502020204030204"/>
                        </a:defRPr>
                      </a:lvl1pPr>
                      <a:lvl2pPr marL="457200" algn="r" defTabSz="914400" rtl="1" eaLnBrk="1" latinLnBrk="0" hangingPunct="1">
                        <a:defRPr sz="1800" kern="1200">
                          <a:solidFill>
                            <a:schemeClr val="tx1"/>
                          </a:solidFill>
                          <a:latin typeface="Calibri" panose="020F0502020204030204"/>
                        </a:defRPr>
                      </a:lvl2pPr>
                      <a:lvl3pPr marL="914400" algn="r" defTabSz="914400" rtl="1" eaLnBrk="1" latinLnBrk="0" hangingPunct="1">
                        <a:defRPr sz="1800" kern="1200">
                          <a:solidFill>
                            <a:schemeClr val="tx1"/>
                          </a:solidFill>
                          <a:latin typeface="Calibri" panose="020F0502020204030204"/>
                        </a:defRPr>
                      </a:lvl3pPr>
                      <a:lvl4pPr marL="1371600" algn="r" defTabSz="914400" rtl="1" eaLnBrk="1" latinLnBrk="0" hangingPunct="1">
                        <a:defRPr sz="1800" kern="1200">
                          <a:solidFill>
                            <a:schemeClr val="tx1"/>
                          </a:solidFill>
                          <a:latin typeface="Calibri" panose="020F0502020204030204"/>
                        </a:defRPr>
                      </a:lvl4pPr>
                      <a:lvl5pPr marL="1828800" algn="r" defTabSz="914400" rtl="1" eaLnBrk="1" latinLnBrk="0" hangingPunct="1">
                        <a:defRPr sz="1800" kern="1200">
                          <a:solidFill>
                            <a:schemeClr val="tx1"/>
                          </a:solidFill>
                          <a:latin typeface="Calibri" panose="020F0502020204030204"/>
                        </a:defRPr>
                      </a:lvl5pPr>
                      <a:lvl6pPr marL="2286000" algn="r" defTabSz="914400" rtl="1" eaLnBrk="1" latinLnBrk="0" hangingPunct="1">
                        <a:defRPr sz="1800" kern="1200">
                          <a:solidFill>
                            <a:schemeClr val="tx1"/>
                          </a:solidFill>
                          <a:latin typeface="Calibri" panose="020F0502020204030204"/>
                        </a:defRPr>
                      </a:lvl6pPr>
                      <a:lvl7pPr marL="2743200" algn="r" defTabSz="914400" rtl="1" eaLnBrk="1" latinLnBrk="0" hangingPunct="1">
                        <a:defRPr sz="1800" kern="1200">
                          <a:solidFill>
                            <a:schemeClr val="tx1"/>
                          </a:solidFill>
                          <a:latin typeface="Calibri" panose="020F0502020204030204"/>
                        </a:defRPr>
                      </a:lvl7pPr>
                      <a:lvl8pPr marL="3200400" algn="r" defTabSz="914400" rtl="1" eaLnBrk="1" latinLnBrk="0" hangingPunct="1">
                        <a:defRPr sz="1800" kern="1200">
                          <a:solidFill>
                            <a:schemeClr val="tx1"/>
                          </a:solidFill>
                          <a:latin typeface="Calibri" panose="020F0502020204030204"/>
                        </a:defRPr>
                      </a:lvl8pPr>
                      <a:lvl9pPr marL="3657600" algn="r" defTabSz="914400" rtl="1" eaLnBrk="1" latinLnBrk="0" hangingPunct="1">
                        <a:defRPr sz="1800" kern="1200">
                          <a:solidFill>
                            <a:schemeClr val="tx1"/>
                          </a:solidFill>
                          <a:latin typeface="Calibri" panose="020F0502020204030204"/>
                        </a:defRPr>
                      </a:lvl9pPr>
                    </a:lstStyle>
                    <a:p>
                      <a:pPr algn="ctr"/>
                      <a:endParaRPr lang="en-US" sz="1000" dirty="0">
                        <a:latin typeface="Neo Sans Arabic Medium" panose="020B0704030504040204" pitchFamily="34" charset="-78"/>
                        <a:cs typeface="Neo Sans Arabic Medium" panose="020B0704030504040204" pitchFamily="34" charset="-78"/>
                      </a:endParaRPr>
                    </a:p>
                  </a:txBody>
                  <a:tcPr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96CC42"/>
                    </a:solidFill>
                  </a:tcPr>
                </a:tc>
                <a:tc gridSpan="4">
                  <a:txBody>
                    <a:bodyPr/>
                    <a:lstStyle>
                      <a:lvl1pPr marL="0" algn="r" defTabSz="914400" rtl="1" eaLnBrk="1" latinLnBrk="0" hangingPunct="1">
                        <a:defRPr sz="1800" kern="1200">
                          <a:solidFill>
                            <a:schemeClr val="tx1"/>
                          </a:solidFill>
                          <a:latin typeface="Calibri" panose="020F0502020204030204"/>
                        </a:defRPr>
                      </a:lvl1pPr>
                      <a:lvl2pPr marL="457200" algn="r" defTabSz="914400" rtl="1" eaLnBrk="1" latinLnBrk="0" hangingPunct="1">
                        <a:defRPr sz="1800" kern="1200">
                          <a:solidFill>
                            <a:schemeClr val="tx1"/>
                          </a:solidFill>
                          <a:latin typeface="Calibri" panose="020F0502020204030204"/>
                        </a:defRPr>
                      </a:lvl2pPr>
                      <a:lvl3pPr marL="914400" algn="r" defTabSz="914400" rtl="1" eaLnBrk="1" latinLnBrk="0" hangingPunct="1">
                        <a:defRPr sz="1800" kern="1200">
                          <a:solidFill>
                            <a:schemeClr val="tx1"/>
                          </a:solidFill>
                          <a:latin typeface="Calibri" panose="020F0502020204030204"/>
                        </a:defRPr>
                      </a:lvl3pPr>
                      <a:lvl4pPr marL="1371600" algn="r" defTabSz="914400" rtl="1" eaLnBrk="1" latinLnBrk="0" hangingPunct="1">
                        <a:defRPr sz="1800" kern="1200">
                          <a:solidFill>
                            <a:schemeClr val="tx1"/>
                          </a:solidFill>
                          <a:latin typeface="Calibri" panose="020F0502020204030204"/>
                        </a:defRPr>
                      </a:lvl4pPr>
                      <a:lvl5pPr marL="1828800" algn="r" defTabSz="914400" rtl="1" eaLnBrk="1" latinLnBrk="0" hangingPunct="1">
                        <a:defRPr sz="1800" kern="1200">
                          <a:solidFill>
                            <a:schemeClr val="tx1"/>
                          </a:solidFill>
                          <a:latin typeface="Calibri" panose="020F0502020204030204"/>
                        </a:defRPr>
                      </a:lvl5pPr>
                      <a:lvl6pPr marL="2286000" algn="r" defTabSz="914400" rtl="1" eaLnBrk="1" latinLnBrk="0" hangingPunct="1">
                        <a:defRPr sz="1800" kern="1200">
                          <a:solidFill>
                            <a:schemeClr val="tx1"/>
                          </a:solidFill>
                          <a:latin typeface="Calibri" panose="020F0502020204030204"/>
                        </a:defRPr>
                      </a:lvl6pPr>
                      <a:lvl7pPr marL="2743200" algn="r" defTabSz="914400" rtl="1" eaLnBrk="1" latinLnBrk="0" hangingPunct="1">
                        <a:defRPr sz="1800" kern="1200">
                          <a:solidFill>
                            <a:schemeClr val="tx1"/>
                          </a:solidFill>
                          <a:latin typeface="Calibri" panose="020F0502020204030204"/>
                        </a:defRPr>
                      </a:lvl7pPr>
                      <a:lvl8pPr marL="3200400" algn="r" defTabSz="914400" rtl="1" eaLnBrk="1" latinLnBrk="0" hangingPunct="1">
                        <a:defRPr sz="1800" kern="1200">
                          <a:solidFill>
                            <a:schemeClr val="tx1"/>
                          </a:solidFill>
                          <a:latin typeface="Calibri" panose="020F0502020204030204"/>
                        </a:defRPr>
                      </a:lvl8pPr>
                      <a:lvl9pPr marL="3657600" algn="r" defTabSz="914400" rtl="1" eaLnBrk="1" latinLnBrk="0" hangingPunct="1">
                        <a:defRPr sz="1800" kern="1200">
                          <a:solidFill>
                            <a:schemeClr val="tx1"/>
                          </a:solidFill>
                          <a:latin typeface="Calibri" panose="020F0502020204030204"/>
                        </a:defRPr>
                      </a:lvl9pPr>
                    </a:lstStyle>
                    <a:p>
                      <a:pPr algn="ctr"/>
                      <a:endParaRPr lang="en-US" sz="1000" dirty="0">
                        <a:latin typeface="Neo Sans Arabic Medium" panose="020B0704030504040204" pitchFamily="34" charset="-78"/>
                        <a:cs typeface="Neo Sans Arabic Medium" panose="020B0704030504040204" pitchFamily="34" charset="-78"/>
                      </a:endParaRPr>
                    </a:p>
                  </a:txBody>
                  <a:tcPr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ysClr val="window" lastClr="FFFFFF">
                        <a:lumMod val="85000"/>
                      </a:sysClr>
                    </a:solidFill>
                  </a:tcPr>
                </a:tc>
                <a:tc hMerge="1">
                  <a:txBody>
                    <a:bodyPr/>
                    <a:lstStyle/>
                    <a:p>
                      <a:pPr marL="0" indent="0" algn="ctr" rtl="1">
                        <a:buFont typeface="Arial" panose="020B0604020202020204" pitchFamily="34" charset="0"/>
                        <a:buNone/>
                      </a:pPr>
                      <a:endParaRPr lang="en-US" sz="1000" dirty="0">
                        <a:latin typeface="Neo Sans Arabic Medium" panose="020B0704030504040204" pitchFamily="34" charset="-78"/>
                        <a:cs typeface="Neo Sans Arabic Medium" panose="020B0704030504040204" pitchFamily="34" charset="-78"/>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bg1">
                        <a:lumMod val="85000"/>
                      </a:schemeClr>
                    </a:solidFill>
                  </a:tcPr>
                </a:tc>
                <a:tc hMerge="1">
                  <a:txBody>
                    <a:bodyPr/>
                    <a:lstStyle/>
                    <a:p>
                      <a:pPr marL="0" indent="0" algn="ctr" rtl="1">
                        <a:buFont typeface="Arial" panose="020B0604020202020204" pitchFamily="34" charset="0"/>
                        <a:buNone/>
                      </a:pPr>
                      <a:endParaRPr lang="en-US" sz="1000" dirty="0">
                        <a:latin typeface="Neo Sans Arabic Medium" panose="020B0704030504040204" pitchFamily="34" charset="-78"/>
                        <a:cs typeface="Neo Sans Arabic Medium" panose="020B0704030504040204" pitchFamily="34" charset="-78"/>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hMerge="1">
                  <a:txBody>
                    <a:bodyPr/>
                    <a:lstStyle/>
                    <a:p>
                      <a:pPr marL="0" indent="0" algn="ctr" rtl="1">
                        <a:buFont typeface="Arial" panose="020B0604020202020204" pitchFamily="34" charset="0"/>
                        <a:buNone/>
                      </a:pPr>
                      <a:endParaRPr lang="en-US" sz="1000" dirty="0">
                        <a:latin typeface="Neo Sans Arabic Medium" panose="020B0704030504040204" pitchFamily="34" charset="-78"/>
                        <a:cs typeface="Neo Sans Arabic Medium" panose="020B0704030504040204" pitchFamily="34" charset="-78"/>
                      </a:endParaRPr>
                    </a:p>
                  </a:txBody>
                  <a:tcPr anchor="ctr">
                    <a:lnL w="12700" cap="flat" cmpd="sng" algn="ctr">
                      <a:solidFill>
                        <a:schemeClr val="bg1"/>
                      </a:solidFill>
                      <a:prstDash val="solid"/>
                      <a:round/>
                      <a:headEnd type="none" w="med" len="med"/>
                      <a:tailEnd type="none" w="med" len="med"/>
                    </a:lnL>
                    <a:lnR w="12700" cmpd="sng">
                      <a:solidFill>
                        <a:sysClr val="window" lastClr="FFFFFF"/>
                      </a:solidFill>
                    </a:lnR>
                    <a:lnT w="12700" cap="flat" cmpd="sng" algn="ctr">
                      <a:solidFill>
                        <a:schemeClr val="bg1"/>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lvl1pPr marL="0" algn="r" defTabSz="914400" rtl="1" eaLnBrk="1" latinLnBrk="0" hangingPunct="1">
                        <a:defRPr sz="1800" kern="1200">
                          <a:solidFill>
                            <a:schemeClr val="tx1"/>
                          </a:solidFill>
                          <a:latin typeface="Calibri" panose="020F0502020204030204"/>
                        </a:defRPr>
                      </a:lvl1pPr>
                      <a:lvl2pPr marL="457200" algn="r" defTabSz="914400" rtl="1" eaLnBrk="1" latinLnBrk="0" hangingPunct="1">
                        <a:defRPr sz="1800" kern="1200">
                          <a:solidFill>
                            <a:schemeClr val="tx1"/>
                          </a:solidFill>
                          <a:latin typeface="Calibri" panose="020F0502020204030204"/>
                        </a:defRPr>
                      </a:lvl2pPr>
                      <a:lvl3pPr marL="914400" algn="r" defTabSz="914400" rtl="1" eaLnBrk="1" latinLnBrk="0" hangingPunct="1">
                        <a:defRPr sz="1800" kern="1200">
                          <a:solidFill>
                            <a:schemeClr val="tx1"/>
                          </a:solidFill>
                          <a:latin typeface="Calibri" panose="020F0502020204030204"/>
                        </a:defRPr>
                      </a:lvl3pPr>
                      <a:lvl4pPr marL="1371600" algn="r" defTabSz="914400" rtl="1" eaLnBrk="1" latinLnBrk="0" hangingPunct="1">
                        <a:defRPr sz="1800" kern="1200">
                          <a:solidFill>
                            <a:schemeClr val="tx1"/>
                          </a:solidFill>
                          <a:latin typeface="Calibri" panose="020F0502020204030204"/>
                        </a:defRPr>
                      </a:lvl4pPr>
                      <a:lvl5pPr marL="1828800" algn="r" defTabSz="914400" rtl="1" eaLnBrk="1" latinLnBrk="0" hangingPunct="1">
                        <a:defRPr sz="1800" kern="1200">
                          <a:solidFill>
                            <a:schemeClr val="tx1"/>
                          </a:solidFill>
                          <a:latin typeface="Calibri" panose="020F0502020204030204"/>
                        </a:defRPr>
                      </a:lvl5pPr>
                      <a:lvl6pPr marL="2286000" algn="r" defTabSz="914400" rtl="1" eaLnBrk="1" latinLnBrk="0" hangingPunct="1">
                        <a:defRPr sz="1800" kern="1200">
                          <a:solidFill>
                            <a:schemeClr val="tx1"/>
                          </a:solidFill>
                          <a:latin typeface="Calibri" panose="020F0502020204030204"/>
                        </a:defRPr>
                      </a:lvl6pPr>
                      <a:lvl7pPr marL="2743200" algn="r" defTabSz="914400" rtl="1" eaLnBrk="1" latinLnBrk="0" hangingPunct="1">
                        <a:defRPr sz="1800" kern="1200">
                          <a:solidFill>
                            <a:schemeClr val="tx1"/>
                          </a:solidFill>
                          <a:latin typeface="Calibri" panose="020F0502020204030204"/>
                        </a:defRPr>
                      </a:lvl7pPr>
                      <a:lvl8pPr marL="3200400" algn="r" defTabSz="914400" rtl="1" eaLnBrk="1" latinLnBrk="0" hangingPunct="1">
                        <a:defRPr sz="1800" kern="1200">
                          <a:solidFill>
                            <a:schemeClr val="tx1"/>
                          </a:solidFill>
                          <a:latin typeface="Calibri" panose="020F0502020204030204"/>
                        </a:defRPr>
                      </a:lvl8pPr>
                      <a:lvl9pPr marL="3657600" algn="r" defTabSz="914400" rtl="1" eaLnBrk="1" latinLnBrk="0" hangingPunct="1">
                        <a:defRPr sz="1800" kern="1200">
                          <a:solidFill>
                            <a:schemeClr val="tx1"/>
                          </a:solidFill>
                          <a:latin typeface="Calibri" panose="020F0502020204030204"/>
                        </a:defRPr>
                      </a:lvl9pPr>
                    </a:lstStyle>
                    <a:p>
                      <a:pPr algn="ctr"/>
                      <a:endParaRPr lang="en-US" sz="1000" dirty="0">
                        <a:latin typeface="Neo Sans Arabic Medium" panose="020B0704030504040204" pitchFamily="34" charset="-78"/>
                        <a:cs typeface="Neo Sans Arabic Medium" panose="020B0704030504040204" pitchFamily="34" charset="-78"/>
                      </a:endParaRPr>
                    </a:p>
                  </a:txBody>
                  <a:tcPr anchor="ctr">
                    <a:lnL w="12700" cap="flat" cmpd="sng" algn="ctr">
                      <a:solidFill>
                        <a:sysClr val="windowText" lastClr="000000"/>
                      </a:solidFill>
                      <a:prstDash val="solid"/>
                      <a:round/>
                      <a:headEnd type="none" w="med" len="med"/>
                      <a:tailEnd type="none" w="med" len="med"/>
                    </a:lnL>
                    <a:lnR w="12700" cmpd="sng">
                      <a:solidFill>
                        <a:sysClr val="window" lastClr="FFFFFF"/>
                      </a:solidFill>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96CC42"/>
                    </a:solidFill>
                  </a:tcPr>
                </a:tc>
                <a:extLst>
                  <a:ext uri="{0D108BD9-81ED-4DB2-BD59-A6C34878D82A}">
                    <a16:rowId xmlns:a16="http://schemas.microsoft.com/office/drawing/2014/main" val="609871641"/>
                  </a:ext>
                </a:extLst>
              </a:tr>
            </a:tbl>
          </a:graphicData>
        </a:graphic>
      </p:graphicFrame>
    </p:spTree>
    <p:extLst>
      <p:ext uri="{BB962C8B-B14F-4D97-AF65-F5344CB8AC3E}">
        <p14:creationId xmlns:p14="http://schemas.microsoft.com/office/powerpoint/2010/main" val="46602282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مربع نص 2">
            <a:extLst>
              <a:ext uri="{FF2B5EF4-FFF2-40B4-BE49-F238E27FC236}">
                <a16:creationId xmlns:a16="http://schemas.microsoft.com/office/drawing/2014/main" id="{22AEF37C-48E8-B9E5-4534-4E0473793253}"/>
              </a:ext>
            </a:extLst>
          </p:cNvPr>
          <p:cNvSpPr txBox="1"/>
          <p:nvPr/>
        </p:nvSpPr>
        <p:spPr>
          <a:xfrm>
            <a:off x="4522343" y="390338"/>
            <a:ext cx="7180032" cy="733791"/>
          </a:xfrm>
          <a:prstGeom prst="rect">
            <a:avLst/>
          </a:prstGeom>
          <a:noFill/>
        </p:spPr>
        <p:txBody>
          <a:bodyPr wrap="square" rtlCol="1">
            <a:spAutoFit/>
          </a:bodyPr>
          <a:lstStyle/>
          <a:p>
            <a:pPr marL="0" marR="0" lvl="0" indent="0" algn="r" defTabSz="914400" rtl="1" eaLnBrk="1" fontAlgn="auto" latinLnBrk="0" hangingPunct="1">
              <a:lnSpc>
                <a:spcPct val="150000"/>
              </a:lnSpc>
              <a:spcBef>
                <a:spcPts val="0"/>
              </a:spcBef>
              <a:spcAft>
                <a:spcPts val="0"/>
              </a:spcAft>
              <a:buClrTx/>
              <a:buSzTx/>
              <a:buFontTx/>
              <a:buNone/>
              <a:tabLst/>
              <a:defRPr/>
            </a:pPr>
            <a:r>
              <a:rPr kumimoji="0" lang="en-US" sz="3200" b="0" i="0" u="none" strike="noStrike" kern="1200" cap="none" spc="0" normalizeH="0" baseline="0" noProof="0" dirty="0">
                <a:ln>
                  <a:noFill/>
                </a:ln>
                <a:solidFill>
                  <a:prstClr val="white"/>
                </a:solidFill>
                <a:effectLst/>
                <a:uLnTx/>
                <a:uFillTx/>
                <a:latin typeface="Neo Sans Arabic Medium" panose="020B0704030504040204" pitchFamily="34" charset="-78"/>
                <a:cs typeface="Neo Sans Arabic Medium" panose="020B0704030504040204" pitchFamily="34" charset="-78"/>
              </a:rPr>
              <a:t>TOWS Matrix</a:t>
            </a:r>
            <a:endParaRPr kumimoji="0" lang="ar-SA" sz="3200" b="0" i="0" u="none" strike="noStrike" kern="1200" cap="none" spc="0" normalizeH="0" baseline="0" noProof="0" dirty="0">
              <a:ln>
                <a:noFill/>
              </a:ln>
              <a:solidFill>
                <a:prstClr val="white"/>
              </a:solidFill>
              <a:effectLst/>
              <a:uLnTx/>
              <a:uFillTx/>
              <a:latin typeface="Neo Sans Arabic Medium" panose="020B0704030504040204" pitchFamily="34" charset="-78"/>
              <a:cs typeface="Neo Sans Arabic Medium" panose="020B0704030504040204" pitchFamily="34" charset="-78"/>
            </a:endParaRPr>
          </a:p>
        </p:txBody>
      </p:sp>
      <p:graphicFrame>
        <p:nvGraphicFramePr>
          <p:cNvPr id="4" name="جدول 5">
            <a:extLst>
              <a:ext uri="{FF2B5EF4-FFF2-40B4-BE49-F238E27FC236}">
                <a16:creationId xmlns:a16="http://schemas.microsoft.com/office/drawing/2014/main" id="{36411D85-61EB-9EC0-33A2-5CF2DCBD082A}"/>
              </a:ext>
            </a:extLst>
          </p:cNvPr>
          <p:cNvGraphicFramePr>
            <a:graphicFrameLocks noGrp="1"/>
          </p:cNvGraphicFramePr>
          <p:nvPr/>
        </p:nvGraphicFramePr>
        <p:xfrm>
          <a:off x="432138" y="1315092"/>
          <a:ext cx="11327724" cy="4850684"/>
        </p:xfrm>
        <a:graphic>
          <a:graphicData uri="http://schemas.openxmlformats.org/drawingml/2006/table">
            <a:tbl>
              <a:tblPr rtl="1" firstRow="1" bandRow="1"/>
              <a:tblGrid>
                <a:gridCol w="3931109">
                  <a:extLst>
                    <a:ext uri="{9D8B030D-6E8A-4147-A177-3AD203B41FA5}">
                      <a16:colId xmlns:a16="http://schemas.microsoft.com/office/drawing/2014/main" val="3509996526"/>
                    </a:ext>
                  </a:extLst>
                </a:gridCol>
                <a:gridCol w="3755240">
                  <a:extLst>
                    <a:ext uri="{9D8B030D-6E8A-4147-A177-3AD203B41FA5}">
                      <a16:colId xmlns:a16="http://schemas.microsoft.com/office/drawing/2014/main" val="1946176779"/>
                    </a:ext>
                  </a:extLst>
                </a:gridCol>
                <a:gridCol w="3641375">
                  <a:extLst>
                    <a:ext uri="{9D8B030D-6E8A-4147-A177-3AD203B41FA5}">
                      <a16:colId xmlns:a16="http://schemas.microsoft.com/office/drawing/2014/main" val="3489412770"/>
                    </a:ext>
                  </a:extLst>
                </a:gridCol>
              </a:tblGrid>
              <a:tr h="354205">
                <a:tc rowSpan="2">
                  <a:txBody>
                    <a:bodyPr/>
                    <a:lstStyle>
                      <a:lvl1pPr marL="0" algn="r" defTabSz="914400" rtl="1" eaLnBrk="1" latinLnBrk="0" hangingPunct="1">
                        <a:defRPr sz="1800" kern="1200">
                          <a:solidFill>
                            <a:schemeClr val="tx1"/>
                          </a:solidFill>
                          <a:latin typeface="Calibri"/>
                        </a:defRPr>
                      </a:lvl1pPr>
                      <a:lvl2pPr marL="457200" algn="r" defTabSz="914400" rtl="1" eaLnBrk="1" latinLnBrk="0" hangingPunct="1">
                        <a:defRPr sz="1800" kern="1200">
                          <a:solidFill>
                            <a:schemeClr val="tx1"/>
                          </a:solidFill>
                          <a:latin typeface="Calibri"/>
                        </a:defRPr>
                      </a:lvl2pPr>
                      <a:lvl3pPr marL="914400" algn="r" defTabSz="914400" rtl="1" eaLnBrk="1" latinLnBrk="0" hangingPunct="1">
                        <a:defRPr sz="1800" kern="1200">
                          <a:solidFill>
                            <a:schemeClr val="tx1"/>
                          </a:solidFill>
                          <a:latin typeface="Calibri"/>
                        </a:defRPr>
                      </a:lvl3pPr>
                      <a:lvl4pPr marL="1371600" algn="r" defTabSz="914400" rtl="1" eaLnBrk="1" latinLnBrk="0" hangingPunct="1">
                        <a:defRPr sz="1800" kern="1200">
                          <a:solidFill>
                            <a:schemeClr val="tx1"/>
                          </a:solidFill>
                          <a:latin typeface="Calibri"/>
                        </a:defRPr>
                      </a:lvl4pPr>
                      <a:lvl5pPr marL="1828800" algn="r" defTabSz="914400" rtl="1" eaLnBrk="1" latinLnBrk="0" hangingPunct="1">
                        <a:defRPr sz="1800" kern="1200">
                          <a:solidFill>
                            <a:schemeClr val="tx1"/>
                          </a:solidFill>
                          <a:latin typeface="Calibri"/>
                        </a:defRPr>
                      </a:lvl5pPr>
                      <a:lvl6pPr marL="2286000" algn="r" defTabSz="914400" rtl="1" eaLnBrk="1" latinLnBrk="0" hangingPunct="1">
                        <a:defRPr sz="1800" kern="1200">
                          <a:solidFill>
                            <a:schemeClr val="tx1"/>
                          </a:solidFill>
                          <a:latin typeface="Calibri"/>
                        </a:defRPr>
                      </a:lvl6pPr>
                      <a:lvl7pPr marL="2743200" algn="r" defTabSz="914400" rtl="1" eaLnBrk="1" latinLnBrk="0" hangingPunct="1">
                        <a:defRPr sz="1800" kern="1200">
                          <a:solidFill>
                            <a:schemeClr val="tx1"/>
                          </a:solidFill>
                          <a:latin typeface="Calibri"/>
                        </a:defRPr>
                      </a:lvl7pPr>
                      <a:lvl8pPr marL="3200400" algn="r" defTabSz="914400" rtl="1" eaLnBrk="1" latinLnBrk="0" hangingPunct="1">
                        <a:defRPr sz="1800" kern="1200">
                          <a:solidFill>
                            <a:schemeClr val="tx1"/>
                          </a:solidFill>
                          <a:latin typeface="Calibri"/>
                        </a:defRPr>
                      </a:lvl8pPr>
                      <a:lvl9pPr marL="3657600" algn="r" defTabSz="914400" rtl="1" eaLnBrk="1" latinLnBrk="0" hangingPunct="1">
                        <a:defRPr sz="1800" kern="1200">
                          <a:solidFill>
                            <a:schemeClr val="tx1"/>
                          </a:solidFill>
                          <a:latin typeface="Calibri"/>
                        </a:defRPr>
                      </a:lvl9pPr>
                    </a:lstStyle>
                    <a:p>
                      <a:pPr marL="0" marR="0" lvl="0" indent="0" algn="r" defTabSz="914400" rtl="1" eaLnBrk="1" fontAlgn="auto" latinLnBrk="0" hangingPunct="1">
                        <a:lnSpc>
                          <a:spcPct val="100000"/>
                        </a:lnSpc>
                        <a:spcBef>
                          <a:spcPts val="0"/>
                        </a:spcBef>
                        <a:spcAft>
                          <a:spcPts val="0"/>
                        </a:spcAft>
                        <a:buClrTx/>
                        <a:buSzTx/>
                        <a:buFontTx/>
                        <a:buNone/>
                        <a:tabLst/>
                        <a:defRPr/>
                      </a:pPr>
                      <a:endParaRPr lang="ar-SA" sz="1800" dirty="0">
                        <a:solidFill>
                          <a:schemeClr val="bg2">
                            <a:lumMod val="10000"/>
                          </a:schemeClr>
                        </a:solidFill>
                        <a:latin typeface="Neo Sans Arabic Medium" panose="020B0704030504040204" pitchFamily="34" charset="-78"/>
                        <a:cs typeface="Neo Sans Arabic Medium" panose="020B0704030504040204" pitchFamily="34" charset="-78"/>
                      </a:endParaRPr>
                    </a:p>
                    <a:p>
                      <a:pPr marL="0" marR="0" lvl="0" indent="0" algn="r" defTabSz="914400" rtl="1" eaLnBrk="1" fontAlgn="auto" latinLnBrk="0" hangingPunct="1">
                        <a:lnSpc>
                          <a:spcPct val="100000"/>
                        </a:lnSpc>
                        <a:spcBef>
                          <a:spcPts val="0"/>
                        </a:spcBef>
                        <a:spcAft>
                          <a:spcPts val="0"/>
                        </a:spcAft>
                        <a:buClrTx/>
                        <a:buSzTx/>
                        <a:buFontTx/>
                        <a:buNone/>
                        <a:tabLst/>
                        <a:defRPr/>
                      </a:pPr>
                      <a:r>
                        <a:rPr lang="ar-SA" sz="1800" dirty="0">
                          <a:solidFill>
                            <a:schemeClr val="bg2">
                              <a:lumMod val="10000"/>
                            </a:schemeClr>
                          </a:solidFill>
                          <a:latin typeface="Neo Sans Arabic Medium" panose="020B0704030504040204" pitchFamily="34" charset="-78"/>
                          <a:cs typeface="Neo Sans Arabic Medium" panose="020B0704030504040204" pitchFamily="34" charset="-78"/>
                        </a:rPr>
                        <a:t>مجال الاستدامة</a:t>
                      </a:r>
                    </a:p>
                    <a:p>
                      <a:pPr marL="0" marR="0" lvl="0" indent="0" algn="r" defTabSz="914400" rtl="1" eaLnBrk="1" fontAlgn="auto" latinLnBrk="0" hangingPunct="1">
                        <a:lnSpc>
                          <a:spcPct val="100000"/>
                        </a:lnSpc>
                        <a:spcBef>
                          <a:spcPts val="0"/>
                        </a:spcBef>
                        <a:spcAft>
                          <a:spcPts val="0"/>
                        </a:spcAft>
                        <a:buClrTx/>
                        <a:buSzTx/>
                        <a:buFontTx/>
                        <a:buNone/>
                        <a:tabLst/>
                        <a:defRPr/>
                      </a:pPr>
                      <a:endParaRPr lang="ar-SA" sz="1800" dirty="0">
                        <a:solidFill>
                          <a:schemeClr val="bg2">
                            <a:lumMod val="10000"/>
                          </a:schemeClr>
                        </a:solidFill>
                        <a:latin typeface="Neo Sans Arabic Medium" panose="020B0704030504040204" pitchFamily="34" charset="-78"/>
                        <a:cs typeface="Neo Sans Arabic Medium" panose="020B0704030504040204" pitchFamily="34" charset="-78"/>
                      </a:endParaRPr>
                    </a:p>
                    <a:p>
                      <a:pPr marL="0" marR="0" lvl="0" indent="0" algn="ctr" defTabSz="914400" rtl="1" eaLnBrk="1" fontAlgn="auto" latinLnBrk="0" hangingPunct="1">
                        <a:lnSpc>
                          <a:spcPct val="100000"/>
                        </a:lnSpc>
                        <a:spcBef>
                          <a:spcPts val="0"/>
                        </a:spcBef>
                        <a:spcAft>
                          <a:spcPts val="0"/>
                        </a:spcAft>
                        <a:buClrTx/>
                        <a:buSzTx/>
                        <a:buFontTx/>
                        <a:buNone/>
                        <a:tabLst/>
                        <a:defRPr/>
                      </a:pPr>
                      <a:r>
                        <a:rPr lang="ar-SA" sz="1800" dirty="0">
                          <a:solidFill>
                            <a:schemeClr val="bg2">
                              <a:lumMod val="10000"/>
                            </a:schemeClr>
                          </a:solidFill>
                          <a:latin typeface="Neo Sans Arabic Medium" panose="020B0704030504040204" pitchFamily="34" charset="-78"/>
                          <a:cs typeface="Neo Sans Arabic Medium" panose="020B0704030504040204" pitchFamily="34" charset="-78"/>
                        </a:rPr>
                        <a:t>الموارد البشرية</a:t>
                      </a:r>
                    </a:p>
                  </a:txBody>
                  <a:tcPr>
                    <a:lnL w="12700" cmpd="sng">
                      <a:solidFill>
                        <a:sysClr val="window" lastClr="FFFFFF"/>
                      </a:solidFill>
                    </a:lnL>
                    <a:lnR w="12700" cap="flat" cmpd="sng" algn="ctr">
                      <a:solidFill>
                        <a:sysClr val="window" lastClr="FFFFFF"/>
                      </a:solidFill>
                      <a:prstDash val="solid"/>
                      <a:round/>
                      <a:headEnd type="none" w="med" len="med"/>
                      <a:tailEnd type="none" w="med" len="med"/>
                    </a:lnR>
                    <a:lnT w="12700" cmpd="sng">
                      <a:solidFill>
                        <a:sysClr val="window" lastClr="FFFFFF"/>
                      </a:solidFill>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r" defTabSz="914400" rtl="1" eaLnBrk="1" latinLnBrk="0" hangingPunct="1">
                        <a:defRPr sz="1800" kern="1200">
                          <a:solidFill>
                            <a:schemeClr val="tx1"/>
                          </a:solidFill>
                          <a:latin typeface="Calibri"/>
                        </a:defRPr>
                      </a:lvl1pPr>
                      <a:lvl2pPr marL="457200" algn="r" defTabSz="914400" rtl="1" eaLnBrk="1" latinLnBrk="0" hangingPunct="1">
                        <a:defRPr sz="1800" kern="1200">
                          <a:solidFill>
                            <a:schemeClr val="tx1"/>
                          </a:solidFill>
                          <a:latin typeface="Calibri"/>
                        </a:defRPr>
                      </a:lvl2pPr>
                      <a:lvl3pPr marL="914400" algn="r" defTabSz="914400" rtl="1" eaLnBrk="1" latinLnBrk="0" hangingPunct="1">
                        <a:defRPr sz="1800" kern="1200">
                          <a:solidFill>
                            <a:schemeClr val="tx1"/>
                          </a:solidFill>
                          <a:latin typeface="Calibri"/>
                        </a:defRPr>
                      </a:lvl3pPr>
                      <a:lvl4pPr marL="1371600" algn="r" defTabSz="914400" rtl="1" eaLnBrk="1" latinLnBrk="0" hangingPunct="1">
                        <a:defRPr sz="1800" kern="1200">
                          <a:solidFill>
                            <a:schemeClr val="tx1"/>
                          </a:solidFill>
                          <a:latin typeface="Calibri"/>
                        </a:defRPr>
                      </a:lvl4pPr>
                      <a:lvl5pPr marL="1828800" algn="r" defTabSz="914400" rtl="1" eaLnBrk="1" latinLnBrk="0" hangingPunct="1">
                        <a:defRPr sz="1800" kern="1200">
                          <a:solidFill>
                            <a:schemeClr val="tx1"/>
                          </a:solidFill>
                          <a:latin typeface="Calibri"/>
                        </a:defRPr>
                      </a:lvl5pPr>
                      <a:lvl6pPr marL="2286000" algn="r" defTabSz="914400" rtl="1" eaLnBrk="1" latinLnBrk="0" hangingPunct="1">
                        <a:defRPr sz="1800" kern="1200">
                          <a:solidFill>
                            <a:schemeClr val="tx1"/>
                          </a:solidFill>
                          <a:latin typeface="Calibri"/>
                        </a:defRPr>
                      </a:lvl6pPr>
                      <a:lvl7pPr marL="2743200" algn="r" defTabSz="914400" rtl="1" eaLnBrk="1" latinLnBrk="0" hangingPunct="1">
                        <a:defRPr sz="1800" kern="1200">
                          <a:solidFill>
                            <a:schemeClr val="tx1"/>
                          </a:solidFill>
                          <a:latin typeface="Calibri"/>
                        </a:defRPr>
                      </a:lvl7pPr>
                      <a:lvl8pPr marL="3200400" algn="r" defTabSz="914400" rtl="1" eaLnBrk="1" latinLnBrk="0" hangingPunct="1">
                        <a:defRPr sz="1800" kern="1200">
                          <a:solidFill>
                            <a:schemeClr val="tx1"/>
                          </a:solidFill>
                          <a:latin typeface="Calibri"/>
                        </a:defRPr>
                      </a:lvl8pPr>
                      <a:lvl9pPr marL="3657600" algn="r" defTabSz="914400" rtl="1" eaLnBrk="1" latinLnBrk="0" hangingPunct="1">
                        <a:defRPr sz="1800" kern="1200">
                          <a:solidFill>
                            <a:schemeClr val="tx1"/>
                          </a:solidFill>
                          <a:latin typeface="Calibri"/>
                        </a:defRPr>
                      </a:lvl9pPr>
                    </a:lstStyle>
                    <a:p>
                      <a:pPr marL="0" marR="0" lvl="0" indent="0" algn="r" defTabSz="1827886" rtl="1" eaLnBrk="1" fontAlgn="auto" latinLnBrk="0" hangingPunct="1">
                        <a:lnSpc>
                          <a:spcPct val="100000"/>
                        </a:lnSpc>
                        <a:spcBef>
                          <a:spcPts val="0"/>
                        </a:spcBef>
                        <a:spcAft>
                          <a:spcPts val="0"/>
                        </a:spcAft>
                        <a:buClrTx/>
                        <a:buSzTx/>
                        <a:buFontTx/>
                        <a:buNone/>
                        <a:tabLst/>
                        <a:defRPr/>
                      </a:pPr>
                      <a:r>
                        <a:rPr kumimoji="0" lang="ar-SA" sz="1800" b="0" i="0" u="none" strike="noStrike" kern="1200" cap="none" spc="0" normalizeH="0" baseline="0" noProof="0" dirty="0">
                          <a:ln>
                            <a:noFill/>
                          </a:ln>
                          <a:solidFill>
                            <a:srgbClr val="EDF9EF">
                              <a:lumMod val="10000"/>
                            </a:srgbClr>
                          </a:solidFill>
                          <a:effectLst/>
                          <a:highlight>
                            <a:srgbClr val="00FFFF"/>
                          </a:highlight>
                          <a:uLnTx/>
                          <a:uFillTx/>
                          <a:latin typeface="Neo Sans Arabic Medium" panose="020B0704030504040204" pitchFamily="34" charset="-78"/>
                          <a:ea typeface="+mn-ea"/>
                          <a:cs typeface="Neo Sans Arabic Medium" panose="020B0704030504040204" pitchFamily="34" charset="-78"/>
                        </a:rPr>
                        <a:t>نقاط القوة </a:t>
                      </a:r>
                      <a:r>
                        <a:rPr kumimoji="0" lang="ar-SA" sz="1600" b="0" i="0" u="none" strike="noStrike" kern="1200" cap="none" spc="0" normalizeH="0" baseline="0" noProof="0" dirty="0">
                          <a:ln>
                            <a:noFill/>
                          </a:ln>
                          <a:solidFill>
                            <a:srgbClr val="EDF9EF">
                              <a:lumMod val="10000"/>
                            </a:srgbClr>
                          </a:solidFill>
                          <a:effectLst/>
                          <a:highlight>
                            <a:srgbClr val="00FFFF"/>
                          </a:highlight>
                          <a:uLnTx/>
                          <a:uFillTx/>
                          <a:latin typeface="Neo Sans Arabic Medium" panose="020B0704030504040204" pitchFamily="34" charset="-78"/>
                          <a:ea typeface="+mn-ea"/>
                          <a:cs typeface="Neo Sans Arabic Medium" panose="020B0704030504040204" pitchFamily="34" charset="-78"/>
                        </a:rPr>
                        <a:t>- </a:t>
                      </a:r>
                      <a:r>
                        <a:rPr kumimoji="0" lang="en-US" sz="1600" b="0" i="0" u="none" strike="noStrike" kern="1200" cap="none" spc="0" normalizeH="0" baseline="0" noProof="0" dirty="0">
                          <a:ln>
                            <a:noFill/>
                          </a:ln>
                          <a:solidFill>
                            <a:srgbClr val="EDF9EF">
                              <a:lumMod val="10000"/>
                            </a:srgbClr>
                          </a:solidFill>
                          <a:effectLst/>
                          <a:highlight>
                            <a:srgbClr val="00FFFF"/>
                          </a:highlight>
                          <a:uLnTx/>
                          <a:uFillTx/>
                          <a:latin typeface="Neo Sans Arabic Medium" panose="020B0704030504040204" pitchFamily="34" charset="-78"/>
                          <a:ea typeface="+mn-ea"/>
                          <a:cs typeface="Neo Sans Arabic Medium" panose="020B0704030504040204" pitchFamily="34" charset="-78"/>
                        </a:rPr>
                        <a:t>S</a:t>
                      </a:r>
                      <a:endParaRPr kumimoji="0" lang="ar-SA" sz="1600" b="0" i="0" u="none" strike="noStrike" kern="1200" cap="none" spc="0" normalizeH="0" baseline="0" noProof="0" dirty="0">
                        <a:ln>
                          <a:noFill/>
                        </a:ln>
                        <a:solidFill>
                          <a:srgbClr val="EDF9EF">
                            <a:lumMod val="10000"/>
                          </a:srgbClr>
                        </a:solidFill>
                        <a:effectLst/>
                        <a:highlight>
                          <a:srgbClr val="00FFFF"/>
                        </a:highlight>
                        <a:uLnTx/>
                        <a:uFillTx/>
                        <a:latin typeface="Neo Sans Arabic Medium" panose="020B0704030504040204" pitchFamily="34" charset="-78"/>
                        <a:ea typeface="+mn-ea"/>
                        <a:cs typeface="Neo Sans Arabic Medium" panose="020B0704030504040204" pitchFamily="34" charset="-78"/>
                      </a:endParaRP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mpd="sng">
                      <a:solidFill>
                        <a:sysClr val="window" lastClr="FFFFFF"/>
                      </a:solidFill>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r" defTabSz="914400" rtl="1" eaLnBrk="1" latinLnBrk="0" hangingPunct="1">
                        <a:defRPr sz="1800" kern="1200">
                          <a:solidFill>
                            <a:schemeClr val="tx1"/>
                          </a:solidFill>
                          <a:latin typeface="Calibri"/>
                        </a:defRPr>
                      </a:lvl1pPr>
                      <a:lvl2pPr marL="457200" algn="r" defTabSz="914400" rtl="1" eaLnBrk="1" latinLnBrk="0" hangingPunct="1">
                        <a:defRPr sz="1800" kern="1200">
                          <a:solidFill>
                            <a:schemeClr val="tx1"/>
                          </a:solidFill>
                          <a:latin typeface="Calibri"/>
                        </a:defRPr>
                      </a:lvl2pPr>
                      <a:lvl3pPr marL="914400" algn="r" defTabSz="914400" rtl="1" eaLnBrk="1" latinLnBrk="0" hangingPunct="1">
                        <a:defRPr sz="1800" kern="1200">
                          <a:solidFill>
                            <a:schemeClr val="tx1"/>
                          </a:solidFill>
                          <a:latin typeface="Calibri"/>
                        </a:defRPr>
                      </a:lvl3pPr>
                      <a:lvl4pPr marL="1371600" algn="r" defTabSz="914400" rtl="1" eaLnBrk="1" latinLnBrk="0" hangingPunct="1">
                        <a:defRPr sz="1800" kern="1200">
                          <a:solidFill>
                            <a:schemeClr val="tx1"/>
                          </a:solidFill>
                          <a:latin typeface="Calibri"/>
                        </a:defRPr>
                      </a:lvl4pPr>
                      <a:lvl5pPr marL="1828800" algn="r" defTabSz="914400" rtl="1" eaLnBrk="1" latinLnBrk="0" hangingPunct="1">
                        <a:defRPr sz="1800" kern="1200">
                          <a:solidFill>
                            <a:schemeClr val="tx1"/>
                          </a:solidFill>
                          <a:latin typeface="Calibri"/>
                        </a:defRPr>
                      </a:lvl5pPr>
                      <a:lvl6pPr marL="2286000" algn="r" defTabSz="914400" rtl="1" eaLnBrk="1" latinLnBrk="0" hangingPunct="1">
                        <a:defRPr sz="1800" kern="1200">
                          <a:solidFill>
                            <a:schemeClr val="tx1"/>
                          </a:solidFill>
                          <a:latin typeface="Calibri"/>
                        </a:defRPr>
                      </a:lvl6pPr>
                      <a:lvl7pPr marL="2743200" algn="r" defTabSz="914400" rtl="1" eaLnBrk="1" latinLnBrk="0" hangingPunct="1">
                        <a:defRPr sz="1800" kern="1200">
                          <a:solidFill>
                            <a:schemeClr val="tx1"/>
                          </a:solidFill>
                          <a:latin typeface="Calibri"/>
                        </a:defRPr>
                      </a:lvl7pPr>
                      <a:lvl8pPr marL="3200400" algn="r" defTabSz="914400" rtl="1" eaLnBrk="1" latinLnBrk="0" hangingPunct="1">
                        <a:defRPr sz="1800" kern="1200">
                          <a:solidFill>
                            <a:schemeClr val="tx1"/>
                          </a:solidFill>
                          <a:latin typeface="Calibri"/>
                        </a:defRPr>
                      </a:lvl8pPr>
                      <a:lvl9pPr marL="3657600" algn="r" defTabSz="914400" rtl="1" eaLnBrk="1" latinLnBrk="0" hangingPunct="1">
                        <a:defRPr sz="1800" kern="1200">
                          <a:solidFill>
                            <a:schemeClr val="tx1"/>
                          </a:solidFill>
                          <a:latin typeface="Calibri"/>
                        </a:defRPr>
                      </a:lvl9pPr>
                    </a:lstStyle>
                    <a:p>
                      <a:pPr marL="0" algn="r" defTabSz="914400" rtl="1" eaLnBrk="1" latinLnBrk="0" hangingPunct="1"/>
                      <a:r>
                        <a:rPr lang="ar-SA" sz="1800" b="0" kern="1200" dirty="0">
                          <a:solidFill>
                            <a:schemeClr val="bg2">
                              <a:lumMod val="10000"/>
                            </a:schemeClr>
                          </a:solidFill>
                          <a:highlight>
                            <a:srgbClr val="FFFF00"/>
                          </a:highlight>
                          <a:latin typeface="Neo Sans Arabic Medium" panose="020B0704030504040204" pitchFamily="34" charset="-78"/>
                          <a:ea typeface="+mn-ea"/>
                          <a:cs typeface="Neo Sans Arabic Medium" panose="020B0704030504040204" pitchFamily="34" charset="-78"/>
                        </a:rPr>
                        <a:t>نقاط الضعف </a:t>
                      </a:r>
                      <a:r>
                        <a:rPr lang="ar-SA" sz="1600" b="1" kern="1200" dirty="0">
                          <a:solidFill>
                            <a:schemeClr val="bg2">
                              <a:lumMod val="10000"/>
                            </a:schemeClr>
                          </a:solidFill>
                          <a:highlight>
                            <a:srgbClr val="FFFF00"/>
                          </a:highlight>
                          <a:latin typeface="Neo Sans Arabic Medium" panose="020B0704030504040204" pitchFamily="34" charset="-78"/>
                          <a:ea typeface="+mn-ea"/>
                          <a:cs typeface="Neo Sans Arabic Medium" panose="020B0704030504040204" pitchFamily="34" charset="-78"/>
                        </a:rPr>
                        <a:t>- </a:t>
                      </a:r>
                      <a:r>
                        <a:rPr lang="en-US" sz="1600" b="1" kern="1200" dirty="0">
                          <a:solidFill>
                            <a:schemeClr val="bg2">
                              <a:lumMod val="10000"/>
                            </a:schemeClr>
                          </a:solidFill>
                          <a:highlight>
                            <a:srgbClr val="FFFF00"/>
                          </a:highlight>
                          <a:latin typeface="Neo Sans Arabic Medium" panose="020B0704030504040204" pitchFamily="34" charset="-78"/>
                          <a:ea typeface="+mn-ea"/>
                          <a:cs typeface="Neo Sans Arabic Medium" panose="020B0704030504040204" pitchFamily="34" charset="-78"/>
                        </a:rPr>
                        <a:t>W</a:t>
                      </a:r>
                    </a:p>
                  </a:txBody>
                  <a:tcPr>
                    <a:lnL w="12700" cap="flat" cmpd="sng" algn="ctr">
                      <a:solidFill>
                        <a:sysClr val="window" lastClr="FFFFFF"/>
                      </a:solidFill>
                      <a:prstDash val="solid"/>
                      <a:round/>
                      <a:headEnd type="none" w="med" len="med"/>
                      <a:tailEnd type="none" w="med" len="med"/>
                    </a:lnL>
                    <a:lnR w="12700" cmpd="sng">
                      <a:solidFill>
                        <a:sysClr val="window" lastClr="FFFFFF"/>
                      </a:solidFill>
                    </a:lnR>
                    <a:lnT w="12700" cmpd="sng">
                      <a:solidFill>
                        <a:sysClr val="window" lastClr="FFFFFF"/>
                      </a:solidFill>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824328982"/>
                  </a:ext>
                </a:extLst>
              </a:tr>
              <a:tr h="1494975">
                <a:tc vMerge="1">
                  <a:txBody>
                    <a:bodyPr/>
                    <a:lstStyle>
                      <a:lvl1pPr marL="0" algn="l" defTabSz="1827886" rtl="0" eaLnBrk="1" latinLnBrk="0" hangingPunct="1">
                        <a:defRPr sz="3598" b="1" kern="1200">
                          <a:solidFill>
                            <a:schemeClr val="lt1"/>
                          </a:solidFill>
                          <a:latin typeface="Calibri" panose="020F0502020204030204"/>
                        </a:defRPr>
                      </a:lvl1pPr>
                      <a:lvl2pPr marL="913943" algn="l" defTabSz="1827886" rtl="0" eaLnBrk="1" latinLnBrk="0" hangingPunct="1">
                        <a:defRPr sz="3598" b="1" kern="1200">
                          <a:solidFill>
                            <a:schemeClr val="lt1"/>
                          </a:solidFill>
                          <a:latin typeface="Calibri" panose="020F0502020204030204"/>
                        </a:defRPr>
                      </a:lvl2pPr>
                      <a:lvl3pPr marL="1827886" algn="l" defTabSz="1827886" rtl="0" eaLnBrk="1" latinLnBrk="0" hangingPunct="1">
                        <a:defRPr sz="3598" b="1" kern="1200">
                          <a:solidFill>
                            <a:schemeClr val="lt1"/>
                          </a:solidFill>
                          <a:latin typeface="Calibri" panose="020F0502020204030204"/>
                        </a:defRPr>
                      </a:lvl3pPr>
                      <a:lvl4pPr marL="2741828" algn="l" defTabSz="1827886" rtl="0" eaLnBrk="1" latinLnBrk="0" hangingPunct="1">
                        <a:defRPr sz="3598" b="1" kern="1200">
                          <a:solidFill>
                            <a:schemeClr val="lt1"/>
                          </a:solidFill>
                          <a:latin typeface="Calibri" panose="020F0502020204030204"/>
                        </a:defRPr>
                      </a:lvl4pPr>
                      <a:lvl5pPr marL="3655771" algn="l" defTabSz="1827886" rtl="0" eaLnBrk="1" latinLnBrk="0" hangingPunct="1">
                        <a:defRPr sz="3598" b="1" kern="1200">
                          <a:solidFill>
                            <a:schemeClr val="lt1"/>
                          </a:solidFill>
                          <a:latin typeface="Calibri" panose="020F0502020204030204"/>
                        </a:defRPr>
                      </a:lvl5pPr>
                      <a:lvl6pPr marL="4569714" algn="l" defTabSz="1827886" rtl="0" eaLnBrk="1" latinLnBrk="0" hangingPunct="1">
                        <a:defRPr sz="3598" b="1" kern="1200">
                          <a:solidFill>
                            <a:schemeClr val="lt1"/>
                          </a:solidFill>
                          <a:latin typeface="Calibri" panose="020F0502020204030204"/>
                        </a:defRPr>
                      </a:lvl6pPr>
                      <a:lvl7pPr marL="5483657" algn="l" defTabSz="1827886" rtl="0" eaLnBrk="1" latinLnBrk="0" hangingPunct="1">
                        <a:defRPr sz="3598" b="1" kern="1200">
                          <a:solidFill>
                            <a:schemeClr val="lt1"/>
                          </a:solidFill>
                          <a:latin typeface="Calibri" panose="020F0502020204030204"/>
                        </a:defRPr>
                      </a:lvl7pPr>
                      <a:lvl8pPr marL="6397600" algn="l" defTabSz="1827886" rtl="0" eaLnBrk="1" latinLnBrk="0" hangingPunct="1">
                        <a:defRPr sz="3598" b="1" kern="1200">
                          <a:solidFill>
                            <a:schemeClr val="lt1"/>
                          </a:solidFill>
                          <a:latin typeface="Calibri" panose="020F0502020204030204"/>
                        </a:defRPr>
                      </a:lvl8pPr>
                      <a:lvl9pPr marL="7311542" algn="l" defTabSz="1827886" rtl="0" eaLnBrk="1" latinLnBrk="0" hangingPunct="1">
                        <a:defRPr sz="3598" b="1" kern="1200">
                          <a:solidFill>
                            <a:schemeClr val="lt1"/>
                          </a:solidFill>
                          <a:latin typeface="Calibri" panose="020F0502020204030204"/>
                        </a:defRPr>
                      </a:lvl9pPr>
                    </a:lstStyle>
                    <a:p>
                      <a:endParaRPr dirty="0"/>
                    </a:p>
                  </a:txBody>
                  <a:tcPr anchor="ctr">
                    <a:lnL w="12700" cmpd="sng">
                      <a:solidFill>
                        <a:sysClr val="window" lastClr="FFFFFF"/>
                      </a:solidFill>
                    </a:lnL>
                    <a:lnR w="12700" cap="flat" cmpd="sng" algn="ctr">
                      <a:solidFill>
                        <a:schemeClr val="tx1"/>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827886" rtl="0" eaLnBrk="1" latinLnBrk="0" hangingPunct="1">
                        <a:defRPr sz="3598" b="1" kern="1200">
                          <a:solidFill>
                            <a:schemeClr val="lt1"/>
                          </a:solidFill>
                          <a:latin typeface="Calibri" panose="020F0502020204030204"/>
                        </a:defRPr>
                      </a:lvl1pPr>
                      <a:lvl2pPr marL="913943" algn="l" defTabSz="1827886" rtl="0" eaLnBrk="1" latinLnBrk="0" hangingPunct="1">
                        <a:defRPr sz="3598" b="1" kern="1200">
                          <a:solidFill>
                            <a:schemeClr val="lt1"/>
                          </a:solidFill>
                          <a:latin typeface="Calibri" panose="020F0502020204030204"/>
                        </a:defRPr>
                      </a:lvl2pPr>
                      <a:lvl3pPr marL="1827886" algn="l" defTabSz="1827886" rtl="0" eaLnBrk="1" latinLnBrk="0" hangingPunct="1">
                        <a:defRPr sz="3598" b="1" kern="1200">
                          <a:solidFill>
                            <a:schemeClr val="lt1"/>
                          </a:solidFill>
                          <a:latin typeface="Calibri" panose="020F0502020204030204"/>
                        </a:defRPr>
                      </a:lvl3pPr>
                      <a:lvl4pPr marL="2741828" algn="l" defTabSz="1827886" rtl="0" eaLnBrk="1" latinLnBrk="0" hangingPunct="1">
                        <a:defRPr sz="3598" b="1" kern="1200">
                          <a:solidFill>
                            <a:schemeClr val="lt1"/>
                          </a:solidFill>
                          <a:latin typeface="Calibri" panose="020F0502020204030204"/>
                        </a:defRPr>
                      </a:lvl4pPr>
                      <a:lvl5pPr marL="3655771" algn="l" defTabSz="1827886" rtl="0" eaLnBrk="1" latinLnBrk="0" hangingPunct="1">
                        <a:defRPr sz="3598" b="1" kern="1200">
                          <a:solidFill>
                            <a:schemeClr val="lt1"/>
                          </a:solidFill>
                          <a:latin typeface="Calibri" panose="020F0502020204030204"/>
                        </a:defRPr>
                      </a:lvl5pPr>
                      <a:lvl6pPr marL="4569714" algn="l" defTabSz="1827886" rtl="0" eaLnBrk="1" latinLnBrk="0" hangingPunct="1">
                        <a:defRPr sz="3598" b="1" kern="1200">
                          <a:solidFill>
                            <a:schemeClr val="lt1"/>
                          </a:solidFill>
                          <a:latin typeface="Calibri" panose="020F0502020204030204"/>
                        </a:defRPr>
                      </a:lvl6pPr>
                      <a:lvl7pPr marL="5483657" algn="l" defTabSz="1827886" rtl="0" eaLnBrk="1" latinLnBrk="0" hangingPunct="1">
                        <a:defRPr sz="3598" b="1" kern="1200">
                          <a:solidFill>
                            <a:schemeClr val="lt1"/>
                          </a:solidFill>
                          <a:latin typeface="Calibri" panose="020F0502020204030204"/>
                        </a:defRPr>
                      </a:lvl7pPr>
                      <a:lvl8pPr marL="6397600" algn="l" defTabSz="1827886" rtl="0" eaLnBrk="1" latinLnBrk="0" hangingPunct="1">
                        <a:defRPr sz="3598" b="1" kern="1200">
                          <a:solidFill>
                            <a:schemeClr val="lt1"/>
                          </a:solidFill>
                          <a:latin typeface="Calibri" panose="020F0502020204030204"/>
                        </a:defRPr>
                      </a:lvl8pPr>
                      <a:lvl9pPr marL="7311542" algn="l" defTabSz="1827886" rtl="0" eaLnBrk="1" latinLnBrk="0" hangingPunct="1">
                        <a:defRPr sz="3598" b="1" kern="1200">
                          <a:solidFill>
                            <a:schemeClr val="lt1"/>
                          </a:solidFill>
                          <a:latin typeface="Calibri" panose="020F0502020204030204"/>
                        </a:defRPr>
                      </a:lvl9pPr>
                    </a:lstStyle>
                    <a:p>
                      <a:pPr marL="285750" marR="0" lvl="0" indent="-285750" algn="justLow" defTabSz="914400" rtl="1" eaLnBrk="1" fontAlgn="auto" latinLnBrk="0" hangingPunct="1">
                        <a:lnSpc>
                          <a:spcPct val="100000"/>
                        </a:lnSpc>
                        <a:spcBef>
                          <a:spcPts val="0"/>
                        </a:spcBef>
                        <a:spcAft>
                          <a:spcPts val="0"/>
                        </a:spcAft>
                        <a:buClrTx/>
                        <a:buSzTx/>
                        <a:buFont typeface="Courier New" panose="02070309020205020404" pitchFamily="49" charset="0"/>
                        <a:buChar char="o"/>
                        <a:tabLst/>
                        <a:defRPr/>
                      </a:pPr>
                      <a:r>
                        <a:rPr kumimoji="0" lang="ar-SA" sz="1400" b="0" i="0" u="none" strike="noStrike" kern="1200" cap="none" spc="0" normalizeH="0" baseline="0" noProof="0" dirty="0">
                          <a:ln>
                            <a:noFill/>
                          </a:ln>
                          <a:solidFill>
                            <a:schemeClr val="bg2">
                              <a:lumMod val="10000"/>
                            </a:schemeClr>
                          </a:solidFill>
                          <a:effectLst/>
                          <a:uLnTx/>
                          <a:uFillTx/>
                          <a:latin typeface="Neo Sans Arabic Medium" panose="020B0704030504040204" pitchFamily="34" charset="-78"/>
                          <a:ea typeface="+mn-ea"/>
                          <a:cs typeface="Neo Sans Arabic Medium" panose="020B0704030504040204" pitchFamily="34" charset="-78"/>
                        </a:rPr>
                        <a:t>وجود علاقات واسعة مع الجامعات</a:t>
                      </a:r>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1827886" rtl="0" eaLnBrk="1" latinLnBrk="0" hangingPunct="1">
                        <a:defRPr sz="3598" b="1" kern="1200">
                          <a:solidFill>
                            <a:schemeClr val="lt1"/>
                          </a:solidFill>
                          <a:latin typeface="Calibri" panose="020F0502020204030204"/>
                        </a:defRPr>
                      </a:lvl1pPr>
                      <a:lvl2pPr marL="913943" algn="l" defTabSz="1827886" rtl="0" eaLnBrk="1" latinLnBrk="0" hangingPunct="1">
                        <a:defRPr sz="3598" b="1" kern="1200">
                          <a:solidFill>
                            <a:schemeClr val="lt1"/>
                          </a:solidFill>
                          <a:latin typeface="Calibri" panose="020F0502020204030204"/>
                        </a:defRPr>
                      </a:lvl2pPr>
                      <a:lvl3pPr marL="1827886" algn="l" defTabSz="1827886" rtl="0" eaLnBrk="1" latinLnBrk="0" hangingPunct="1">
                        <a:defRPr sz="3598" b="1" kern="1200">
                          <a:solidFill>
                            <a:schemeClr val="lt1"/>
                          </a:solidFill>
                          <a:latin typeface="Calibri" panose="020F0502020204030204"/>
                        </a:defRPr>
                      </a:lvl3pPr>
                      <a:lvl4pPr marL="2741828" algn="l" defTabSz="1827886" rtl="0" eaLnBrk="1" latinLnBrk="0" hangingPunct="1">
                        <a:defRPr sz="3598" b="1" kern="1200">
                          <a:solidFill>
                            <a:schemeClr val="lt1"/>
                          </a:solidFill>
                          <a:latin typeface="Calibri" panose="020F0502020204030204"/>
                        </a:defRPr>
                      </a:lvl4pPr>
                      <a:lvl5pPr marL="3655771" algn="l" defTabSz="1827886" rtl="0" eaLnBrk="1" latinLnBrk="0" hangingPunct="1">
                        <a:defRPr sz="3598" b="1" kern="1200">
                          <a:solidFill>
                            <a:schemeClr val="lt1"/>
                          </a:solidFill>
                          <a:latin typeface="Calibri" panose="020F0502020204030204"/>
                        </a:defRPr>
                      </a:lvl5pPr>
                      <a:lvl6pPr marL="4569714" algn="l" defTabSz="1827886" rtl="0" eaLnBrk="1" latinLnBrk="0" hangingPunct="1">
                        <a:defRPr sz="3598" b="1" kern="1200">
                          <a:solidFill>
                            <a:schemeClr val="lt1"/>
                          </a:solidFill>
                          <a:latin typeface="Calibri" panose="020F0502020204030204"/>
                        </a:defRPr>
                      </a:lvl6pPr>
                      <a:lvl7pPr marL="5483657" algn="l" defTabSz="1827886" rtl="0" eaLnBrk="1" latinLnBrk="0" hangingPunct="1">
                        <a:defRPr sz="3598" b="1" kern="1200">
                          <a:solidFill>
                            <a:schemeClr val="lt1"/>
                          </a:solidFill>
                          <a:latin typeface="Calibri" panose="020F0502020204030204"/>
                        </a:defRPr>
                      </a:lvl7pPr>
                      <a:lvl8pPr marL="6397600" algn="l" defTabSz="1827886" rtl="0" eaLnBrk="1" latinLnBrk="0" hangingPunct="1">
                        <a:defRPr sz="3598" b="1" kern="1200">
                          <a:solidFill>
                            <a:schemeClr val="lt1"/>
                          </a:solidFill>
                          <a:latin typeface="Calibri" panose="020F0502020204030204"/>
                        </a:defRPr>
                      </a:lvl8pPr>
                      <a:lvl9pPr marL="7311542" algn="l" defTabSz="1827886" rtl="0" eaLnBrk="1" latinLnBrk="0" hangingPunct="1">
                        <a:defRPr sz="3598" b="1" kern="1200">
                          <a:solidFill>
                            <a:schemeClr val="lt1"/>
                          </a:solidFill>
                          <a:latin typeface="Calibri" panose="020F0502020204030204"/>
                        </a:defRPr>
                      </a:lvl9pPr>
                    </a:lstStyle>
                    <a:p>
                      <a:pPr marL="342900" indent="-342900" algn="r" defTabSz="914400" rtl="1" eaLnBrk="1" latinLnBrk="0" hangingPunct="1">
                        <a:lnSpc>
                          <a:spcPct val="100000"/>
                        </a:lnSpc>
                        <a:buFont typeface="Courier New" panose="02070309020205020404" pitchFamily="49" charset="0"/>
                        <a:buChar char="o"/>
                      </a:pPr>
                      <a:r>
                        <a:rPr lang="ar-SA" sz="1400" b="0" kern="1200" dirty="0">
                          <a:solidFill>
                            <a:schemeClr val="bg2">
                              <a:lumMod val="10000"/>
                            </a:schemeClr>
                          </a:solidFill>
                          <a:latin typeface="Neo Sans Arabic Medium" panose="020B0704030504040204" pitchFamily="34" charset="-78"/>
                          <a:ea typeface="+mn-ea"/>
                          <a:cs typeface="Neo Sans Arabic Medium" panose="020B0704030504040204" pitchFamily="34" charset="-78"/>
                        </a:rPr>
                        <a:t>تسرب العاملين من وحدة التطوع</a:t>
                      </a:r>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extLst>
                  <a:ext uri="{0D108BD9-81ED-4DB2-BD59-A6C34878D82A}">
                    <a16:rowId xmlns:a16="http://schemas.microsoft.com/office/drawing/2014/main" val="2955168958"/>
                  </a:ext>
                </a:extLst>
              </a:tr>
              <a:tr h="1573657">
                <a:tc>
                  <a:txBody>
                    <a:bodyPr/>
                    <a:lstStyle>
                      <a:lvl1pPr marL="0" algn="r" defTabSz="914400" rtl="1" eaLnBrk="1" latinLnBrk="0" hangingPunct="1">
                        <a:defRPr sz="1800" kern="1200">
                          <a:solidFill>
                            <a:schemeClr val="tx1"/>
                          </a:solidFill>
                          <a:latin typeface="Calibri"/>
                        </a:defRPr>
                      </a:lvl1pPr>
                      <a:lvl2pPr marL="457200" algn="r" defTabSz="914400" rtl="1" eaLnBrk="1" latinLnBrk="0" hangingPunct="1">
                        <a:defRPr sz="1800" kern="1200">
                          <a:solidFill>
                            <a:schemeClr val="tx1"/>
                          </a:solidFill>
                          <a:latin typeface="Calibri"/>
                        </a:defRPr>
                      </a:lvl2pPr>
                      <a:lvl3pPr marL="914400" algn="r" defTabSz="914400" rtl="1" eaLnBrk="1" latinLnBrk="0" hangingPunct="1">
                        <a:defRPr sz="1800" kern="1200">
                          <a:solidFill>
                            <a:schemeClr val="tx1"/>
                          </a:solidFill>
                          <a:latin typeface="Calibri"/>
                        </a:defRPr>
                      </a:lvl3pPr>
                      <a:lvl4pPr marL="1371600" algn="r" defTabSz="914400" rtl="1" eaLnBrk="1" latinLnBrk="0" hangingPunct="1">
                        <a:defRPr sz="1800" kern="1200">
                          <a:solidFill>
                            <a:schemeClr val="tx1"/>
                          </a:solidFill>
                          <a:latin typeface="Calibri"/>
                        </a:defRPr>
                      </a:lvl4pPr>
                      <a:lvl5pPr marL="1828800" algn="r" defTabSz="914400" rtl="1" eaLnBrk="1" latinLnBrk="0" hangingPunct="1">
                        <a:defRPr sz="1800" kern="1200">
                          <a:solidFill>
                            <a:schemeClr val="tx1"/>
                          </a:solidFill>
                          <a:latin typeface="Calibri"/>
                        </a:defRPr>
                      </a:lvl5pPr>
                      <a:lvl6pPr marL="2286000" algn="r" defTabSz="914400" rtl="1" eaLnBrk="1" latinLnBrk="0" hangingPunct="1">
                        <a:defRPr sz="1800" kern="1200">
                          <a:solidFill>
                            <a:schemeClr val="tx1"/>
                          </a:solidFill>
                          <a:latin typeface="Calibri"/>
                        </a:defRPr>
                      </a:lvl6pPr>
                      <a:lvl7pPr marL="2743200" algn="r" defTabSz="914400" rtl="1" eaLnBrk="1" latinLnBrk="0" hangingPunct="1">
                        <a:defRPr sz="1800" kern="1200">
                          <a:solidFill>
                            <a:schemeClr val="tx1"/>
                          </a:solidFill>
                          <a:latin typeface="Calibri"/>
                        </a:defRPr>
                      </a:lvl7pPr>
                      <a:lvl8pPr marL="3200400" algn="r" defTabSz="914400" rtl="1" eaLnBrk="1" latinLnBrk="0" hangingPunct="1">
                        <a:defRPr sz="1800" kern="1200">
                          <a:solidFill>
                            <a:schemeClr val="tx1"/>
                          </a:solidFill>
                          <a:latin typeface="Calibri"/>
                        </a:defRPr>
                      </a:lvl8pPr>
                      <a:lvl9pPr marL="3657600" algn="r" defTabSz="914400" rtl="1" eaLnBrk="1" latinLnBrk="0" hangingPunct="1">
                        <a:defRPr sz="1800" kern="1200">
                          <a:solidFill>
                            <a:schemeClr val="tx1"/>
                          </a:solidFill>
                          <a:latin typeface="Calibri"/>
                        </a:defRPr>
                      </a:lvl9pPr>
                    </a:lstStyle>
                    <a:p>
                      <a:pPr algn="r" rtl="1"/>
                      <a:r>
                        <a:rPr lang="ar-SA" sz="1600" b="0" dirty="0">
                          <a:solidFill>
                            <a:schemeClr val="bg2">
                              <a:lumMod val="10000"/>
                            </a:schemeClr>
                          </a:solidFill>
                          <a:highlight>
                            <a:srgbClr val="FF00FF"/>
                          </a:highlight>
                          <a:latin typeface="Neo Sans Arabic Medium" panose="020B0704030504040204" pitchFamily="34" charset="-78"/>
                          <a:cs typeface="Neo Sans Arabic Medium" panose="020B0704030504040204" pitchFamily="34" charset="-78"/>
                        </a:rPr>
                        <a:t>الفرص – </a:t>
                      </a:r>
                      <a:r>
                        <a:rPr lang="en-US" sz="1600" b="0" dirty="0">
                          <a:solidFill>
                            <a:schemeClr val="bg2">
                              <a:lumMod val="10000"/>
                            </a:schemeClr>
                          </a:solidFill>
                          <a:highlight>
                            <a:srgbClr val="FF00FF"/>
                          </a:highlight>
                          <a:latin typeface="Neo Sans Arabic Medium" panose="020B0704030504040204" pitchFamily="34" charset="-78"/>
                          <a:cs typeface="Neo Sans Arabic Medium" panose="020B0704030504040204" pitchFamily="34" charset="-78"/>
                        </a:rPr>
                        <a:t>O</a:t>
                      </a:r>
                      <a:endParaRPr lang="ar-SA" sz="1600" b="0" dirty="0">
                        <a:solidFill>
                          <a:schemeClr val="bg2">
                            <a:lumMod val="10000"/>
                          </a:schemeClr>
                        </a:solidFill>
                        <a:highlight>
                          <a:srgbClr val="FF00FF"/>
                        </a:highlight>
                        <a:latin typeface="Neo Sans Arabic Medium" panose="020B0704030504040204" pitchFamily="34" charset="-78"/>
                        <a:cs typeface="Neo Sans Arabic Medium" panose="020B0704030504040204" pitchFamily="34" charset="-78"/>
                      </a:endParaRPr>
                    </a:p>
                    <a:p>
                      <a:pPr algn="r" rtl="1"/>
                      <a:endParaRPr lang="ar-SA" sz="1600" b="0" dirty="0">
                        <a:solidFill>
                          <a:schemeClr val="bg2">
                            <a:lumMod val="10000"/>
                          </a:schemeClr>
                        </a:solidFill>
                        <a:highlight>
                          <a:srgbClr val="FF00FF"/>
                        </a:highlight>
                        <a:latin typeface="Neo Sans Arabic Medium" panose="020B0704030504040204" pitchFamily="34" charset="-78"/>
                        <a:cs typeface="Neo Sans Arabic Medium" panose="020B0704030504040204" pitchFamily="34" charset="-78"/>
                      </a:endParaRPr>
                    </a:p>
                    <a:p>
                      <a:pPr algn="r" rtl="1"/>
                      <a:r>
                        <a:rPr lang="ar-SA" sz="1400" b="0" dirty="0">
                          <a:solidFill>
                            <a:schemeClr val="bg2">
                              <a:lumMod val="10000"/>
                            </a:schemeClr>
                          </a:solidFill>
                          <a:latin typeface="Neo Sans Arabic Medium" panose="020B0704030504040204" pitchFamily="34" charset="-78"/>
                          <a:cs typeface="Neo Sans Arabic Medium" panose="020B0704030504040204" pitchFamily="34" charset="-78"/>
                        </a:rPr>
                        <a:t>رغبة طلاب الجامعات في العمل في وحدة التطوع في الجمعية</a:t>
                      </a:r>
                      <a:endParaRPr lang="en-US" sz="1400" b="0" dirty="0">
                        <a:solidFill>
                          <a:schemeClr val="bg2">
                            <a:lumMod val="10000"/>
                          </a:schemeClr>
                        </a:solidFill>
                        <a:latin typeface="Neo Sans Arabic Medium" panose="020B0704030504040204" pitchFamily="34" charset="-78"/>
                        <a:cs typeface="Neo Sans Arabic Medium" panose="020B0704030504040204" pitchFamily="34" charset="-78"/>
                      </a:endParaRPr>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r" defTabSz="914400" rtl="1" eaLnBrk="1" latinLnBrk="0" hangingPunct="1">
                        <a:defRPr sz="1800" kern="1200">
                          <a:solidFill>
                            <a:schemeClr val="tx1"/>
                          </a:solidFill>
                          <a:latin typeface="Calibri"/>
                        </a:defRPr>
                      </a:lvl1pPr>
                      <a:lvl2pPr marL="457200" algn="r" defTabSz="914400" rtl="1" eaLnBrk="1" latinLnBrk="0" hangingPunct="1">
                        <a:defRPr sz="1800" kern="1200">
                          <a:solidFill>
                            <a:schemeClr val="tx1"/>
                          </a:solidFill>
                          <a:latin typeface="Calibri"/>
                        </a:defRPr>
                      </a:lvl2pPr>
                      <a:lvl3pPr marL="914400" algn="r" defTabSz="914400" rtl="1" eaLnBrk="1" latinLnBrk="0" hangingPunct="1">
                        <a:defRPr sz="1800" kern="1200">
                          <a:solidFill>
                            <a:schemeClr val="tx1"/>
                          </a:solidFill>
                          <a:latin typeface="Calibri"/>
                        </a:defRPr>
                      </a:lvl3pPr>
                      <a:lvl4pPr marL="1371600" algn="r" defTabSz="914400" rtl="1" eaLnBrk="1" latinLnBrk="0" hangingPunct="1">
                        <a:defRPr sz="1800" kern="1200">
                          <a:solidFill>
                            <a:schemeClr val="tx1"/>
                          </a:solidFill>
                          <a:latin typeface="Calibri"/>
                        </a:defRPr>
                      </a:lvl4pPr>
                      <a:lvl5pPr marL="1828800" algn="r" defTabSz="914400" rtl="1" eaLnBrk="1" latinLnBrk="0" hangingPunct="1">
                        <a:defRPr sz="1800" kern="1200">
                          <a:solidFill>
                            <a:schemeClr val="tx1"/>
                          </a:solidFill>
                          <a:latin typeface="Calibri"/>
                        </a:defRPr>
                      </a:lvl5pPr>
                      <a:lvl6pPr marL="2286000" algn="r" defTabSz="914400" rtl="1" eaLnBrk="1" latinLnBrk="0" hangingPunct="1">
                        <a:defRPr sz="1800" kern="1200">
                          <a:solidFill>
                            <a:schemeClr val="tx1"/>
                          </a:solidFill>
                          <a:latin typeface="Calibri"/>
                        </a:defRPr>
                      </a:lvl6pPr>
                      <a:lvl7pPr marL="2743200" algn="r" defTabSz="914400" rtl="1" eaLnBrk="1" latinLnBrk="0" hangingPunct="1">
                        <a:defRPr sz="1800" kern="1200">
                          <a:solidFill>
                            <a:schemeClr val="tx1"/>
                          </a:solidFill>
                          <a:latin typeface="Calibri"/>
                        </a:defRPr>
                      </a:lvl7pPr>
                      <a:lvl8pPr marL="3200400" algn="r" defTabSz="914400" rtl="1" eaLnBrk="1" latinLnBrk="0" hangingPunct="1">
                        <a:defRPr sz="1800" kern="1200">
                          <a:solidFill>
                            <a:schemeClr val="tx1"/>
                          </a:solidFill>
                          <a:latin typeface="Calibri"/>
                        </a:defRPr>
                      </a:lvl8pPr>
                      <a:lvl9pPr marL="3657600" algn="r" defTabSz="914400" rtl="1" eaLnBrk="1" latinLnBrk="0" hangingPunct="1">
                        <a:defRPr sz="1800" kern="1200">
                          <a:solidFill>
                            <a:schemeClr val="tx1"/>
                          </a:solidFill>
                          <a:latin typeface="Calibri"/>
                        </a:defRPr>
                      </a:lvl9pPr>
                    </a:lstStyle>
                    <a:p>
                      <a:pPr marL="0" marR="0" lvl="0" indent="0" algn="justLow" defTabSz="914400" rtl="1" eaLnBrk="1" fontAlgn="auto" latinLnBrk="0" hangingPunct="1">
                        <a:lnSpc>
                          <a:spcPct val="100000"/>
                        </a:lnSpc>
                        <a:spcBef>
                          <a:spcPts val="0"/>
                        </a:spcBef>
                        <a:spcAft>
                          <a:spcPts val="0"/>
                        </a:spcAft>
                        <a:buClrTx/>
                        <a:buSzTx/>
                        <a:buFont typeface="Wingdings" panose="05000000000000000000" pitchFamily="2" charset="2"/>
                        <a:buNone/>
                        <a:tabLst/>
                        <a:defRPr/>
                      </a:pPr>
                      <a:r>
                        <a:rPr lang="en-US" sz="1600" b="1" kern="1200" dirty="0">
                          <a:solidFill>
                            <a:schemeClr val="bg2">
                              <a:lumMod val="10000"/>
                            </a:schemeClr>
                          </a:solidFill>
                          <a:latin typeface="Neo Sans Arabic Medium" panose="020B0704030504040204" pitchFamily="34" charset="-78"/>
                          <a:ea typeface="+mn-ea"/>
                          <a:cs typeface="Neo Sans Arabic Medium" panose="020B0704030504040204" pitchFamily="34" charset="-78"/>
                        </a:rPr>
                        <a:t>S-O Strategies</a:t>
                      </a:r>
                      <a:endParaRPr lang="ar-SA" sz="1600" b="1" kern="1200" dirty="0">
                        <a:solidFill>
                          <a:schemeClr val="bg2">
                            <a:lumMod val="10000"/>
                          </a:schemeClr>
                        </a:solidFill>
                        <a:latin typeface="Neo Sans Arabic Medium" panose="020B0704030504040204" pitchFamily="34" charset="-78"/>
                        <a:ea typeface="+mn-ea"/>
                        <a:cs typeface="Neo Sans Arabic Medium" panose="020B0704030504040204" pitchFamily="34" charset="-78"/>
                      </a:endParaRPr>
                    </a:p>
                    <a:p>
                      <a:pPr marL="0" marR="0" lvl="0" indent="0" algn="justLow" defTabSz="914400" rtl="1" eaLnBrk="1" fontAlgn="auto" latinLnBrk="0" hangingPunct="1">
                        <a:lnSpc>
                          <a:spcPct val="100000"/>
                        </a:lnSpc>
                        <a:spcBef>
                          <a:spcPts val="0"/>
                        </a:spcBef>
                        <a:spcAft>
                          <a:spcPts val="0"/>
                        </a:spcAft>
                        <a:buClrTx/>
                        <a:buSzTx/>
                        <a:buFont typeface="Wingdings" panose="05000000000000000000" pitchFamily="2" charset="2"/>
                        <a:buNone/>
                        <a:tabLst/>
                        <a:defRPr/>
                      </a:pPr>
                      <a:endParaRPr lang="ar-SA" sz="1400" b="1" kern="1200" dirty="0">
                        <a:solidFill>
                          <a:schemeClr val="bg2">
                            <a:lumMod val="10000"/>
                          </a:schemeClr>
                        </a:solidFill>
                        <a:latin typeface="Neo Sans Arabic Medium" panose="020B0704030504040204" pitchFamily="34" charset="-78"/>
                        <a:ea typeface="+mn-ea"/>
                        <a:cs typeface="Neo Sans Arabic Medium" panose="020B0704030504040204" pitchFamily="34" charset="-78"/>
                      </a:endParaRPr>
                    </a:p>
                    <a:p>
                      <a:pPr marL="0" marR="0" lvl="0" indent="0" algn="justLow" defTabSz="914400" rtl="1" eaLnBrk="1" fontAlgn="auto" latinLnBrk="0" hangingPunct="1">
                        <a:lnSpc>
                          <a:spcPct val="100000"/>
                        </a:lnSpc>
                        <a:spcBef>
                          <a:spcPts val="0"/>
                        </a:spcBef>
                        <a:spcAft>
                          <a:spcPts val="0"/>
                        </a:spcAft>
                        <a:buClrTx/>
                        <a:buSzTx/>
                        <a:buFont typeface="Wingdings" panose="05000000000000000000" pitchFamily="2" charset="2"/>
                        <a:buNone/>
                        <a:tabLst/>
                        <a:defRPr/>
                      </a:pPr>
                      <a:r>
                        <a:rPr lang="ar-SA" sz="1400" b="0" kern="1200" dirty="0">
                          <a:solidFill>
                            <a:schemeClr val="bg2">
                              <a:lumMod val="10000"/>
                            </a:schemeClr>
                          </a:solidFill>
                          <a:latin typeface="Neo Sans Arabic Medium" panose="020B0704030504040204" pitchFamily="34" charset="-78"/>
                          <a:ea typeface="+mn-ea"/>
                          <a:cs typeface="Neo Sans Arabic Medium" panose="020B0704030504040204" pitchFamily="34" charset="-78"/>
                        </a:rPr>
                        <a:t>استقطاب الكفاءات الطلابية</a:t>
                      </a:r>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r" defTabSz="914400" rtl="1" eaLnBrk="1" latinLnBrk="0" hangingPunct="1">
                        <a:defRPr sz="1800" kern="1200">
                          <a:solidFill>
                            <a:schemeClr val="tx1"/>
                          </a:solidFill>
                          <a:latin typeface="Calibri"/>
                        </a:defRPr>
                      </a:lvl1pPr>
                      <a:lvl2pPr marL="457200" algn="r" defTabSz="914400" rtl="1" eaLnBrk="1" latinLnBrk="0" hangingPunct="1">
                        <a:defRPr sz="1800" kern="1200">
                          <a:solidFill>
                            <a:schemeClr val="tx1"/>
                          </a:solidFill>
                          <a:latin typeface="Calibri"/>
                        </a:defRPr>
                      </a:lvl2pPr>
                      <a:lvl3pPr marL="914400" algn="r" defTabSz="914400" rtl="1" eaLnBrk="1" latinLnBrk="0" hangingPunct="1">
                        <a:defRPr sz="1800" kern="1200">
                          <a:solidFill>
                            <a:schemeClr val="tx1"/>
                          </a:solidFill>
                          <a:latin typeface="Calibri"/>
                        </a:defRPr>
                      </a:lvl3pPr>
                      <a:lvl4pPr marL="1371600" algn="r" defTabSz="914400" rtl="1" eaLnBrk="1" latinLnBrk="0" hangingPunct="1">
                        <a:defRPr sz="1800" kern="1200">
                          <a:solidFill>
                            <a:schemeClr val="tx1"/>
                          </a:solidFill>
                          <a:latin typeface="Calibri"/>
                        </a:defRPr>
                      </a:lvl4pPr>
                      <a:lvl5pPr marL="1828800" algn="r" defTabSz="914400" rtl="1" eaLnBrk="1" latinLnBrk="0" hangingPunct="1">
                        <a:defRPr sz="1800" kern="1200">
                          <a:solidFill>
                            <a:schemeClr val="tx1"/>
                          </a:solidFill>
                          <a:latin typeface="Calibri"/>
                        </a:defRPr>
                      </a:lvl5pPr>
                      <a:lvl6pPr marL="2286000" algn="r" defTabSz="914400" rtl="1" eaLnBrk="1" latinLnBrk="0" hangingPunct="1">
                        <a:defRPr sz="1800" kern="1200">
                          <a:solidFill>
                            <a:schemeClr val="tx1"/>
                          </a:solidFill>
                          <a:latin typeface="Calibri"/>
                        </a:defRPr>
                      </a:lvl6pPr>
                      <a:lvl7pPr marL="2743200" algn="r" defTabSz="914400" rtl="1" eaLnBrk="1" latinLnBrk="0" hangingPunct="1">
                        <a:defRPr sz="1800" kern="1200">
                          <a:solidFill>
                            <a:schemeClr val="tx1"/>
                          </a:solidFill>
                          <a:latin typeface="Calibri"/>
                        </a:defRPr>
                      </a:lvl7pPr>
                      <a:lvl8pPr marL="3200400" algn="r" defTabSz="914400" rtl="1" eaLnBrk="1" latinLnBrk="0" hangingPunct="1">
                        <a:defRPr sz="1800" kern="1200">
                          <a:solidFill>
                            <a:schemeClr val="tx1"/>
                          </a:solidFill>
                          <a:latin typeface="Calibri"/>
                        </a:defRPr>
                      </a:lvl8pPr>
                      <a:lvl9pPr marL="3657600" algn="r" defTabSz="914400" rtl="1" eaLnBrk="1" latinLnBrk="0" hangingPunct="1">
                        <a:defRPr sz="1800" kern="1200">
                          <a:solidFill>
                            <a:schemeClr val="tx1"/>
                          </a:solidFill>
                          <a:latin typeface="Calibri"/>
                        </a:defRPr>
                      </a:lvl9pPr>
                    </a:lstStyle>
                    <a:p>
                      <a:pPr marL="0" marR="0" lvl="0" indent="0" algn="justLow" defTabSz="914400" rtl="1" eaLnBrk="1" fontAlgn="auto" latinLnBrk="0" hangingPunct="1">
                        <a:lnSpc>
                          <a:spcPct val="100000"/>
                        </a:lnSpc>
                        <a:spcBef>
                          <a:spcPts val="0"/>
                        </a:spcBef>
                        <a:spcAft>
                          <a:spcPts val="0"/>
                        </a:spcAft>
                        <a:buClrTx/>
                        <a:buSzTx/>
                        <a:buFont typeface="Courier New" panose="02070309020205020404" pitchFamily="49" charset="0"/>
                        <a:buNone/>
                        <a:tabLst/>
                        <a:defRPr/>
                      </a:pPr>
                      <a:r>
                        <a:rPr lang="en-US" sz="1600" b="0" kern="1200" dirty="0">
                          <a:solidFill>
                            <a:schemeClr val="bg2">
                              <a:lumMod val="10000"/>
                            </a:schemeClr>
                          </a:solidFill>
                          <a:latin typeface="Neo Sans Arabic Medium" panose="020B0704030504040204" pitchFamily="34" charset="-78"/>
                          <a:ea typeface="+mn-ea"/>
                          <a:cs typeface="Neo Sans Arabic Medium" panose="020B0704030504040204" pitchFamily="34" charset="-78"/>
                        </a:rPr>
                        <a:t>W-O Strategies</a:t>
                      </a:r>
                      <a:endParaRPr lang="ar-SA" sz="1600" b="0" kern="1200" dirty="0">
                        <a:solidFill>
                          <a:schemeClr val="bg2">
                            <a:lumMod val="10000"/>
                          </a:schemeClr>
                        </a:solidFill>
                        <a:latin typeface="Neo Sans Arabic Medium" panose="020B0704030504040204" pitchFamily="34" charset="-78"/>
                        <a:ea typeface="+mn-ea"/>
                        <a:cs typeface="Neo Sans Arabic Medium" panose="020B0704030504040204" pitchFamily="34" charset="-78"/>
                      </a:endParaRPr>
                    </a:p>
                    <a:p>
                      <a:pPr marL="0" marR="0" lvl="0" indent="0" algn="justLow" defTabSz="914400" rtl="1" eaLnBrk="1" fontAlgn="auto" latinLnBrk="0" hangingPunct="1">
                        <a:lnSpc>
                          <a:spcPct val="100000"/>
                        </a:lnSpc>
                        <a:spcBef>
                          <a:spcPts val="0"/>
                        </a:spcBef>
                        <a:spcAft>
                          <a:spcPts val="0"/>
                        </a:spcAft>
                        <a:buClrTx/>
                        <a:buSzTx/>
                        <a:buFont typeface="Courier New" panose="02070309020205020404" pitchFamily="49" charset="0"/>
                        <a:buNone/>
                        <a:tabLst/>
                        <a:defRPr/>
                      </a:pPr>
                      <a:endParaRPr lang="ar-SA" sz="1600" b="0" kern="1200" dirty="0">
                        <a:solidFill>
                          <a:schemeClr val="bg2">
                            <a:lumMod val="10000"/>
                          </a:schemeClr>
                        </a:solidFill>
                        <a:latin typeface="Neo Sans Arabic Medium" panose="020B0704030504040204" pitchFamily="34" charset="-78"/>
                        <a:ea typeface="+mn-ea"/>
                        <a:cs typeface="Neo Sans Arabic Medium" panose="020B0704030504040204" pitchFamily="34" charset="-78"/>
                      </a:endParaRPr>
                    </a:p>
                    <a:p>
                      <a:pPr marL="0" marR="0" lvl="0" indent="0" algn="justLow" defTabSz="914400" rtl="1" eaLnBrk="1" fontAlgn="auto" latinLnBrk="0" hangingPunct="1">
                        <a:lnSpc>
                          <a:spcPct val="100000"/>
                        </a:lnSpc>
                        <a:spcBef>
                          <a:spcPts val="0"/>
                        </a:spcBef>
                        <a:spcAft>
                          <a:spcPts val="0"/>
                        </a:spcAft>
                        <a:buClrTx/>
                        <a:buSzTx/>
                        <a:buFont typeface="Courier New" panose="02070309020205020404" pitchFamily="49" charset="0"/>
                        <a:buNone/>
                        <a:tabLst/>
                        <a:defRPr/>
                      </a:pPr>
                      <a:r>
                        <a:rPr lang="ar-SA" sz="1400" b="0" kern="1200" dirty="0">
                          <a:solidFill>
                            <a:schemeClr val="bg2">
                              <a:lumMod val="10000"/>
                            </a:schemeClr>
                          </a:solidFill>
                          <a:latin typeface="Neo Sans Arabic Medium" panose="020B0704030504040204" pitchFamily="34" charset="-78"/>
                          <a:ea typeface="+mn-ea"/>
                          <a:cs typeface="Neo Sans Arabic Medium" panose="020B0704030504040204" pitchFamily="34" charset="-78"/>
                        </a:rPr>
                        <a:t>تفعيل برنامج الولاء</a:t>
                      </a:r>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extLst>
                  <a:ext uri="{0D108BD9-81ED-4DB2-BD59-A6C34878D82A}">
                    <a16:rowId xmlns:a16="http://schemas.microsoft.com/office/drawing/2014/main" val="1305106772"/>
                  </a:ext>
                </a:extLst>
              </a:tr>
              <a:tr h="1416292">
                <a:tc>
                  <a:txBody>
                    <a:bodyPr/>
                    <a:lstStyle>
                      <a:lvl1pPr marL="0" algn="r" defTabSz="914400" rtl="1" eaLnBrk="1" latinLnBrk="0" hangingPunct="1">
                        <a:defRPr sz="1800" kern="1200">
                          <a:solidFill>
                            <a:schemeClr val="tx1"/>
                          </a:solidFill>
                          <a:latin typeface="Calibri"/>
                        </a:defRPr>
                      </a:lvl1pPr>
                      <a:lvl2pPr marL="457200" algn="r" defTabSz="914400" rtl="1" eaLnBrk="1" latinLnBrk="0" hangingPunct="1">
                        <a:defRPr sz="1800" kern="1200">
                          <a:solidFill>
                            <a:schemeClr val="tx1"/>
                          </a:solidFill>
                          <a:latin typeface="Calibri"/>
                        </a:defRPr>
                      </a:lvl2pPr>
                      <a:lvl3pPr marL="914400" algn="r" defTabSz="914400" rtl="1" eaLnBrk="1" latinLnBrk="0" hangingPunct="1">
                        <a:defRPr sz="1800" kern="1200">
                          <a:solidFill>
                            <a:schemeClr val="tx1"/>
                          </a:solidFill>
                          <a:latin typeface="Calibri"/>
                        </a:defRPr>
                      </a:lvl3pPr>
                      <a:lvl4pPr marL="1371600" algn="r" defTabSz="914400" rtl="1" eaLnBrk="1" latinLnBrk="0" hangingPunct="1">
                        <a:defRPr sz="1800" kern="1200">
                          <a:solidFill>
                            <a:schemeClr val="tx1"/>
                          </a:solidFill>
                          <a:latin typeface="Calibri"/>
                        </a:defRPr>
                      </a:lvl4pPr>
                      <a:lvl5pPr marL="1828800" algn="r" defTabSz="914400" rtl="1" eaLnBrk="1" latinLnBrk="0" hangingPunct="1">
                        <a:defRPr sz="1800" kern="1200">
                          <a:solidFill>
                            <a:schemeClr val="tx1"/>
                          </a:solidFill>
                          <a:latin typeface="Calibri"/>
                        </a:defRPr>
                      </a:lvl5pPr>
                      <a:lvl6pPr marL="2286000" algn="r" defTabSz="914400" rtl="1" eaLnBrk="1" latinLnBrk="0" hangingPunct="1">
                        <a:defRPr sz="1800" kern="1200">
                          <a:solidFill>
                            <a:schemeClr val="tx1"/>
                          </a:solidFill>
                          <a:latin typeface="Calibri"/>
                        </a:defRPr>
                      </a:lvl6pPr>
                      <a:lvl7pPr marL="2743200" algn="r" defTabSz="914400" rtl="1" eaLnBrk="1" latinLnBrk="0" hangingPunct="1">
                        <a:defRPr sz="1800" kern="1200">
                          <a:solidFill>
                            <a:schemeClr val="tx1"/>
                          </a:solidFill>
                          <a:latin typeface="Calibri"/>
                        </a:defRPr>
                      </a:lvl7pPr>
                      <a:lvl8pPr marL="3200400" algn="r" defTabSz="914400" rtl="1" eaLnBrk="1" latinLnBrk="0" hangingPunct="1">
                        <a:defRPr sz="1800" kern="1200">
                          <a:solidFill>
                            <a:schemeClr val="tx1"/>
                          </a:solidFill>
                          <a:latin typeface="Calibri"/>
                        </a:defRPr>
                      </a:lvl8pPr>
                      <a:lvl9pPr marL="3657600" algn="r" defTabSz="914400" rtl="1" eaLnBrk="1" latinLnBrk="0" hangingPunct="1">
                        <a:defRPr sz="1800" kern="1200">
                          <a:solidFill>
                            <a:schemeClr val="tx1"/>
                          </a:solidFill>
                          <a:latin typeface="Calibri"/>
                        </a:defRPr>
                      </a:lvl9pPr>
                    </a:lstStyle>
                    <a:p>
                      <a:pPr algn="r" rtl="1"/>
                      <a:r>
                        <a:rPr lang="ar-SA" sz="1600" b="0" dirty="0">
                          <a:solidFill>
                            <a:schemeClr val="bg2">
                              <a:lumMod val="10000"/>
                            </a:schemeClr>
                          </a:solidFill>
                          <a:highlight>
                            <a:srgbClr val="FF0000"/>
                          </a:highlight>
                          <a:latin typeface="Neo Sans Arabic Medium" panose="020B0704030504040204" pitchFamily="34" charset="-78"/>
                          <a:cs typeface="Neo Sans Arabic Medium" panose="020B0704030504040204" pitchFamily="34" charset="-78"/>
                        </a:rPr>
                        <a:t>التحديات</a:t>
                      </a:r>
                      <a:r>
                        <a:rPr lang="ar-SA" sz="1600" b="1" dirty="0">
                          <a:solidFill>
                            <a:schemeClr val="bg2">
                              <a:lumMod val="10000"/>
                            </a:schemeClr>
                          </a:solidFill>
                          <a:highlight>
                            <a:srgbClr val="FF0000"/>
                          </a:highlight>
                          <a:latin typeface="Neo Sans Arabic Medium" panose="020B0704030504040204" pitchFamily="34" charset="-78"/>
                          <a:cs typeface="Neo Sans Arabic Medium" panose="020B0704030504040204" pitchFamily="34" charset="-78"/>
                        </a:rPr>
                        <a:t> – </a:t>
                      </a:r>
                      <a:r>
                        <a:rPr lang="en-US" sz="1600" b="1" dirty="0">
                          <a:solidFill>
                            <a:schemeClr val="bg2">
                              <a:lumMod val="10000"/>
                            </a:schemeClr>
                          </a:solidFill>
                          <a:highlight>
                            <a:srgbClr val="FF0000"/>
                          </a:highlight>
                          <a:latin typeface="Neo Sans Arabic Medium" panose="020B0704030504040204" pitchFamily="34" charset="-78"/>
                          <a:cs typeface="Neo Sans Arabic Medium" panose="020B0704030504040204" pitchFamily="34" charset="-78"/>
                        </a:rPr>
                        <a:t>T</a:t>
                      </a:r>
                      <a:endParaRPr lang="ar-SA" sz="1600" b="1" dirty="0">
                        <a:solidFill>
                          <a:schemeClr val="bg2">
                            <a:lumMod val="10000"/>
                          </a:schemeClr>
                        </a:solidFill>
                        <a:highlight>
                          <a:srgbClr val="FF0000"/>
                        </a:highlight>
                        <a:latin typeface="Neo Sans Arabic Medium" panose="020B0704030504040204" pitchFamily="34" charset="-78"/>
                        <a:cs typeface="Neo Sans Arabic Medium" panose="020B0704030504040204" pitchFamily="34" charset="-78"/>
                      </a:endParaRPr>
                    </a:p>
                    <a:p>
                      <a:pPr algn="r" rtl="1"/>
                      <a:endParaRPr lang="ar-SA" sz="1600" b="1" dirty="0">
                        <a:solidFill>
                          <a:schemeClr val="bg2">
                            <a:lumMod val="10000"/>
                          </a:schemeClr>
                        </a:solidFill>
                        <a:highlight>
                          <a:srgbClr val="FF0000"/>
                        </a:highlight>
                        <a:latin typeface="Neo Sans Arabic Medium" panose="020B0704030504040204" pitchFamily="34" charset="-78"/>
                        <a:cs typeface="Neo Sans Arabic Medium" panose="020B0704030504040204" pitchFamily="34" charset="-78"/>
                      </a:endParaRPr>
                    </a:p>
                    <a:p>
                      <a:pPr algn="r" rtl="1"/>
                      <a:r>
                        <a:rPr lang="ar-SA" sz="1400" b="0" dirty="0">
                          <a:solidFill>
                            <a:schemeClr val="bg2">
                              <a:lumMod val="10000"/>
                            </a:schemeClr>
                          </a:solidFill>
                          <a:latin typeface="Neo Sans Arabic Medium" panose="020B0704030504040204" pitchFamily="34" charset="-78"/>
                          <a:cs typeface="Neo Sans Arabic Medium" panose="020B0704030504040204" pitchFamily="34" charset="-78"/>
                        </a:rPr>
                        <a:t>وجود جهات منافسة تستقطب طلاب الجامعات</a:t>
                      </a:r>
                      <a:endParaRPr lang="en-US" sz="1400" b="0" dirty="0">
                        <a:solidFill>
                          <a:schemeClr val="bg2">
                            <a:lumMod val="10000"/>
                          </a:schemeClr>
                        </a:solidFill>
                        <a:latin typeface="Neo Sans Arabic Medium" panose="020B0704030504040204" pitchFamily="34" charset="-78"/>
                        <a:cs typeface="Neo Sans Arabic Medium" panose="020B0704030504040204" pitchFamily="34" charset="-78"/>
                      </a:endParaRPr>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r" defTabSz="914400" rtl="1" eaLnBrk="1" latinLnBrk="0" hangingPunct="1">
                        <a:defRPr sz="1800" kern="1200">
                          <a:solidFill>
                            <a:schemeClr val="tx1"/>
                          </a:solidFill>
                          <a:latin typeface="Calibri"/>
                        </a:defRPr>
                      </a:lvl1pPr>
                      <a:lvl2pPr marL="457200" algn="r" defTabSz="914400" rtl="1" eaLnBrk="1" latinLnBrk="0" hangingPunct="1">
                        <a:defRPr sz="1800" kern="1200">
                          <a:solidFill>
                            <a:schemeClr val="tx1"/>
                          </a:solidFill>
                          <a:latin typeface="Calibri"/>
                        </a:defRPr>
                      </a:lvl2pPr>
                      <a:lvl3pPr marL="914400" algn="r" defTabSz="914400" rtl="1" eaLnBrk="1" latinLnBrk="0" hangingPunct="1">
                        <a:defRPr sz="1800" kern="1200">
                          <a:solidFill>
                            <a:schemeClr val="tx1"/>
                          </a:solidFill>
                          <a:latin typeface="Calibri"/>
                        </a:defRPr>
                      </a:lvl3pPr>
                      <a:lvl4pPr marL="1371600" algn="r" defTabSz="914400" rtl="1" eaLnBrk="1" latinLnBrk="0" hangingPunct="1">
                        <a:defRPr sz="1800" kern="1200">
                          <a:solidFill>
                            <a:schemeClr val="tx1"/>
                          </a:solidFill>
                          <a:latin typeface="Calibri"/>
                        </a:defRPr>
                      </a:lvl4pPr>
                      <a:lvl5pPr marL="1828800" algn="r" defTabSz="914400" rtl="1" eaLnBrk="1" latinLnBrk="0" hangingPunct="1">
                        <a:defRPr sz="1800" kern="1200">
                          <a:solidFill>
                            <a:schemeClr val="tx1"/>
                          </a:solidFill>
                          <a:latin typeface="Calibri"/>
                        </a:defRPr>
                      </a:lvl5pPr>
                      <a:lvl6pPr marL="2286000" algn="r" defTabSz="914400" rtl="1" eaLnBrk="1" latinLnBrk="0" hangingPunct="1">
                        <a:defRPr sz="1800" kern="1200">
                          <a:solidFill>
                            <a:schemeClr val="tx1"/>
                          </a:solidFill>
                          <a:latin typeface="Calibri"/>
                        </a:defRPr>
                      </a:lvl6pPr>
                      <a:lvl7pPr marL="2743200" algn="r" defTabSz="914400" rtl="1" eaLnBrk="1" latinLnBrk="0" hangingPunct="1">
                        <a:defRPr sz="1800" kern="1200">
                          <a:solidFill>
                            <a:schemeClr val="tx1"/>
                          </a:solidFill>
                          <a:latin typeface="Calibri"/>
                        </a:defRPr>
                      </a:lvl7pPr>
                      <a:lvl8pPr marL="3200400" algn="r" defTabSz="914400" rtl="1" eaLnBrk="1" latinLnBrk="0" hangingPunct="1">
                        <a:defRPr sz="1800" kern="1200">
                          <a:solidFill>
                            <a:schemeClr val="tx1"/>
                          </a:solidFill>
                          <a:latin typeface="Calibri"/>
                        </a:defRPr>
                      </a:lvl8pPr>
                      <a:lvl9pPr marL="3657600" algn="r" defTabSz="914400" rtl="1" eaLnBrk="1" latinLnBrk="0" hangingPunct="1">
                        <a:defRPr sz="1800" kern="1200">
                          <a:solidFill>
                            <a:schemeClr val="tx1"/>
                          </a:solidFill>
                          <a:latin typeface="Calibri"/>
                        </a:defRPr>
                      </a:lvl9pPr>
                    </a:lstStyle>
                    <a:p>
                      <a:pPr marL="0" marR="0" lvl="0" indent="0" algn="justLow" defTabSz="914400" rtl="1" eaLnBrk="1" fontAlgn="auto" latinLnBrk="0" hangingPunct="1">
                        <a:lnSpc>
                          <a:spcPct val="100000"/>
                        </a:lnSpc>
                        <a:spcBef>
                          <a:spcPts val="0"/>
                        </a:spcBef>
                        <a:spcAft>
                          <a:spcPts val="0"/>
                        </a:spcAft>
                        <a:buClrTx/>
                        <a:buSzTx/>
                        <a:buFont typeface="Wingdings" panose="05000000000000000000" pitchFamily="2" charset="2"/>
                        <a:buNone/>
                        <a:tabLst/>
                        <a:defRPr/>
                      </a:pPr>
                      <a:r>
                        <a:rPr lang="en-US" sz="1600" b="1" kern="1200" dirty="0">
                          <a:solidFill>
                            <a:schemeClr val="bg2">
                              <a:lumMod val="10000"/>
                            </a:schemeClr>
                          </a:solidFill>
                          <a:latin typeface="Neo Sans Arabic Medium" panose="020B0704030504040204" pitchFamily="34" charset="-78"/>
                          <a:ea typeface="+mn-ea"/>
                          <a:cs typeface="Neo Sans Arabic Medium" panose="020B0704030504040204" pitchFamily="34" charset="-78"/>
                        </a:rPr>
                        <a:t>S-T Strategies</a:t>
                      </a:r>
                      <a:endParaRPr lang="ar-SA" sz="1600" b="1" kern="1200" dirty="0">
                        <a:solidFill>
                          <a:schemeClr val="bg2">
                            <a:lumMod val="10000"/>
                          </a:schemeClr>
                        </a:solidFill>
                        <a:latin typeface="Neo Sans Arabic Medium" panose="020B0704030504040204" pitchFamily="34" charset="-78"/>
                        <a:ea typeface="+mn-ea"/>
                        <a:cs typeface="Neo Sans Arabic Medium" panose="020B0704030504040204" pitchFamily="34" charset="-78"/>
                      </a:endParaRPr>
                    </a:p>
                    <a:p>
                      <a:pPr marL="0" marR="0" lvl="0" indent="0" algn="justLow" defTabSz="914400" rtl="1" eaLnBrk="1" fontAlgn="auto" latinLnBrk="0" hangingPunct="1">
                        <a:lnSpc>
                          <a:spcPct val="100000"/>
                        </a:lnSpc>
                        <a:spcBef>
                          <a:spcPts val="0"/>
                        </a:spcBef>
                        <a:spcAft>
                          <a:spcPts val="0"/>
                        </a:spcAft>
                        <a:buClrTx/>
                        <a:buSzTx/>
                        <a:buFont typeface="Wingdings" panose="05000000000000000000" pitchFamily="2" charset="2"/>
                        <a:buNone/>
                        <a:tabLst/>
                        <a:defRPr/>
                      </a:pPr>
                      <a:endParaRPr lang="ar-SA" sz="1600" b="1" kern="1200" dirty="0">
                        <a:solidFill>
                          <a:schemeClr val="bg2">
                            <a:lumMod val="10000"/>
                          </a:schemeClr>
                        </a:solidFill>
                        <a:latin typeface="Neo Sans Arabic Medium" panose="020B0704030504040204" pitchFamily="34" charset="-78"/>
                        <a:ea typeface="+mn-ea"/>
                        <a:cs typeface="Neo Sans Arabic Medium" panose="020B0704030504040204" pitchFamily="34" charset="-78"/>
                      </a:endParaRPr>
                    </a:p>
                    <a:p>
                      <a:pPr marL="0" marR="0" lvl="0" indent="0" algn="justLow" defTabSz="914400" rtl="1" eaLnBrk="1" fontAlgn="auto" latinLnBrk="0" hangingPunct="1">
                        <a:lnSpc>
                          <a:spcPct val="100000"/>
                        </a:lnSpc>
                        <a:spcBef>
                          <a:spcPts val="0"/>
                        </a:spcBef>
                        <a:spcAft>
                          <a:spcPts val="0"/>
                        </a:spcAft>
                        <a:buClrTx/>
                        <a:buSzTx/>
                        <a:buFont typeface="Wingdings" panose="05000000000000000000" pitchFamily="2" charset="2"/>
                        <a:buNone/>
                        <a:tabLst/>
                        <a:defRPr/>
                      </a:pPr>
                      <a:endParaRPr lang="ar-SA" sz="1600" b="1" kern="1200" dirty="0">
                        <a:solidFill>
                          <a:schemeClr val="bg2">
                            <a:lumMod val="10000"/>
                          </a:schemeClr>
                        </a:solidFill>
                        <a:latin typeface="Neo Sans Arabic Medium" panose="020B0704030504040204" pitchFamily="34" charset="-78"/>
                        <a:ea typeface="+mn-ea"/>
                        <a:cs typeface="Neo Sans Arabic Medium" panose="020B0704030504040204" pitchFamily="34" charset="-78"/>
                      </a:endParaRPr>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r" defTabSz="914400" rtl="1" eaLnBrk="1" latinLnBrk="0" hangingPunct="1">
                        <a:defRPr sz="1800" kern="1200">
                          <a:solidFill>
                            <a:schemeClr val="tx1"/>
                          </a:solidFill>
                          <a:latin typeface="Calibri"/>
                        </a:defRPr>
                      </a:lvl1pPr>
                      <a:lvl2pPr marL="457200" algn="r" defTabSz="914400" rtl="1" eaLnBrk="1" latinLnBrk="0" hangingPunct="1">
                        <a:defRPr sz="1800" kern="1200">
                          <a:solidFill>
                            <a:schemeClr val="tx1"/>
                          </a:solidFill>
                          <a:latin typeface="Calibri"/>
                        </a:defRPr>
                      </a:lvl2pPr>
                      <a:lvl3pPr marL="914400" algn="r" defTabSz="914400" rtl="1" eaLnBrk="1" latinLnBrk="0" hangingPunct="1">
                        <a:defRPr sz="1800" kern="1200">
                          <a:solidFill>
                            <a:schemeClr val="tx1"/>
                          </a:solidFill>
                          <a:latin typeface="Calibri"/>
                        </a:defRPr>
                      </a:lvl3pPr>
                      <a:lvl4pPr marL="1371600" algn="r" defTabSz="914400" rtl="1" eaLnBrk="1" latinLnBrk="0" hangingPunct="1">
                        <a:defRPr sz="1800" kern="1200">
                          <a:solidFill>
                            <a:schemeClr val="tx1"/>
                          </a:solidFill>
                          <a:latin typeface="Calibri"/>
                        </a:defRPr>
                      </a:lvl4pPr>
                      <a:lvl5pPr marL="1828800" algn="r" defTabSz="914400" rtl="1" eaLnBrk="1" latinLnBrk="0" hangingPunct="1">
                        <a:defRPr sz="1800" kern="1200">
                          <a:solidFill>
                            <a:schemeClr val="tx1"/>
                          </a:solidFill>
                          <a:latin typeface="Calibri"/>
                        </a:defRPr>
                      </a:lvl5pPr>
                      <a:lvl6pPr marL="2286000" algn="r" defTabSz="914400" rtl="1" eaLnBrk="1" latinLnBrk="0" hangingPunct="1">
                        <a:defRPr sz="1800" kern="1200">
                          <a:solidFill>
                            <a:schemeClr val="tx1"/>
                          </a:solidFill>
                          <a:latin typeface="Calibri"/>
                        </a:defRPr>
                      </a:lvl6pPr>
                      <a:lvl7pPr marL="2743200" algn="r" defTabSz="914400" rtl="1" eaLnBrk="1" latinLnBrk="0" hangingPunct="1">
                        <a:defRPr sz="1800" kern="1200">
                          <a:solidFill>
                            <a:schemeClr val="tx1"/>
                          </a:solidFill>
                          <a:latin typeface="Calibri"/>
                        </a:defRPr>
                      </a:lvl7pPr>
                      <a:lvl8pPr marL="3200400" algn="r" defTabSz="914400" rtl="1" eaLnBrk="1" latinLnBrk="0" hangingPunct="1">
                        <a:defRPr sz="1800" kern="1200">
                          <a:solidFill>
                            <a:schemeClr val="tx1"/>
                          </a:solidFill>
                          <a:latin typeface="Calibri"/>
                        </a:defRPr>
                      </a:lvl8pPr>
                      <a:lvl9pPr marL="3657600" algn="r" defTabSz="914400" rtl="1" eaLnBrk="1" latinLnBrk="0" hangingPunct="1">
                        <a:defRPr sz="1800" kern="1200">
                          <a:solidFill>
                            <a:schemeClr val="tx1"/>
                          </a:solidFill>
                          <a:latin typeface="Calibri"/>
                        </a:defRPr>
                      </a:lvl9pPr>
                    </a:lstStyle>
                    <a:p>
                      <a:pPr marL="0" marR="0" lvl="0" indent="0" algn="justLow" defTabSz="914400" rtl="1" eaLnBrk="1" fontAlgn="auto" latinLnBrk="0" hangingPunct="1">
                        <a:lnSpc>
                          <a:spcPct val="100000"/>
                        </a:lnSpc>
                        <a:spcBef>
                          <a:spcPts val="0"/>
                        </a:spcBef>
                        <a:spcAft>
                          <a:spcPts val="0"/>
                        </a:spcAft>
                        <a:buClrTx/>
                        <a:buSzTx/>
                        <a:buFont typeface="Wingdings" panose="05000000000000000000" pitchFamily="2" charset="2"/>
                        <a:buNone/>
                        <a:tabLst/>
                        <a:defRPr/>
                      </a:pPr>
                      <a:r>
                        <a:rPr lang="en-US" sz="1600" b="1" kern="1200" dirty="0">
                          <a:solidFill>
                            <a:schemeClr val="bg2">
                              <a:lumMod val="10000"/>
                            </a:schemeClr>
                          </a:solidFill>
                          <a:latin typeface="Neo Sans Arabic Medium" panose="020B0704030504040204" pitchFamily="34" charset="-78"/>
                          <a:ea typeface="+mn-ea"/>
                          <a:cs typeface="Neo Sans Arabic Medium" panose="020B0704030504040204" pitchFamily="34" charset="-78"/>
                        </a:rPr>
                        <a:t>W-T Strategies</a:t>
                      </a:r>
                      <a:endParaRPr lang="ar-SA" sz="1600" b="1" kern="1200" dirty="0">
                        <a:solidFill>
                          <a:schemeClr val="bg2">
                            <a:lumMod val="10000"/>
                          </a:schemeClr>
                        </a:solidFill>
                        <a:latin typeface="Neo Sans Arabic Medium" panose="020B0704030504040204" pitchFamily="34" charset="-78"/>
                        <a:ea typeface="+mn-ea"/>
                        <a:cs typeface="Neo Sans Arabic Medium" panose="020B0704030504040204" pitchFamily="34" charset="-78"/>
                      </a:endParaRPr>
                    </a:p>
                    <a:p>
                      <a:pPr marL="0" marR="0" lvl="0" indent="0" algn="justLow" defTabSz="914400" rtl="1" eaLnBrk="1" fontAlgn="auto" latinLnBrk="0" hangingPunct="1">
                        <a:lnSpc>
                          <a:spcPct val="100000"/>
                        </a:lnSpc>
                        <a:spcBef>
                          <a:spcPts val="0"/>
                        </a:spcBef>
                        <a:spcAft>
                          <a:spcPts val="0"/>
                        </a:spcAft>
                        <a:buClrTx/>
                        <a:buSzTx/>
                        <a:buFont typeface="Wingdings" panose="05000000000000000000" pitchFamily="2" charset="2"/>
                        <a:buNone/>
                        <a:tabLst/>
                        <a:defRPr/>
                      </a:pPr>
                      <a:endParaRPr kumimoji="0" lang="ar-SA" sz="1100" b="0" i="0" u="none" strike="noStrike" kern="1200" cap="none" spc="0" normalizeH="0" baseline="0" dirty="0">
                        <a:ln>
                          <a:noFill/>
                        </a:ln>
                        <a:solidFill>
                          <a:schemeClr val="bg2">
                            <a:lumMod val="10000"/>
                          </a:schemeClr>
                        </a:solidFill>
                        <a:effectLst/>
                        <a:uLnTx/>
                        <a:uFillTx/>
                        <a:latin typeface="Neo Sans Arabic Medium" panose="020B0704030504040204" pitchFamily="34" charset="-78"/>
                        <a:ea typeface="+mn-ea"/>
                        <a:cs typeface="Neo Sans Arabic Medium" panose="020B0704030504040204" pitchFamily="34" charset="-78"/>
                      </a:endParaRPr>
                    </a:p>
                    <a:p>
                      <a:pPr marL="0" marR="0" lvl="0" indent="0" algn="justLow" defTabSz="914400" rtl="1" eaLnBrk="1" fontAlgn="auto" latinLnBrk="0" hangingPunct="1">
                        <a:lnSpc>
                          <a:spcPct val="100000"/>
                        </a:lnSpc>
                        <a:spcBef>
                          <a:spcPts val="0"/>
                        </a:spcBef>
                        <a:spcAft>
                          <a:spcPts val="0"/>
                        </a:spcAft>
                        <a:buClrTx/>
                        <a:buSzTx/>
                        <a:buFont typeface="Wingdings" panose="05000000000000000000" pitchFamily="2" charset="2"/>
                        <a:buNone/>
                        <a:tabLst/>
                        <a:defRPr/>
                      </a:pPr>
                      <a:endParaRPr kumimoji="0" lang="ar-SA" sz="1100" b="0" i="0" u="none" strike="noStrike" kern="1200" cap="none" spc="0" normalizeH="0" baseline="0" dirty="0">
                        <a:ln>
                          <a:noFill/>
                        </a:ln>
                        <a:solidFill>
                          <a:schemeClr val="bg2">
                            <a:lumMod val="10000"/>
                          </a:schemeClr>
                        </a:solidFill>
                        <a:effectLst/>
                        <a:uLnTx/>
                        <a:uFillTx/>
                        <a:latin typeface="Neo Sans Arabic Medium" panose="020B0704030504040204" pitchFamily="34" charset="-78"/>
                        <a:ea typeface="+mn-ea"/>
                        <a:cs typeface="Neo Sans Arabic Medium" panose="020B0704030504040204" pitchFamily="34" charset="-78"/>
                      </a:endParaRPr>
                    </a:p>
                    <a:p>
                      <a:pPr marL="0" marR="0" lvl="0" indent="0" algn="justLow" defTabSz="914400" rtl="1" eaLnBrk="1" fontAlgn="auto" latinLnBrk="0" hangingPunct="1">
                        <a:lnSpc>
                          <a:spcPct val="100000"/>
                        </a:lnSpc>
                        <a:spcBef>
                          <a:spcPts val="0"/>
                        </a:spcBef>
                        <a:spcAft>
                          <a:spcPts val="0"/>
                        </a:spcAft>
                        <a:buClrTx/>
                        <a:buSzTx/>
                        <a:buFont typeface="Wingdings" panose="05000000000000000000" pitchFamily="2" charset="2"/>
                        <a:buNone/>
                        <a:tabLst/>
                        <a:defRPr/>
                      </a:pPr>
                      <a:r>
                        <a:rPr kumimoji="0" lang="ar-SA" sz="1200" b="0" i="0" u="none" strike="noStrike" kern="1200" cap="none" spc="0" normalizeH="0" baseline="0" dirty="0">
                          <a:ln>
                            <a:noFill/>
                          </a:ln>
                          <a:solidFill>
                            <a:schemeClr val="bg2">
                              <a:lumMod val="10000"/>
                            </a:schemeClr>
                          </a:solidFill>
                          <a:effectLst/>
                          <a:uLnTx/>
                          <a:uFillTx/>
                          <a:latin typeface="Neo Sans Arabic Medium" panose="020B0704030504040204" pitchFamily="34" charset="-78"/>
                          <a:ea typeface="+mn-ea"/>
                          <a:cs typeface="Neo Sans Arabic Medium" panose="020B0704030504040204" pitchFamily="34" charset="-78"/>
                        </a:rPr>
                        <a:t>بناء خارطة إحلال الموظفين</a:t>
                      </a:r>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extLst>
                  <a:ext uri="{0D108BD9-81ED-4DB2-BD59-A6C34878D82A}">
                    <a16:rowId xmlns:a16="http://schemas.microsoft.com/office/drawing/2014/main" val="1643502529"/>
                  </a:ext>
                </a:extLst>
              </a:tr>
            </a:tbl>
          </a:graphicData>
        </a:graphic>
      </p:graphicFrame>
    </p:spTree>
    <p:extLst>
      <p:ext uri="{BB962C8B-B14F-4D97-AF65-F5344CB8AC3E}">
        <p14:creationId xmlns:p14="http://schemas.microsoft.com/office/powerpoint/2010/main" val="405225568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a:extLst>
            <a:ext uri="{FF2B5EF4-FFF2-40B4-BE49-F238E27FC236}">
              <a16:creationId xmlns:a16="http://schemas.microsoft.com/office/drawing/2014/main" id="{84F3D78E-CD76-086F-D2D5-93B651A91D8C}"/>
            </a:ext>
          </a:extLst>
        </p:cNvPr>
        <p:cNvGrpSpPr/>
        <p:nvPr/>
      </p:nvGrpSpPr>
      <p:grpSpPr>
        <a:xfrm>
          <a:off x="0" y="0"/>
          <a:ext cx="0" cy="0"/>
          <a:chOff x="0" y="0"/>
          <a:chExt cx="0" cy="0"/>
        </a:xfrm>
      </p:grpSpPr>
      <p:sp>
        <p:nvSpPr>
          <p:cNvPr id="3" name="مربع نص 2">
            <a:extLst>
              <a:ext uri="{FF2B5EF4-FFF2-40B4-BE49-F238E27FC236}">
                <a16:creationId xmlns:a16="http://schemas.microsoft.com/office/drawing/2014/main" id="{CB10C046-E833-E560-6458-ED5FE4176DC9}"/>
              </a:ext>
            </a:extLst>
          </p:cNvPr>
          <p:cNvSpPr txBox="1"/>
          <p:nvPr/>
        </p:nvSpPr>
        <p:spPr>
          <a:xfrm>
            <a:off x="4522343" y="390338"/>
            <a:ext cx="7180032" cy="733791"/>
          </a:xfrm>
          <a:prstGeom prst="rect">
            <a:avLst/>
          </a:prstGeom>
          <a:noFill/>
        </p:spPr>
        <p:txBody>
          <a:bodyPr wrap="square" rtlCol="1">
            <a:spAutoFit/>
          </a:bodyPr>
          <a:lstStyle/>
          <a:p>
            <a:pPr marL="0" marR="0" lvl="0" indent="0" algn="r" defTabSz="914400" rtl="1" eaLnBrk="1" fontAlgn="auto" latinLnBrk="0" hangingPunct="1">
              <a:lnSpc>
                <a:spcPct val="150000"/>
              </a:lnSpc>
              <a:spcBef>
                <a:spcPts val="0"/>
              </a:spcBef>
              <a:spcAft>
                <a:spcPts val="0"/>
              </a:spcAft>
              <a:buClrTx/>
              <a:buSzTx/>
              <a:buFontTx/>
              <a:buNone/>
              <a:tabLst/>
              <a:defRPr/>
            </a:pPr>
            <a:r>
              <a:rPr kumimoji="0" lang="ar-SA" sz="3200" b="0" i="0" u="none" strike="noStrike" kern="1200" cap="none" spc="0" normalizeH="0" baseline="0" noProof="0" dirty="0">
                <a:ln>
                  <a:noFill/>
                </a:ln>
                <a:solidFill>
                  <a:prstClr val="white"/>
                </a:solidFill>
                <a:effectLst/>
                <a:uLnTx/>
                <a:uFillTx/>
                <a:latin typeface="Neo Sans Arabic Medium" panose="020B0704030504040204" pitchFamily="34" charset="-78"/>
                <a:cs typeface="Neo Sans Arabic Medium" panose="020B0704030504040204" pitchFamily="34" charset="-78"/>
              </a:rPr>
              <a:t>خارطة الاستراتيجيات</a:t>
            </a:r>
          </a:p>
        </p:txBody>
      </p:sp>
      <p:graphicFrame>
        <p:nvGraphicFramePr>
          <p:cNvPr id="2" name="Google Shape;1423;p31">
            <a:extLst>
              <a:ext uri="{FF2B5EF4-FFF2-40B4-BE49-F238E27FC236}">
                <a16:creationId xmlns:a16="http://schemas.microsoft.com/office/drawing/2014/main" id="{7A586ACF-3B8D-4A14-479A-532B15249271}"/>
              </a:ext>
            </a:extLst>
          </p:cNvPr>
          <p:cNvGraphicFramePr/>
          <p:nvPr>
            <p:extLst>
              <p:ext uri="{D42A27DB-BD31-4B8C-83A1-F6EECF244321}">
                <p14:modId xmlns:p14="http://schemas.microsoft.com/office/powerpoint/2010/main" val="3296469805"/>
              </p:ext>
            </p:extLst>
          </p:nvPr>
        </p:nvGraphicFramePr>
        <p:xfrm>
          <a:off x="573174" y="1360480"/>
          <a:ext cx="11045651" cy="1249710"/>
        </p:xfrm>
        <a:graphic>
          <a:graphicData uri="http://schemas.openxmlformats.org/drawingml/2006/table">
            <a:tbl>
              <a:tblPr>
                <a:noFill/>
              </a:tblPr>
              <a:tblGrid>
                <a:gridCol w="1810766">
                  <a:extLst>
                    <a:ext uri="{9D8B030D-6E8A-4147-A177-3AD203B41FA5}">
                      <a16:colId xmlns:a16="http://schemas.microsoft.com/office/drawing/2014/main" val="531740689"/>
                    </a:ext>
                  </a:extLst>
                </a:gridCol>
                <a:gridCol w="2435553">
                  <a:extLst>
                    <a:ext uri="{9D8B030D-6E8A-4147-A177-3AD203B41FA5}">
                      <a16:colId xmlns:a16="http://schemas.microsoft.com/office/drawing/2014/main" val="2165962980"/>
                    </a:ext>
                  </a:extLst>
                </a:gridCol>
                <a:gridCol w="1980211">
                  <a:extLst>
                    <a:ext uri="{9D8B030D-6E8A-4147-A177-3AD203B41FA5}">
                      <a16:colId xmlns:a16="http://schemas.microsoft.com/office/drawing/2014/main" val="20001"/>
                    </a:ext>
                  </a:extLst>
                </a:gridCol>
                <a:gridCol w="1980211">
                  <a:extLst>
                    <a:ext uri="{9D8B030D-6E8A-4147-A177-3AD203B41FA5}">
                      <a16:colId xmlns:a16="http://schemas.microsoft.com/office/drawing/2014/main" val="2203383409"/>
                    </a:ext>
                  </a:extLst>
                </a:gridCol>
                <a:gridCol w="2503715">
                  <a:extLst>
                    <a:ext uri="{9D8B030D-6E8A-4147-A177-3AD203B41FA5}">
                      <a16:colId xmlns:a16="http://schemas.microsoft.com/office/drawing/2014/main" val="2382692348"/>
                    </a:ext>
                  </a:extLst>
                </a:gridCol>
                <a:gridCol w="335195">
                  <a:extLst>
                    <a:ext uri="{9D8B030D-6E8A-4147-A177-3AD203B41FA5}">
                      <a16:colId xmlns:a16="http://schemas.microsoft.com/office/drawing/2014/main" val="2220426600"/>
                    </a:ext>
                  </a:extLst>
                </a:gridCol>
              </a:tblGrid>
              <a:tr h="284930">
                <a:tc gridSpan="4">
                  <a:txBody>
                    <a:bodyPr/>
                    <a:lstStyle>
                      <a:lvl1pPr marL="0" algn="r" defTabSz="914400" rtl="1" eaLnBrk="1" latinLnBrk="0" hangingPunct="1">
                        <a:defRPr sz="1800" kern="1200">
                          <a:solidFill>
                            <a:schemeClr val="tx1"/>
                          </a:solidFill>
                          <a:latin typeface="Calibri"/>
                        </a:defRPr>
                      </a:lvl1pPr>
                      <a:lvl2pPr marL="457200" algn="r" defTabSz="914400" rtl="1" eaLnBrk="1" latinLnBrk="0" hangingPunct="1">
                        <a:defRPr sz="1800" kern="1200">
                          <a:solidFill>
                            <a:schemeClr val="tx1"/>
                          </a:solidFill>
                          <a:latin typeface="Calibri"/>
                        </a:defRPr>
                      </a:lvl2pPr>
                      <a:lvl3pPr marL="914400" algn="r" defTabSz="914400" rtl="1" eaLnBrk="1" latinLnBrk="0" hangingPunct="1">
                        <a:defRPr sz="1800" kern="1200">
                          <a:solidFill>
                            <a:schemeClr val="tx1"/>
                          </a:solidFill>
                          <a:latin typeface="Calibri"/>
                        </a:defRPr>
                      </a:lvl3pPr>
                      <a:lvl4pPr marL="1371600" algn="r" defTabSz="914400" rtl="1" eaLnBrk="1" latinLnBrk="0" hangingPunct="1">
                        <a:defRPr sz="1800" kern="1200">
                          <a:solidFill>
                            <a:schemeClr val="tx1"/>
                          </a:solidFill>
                          <a:latin typeface="Calibri"/>
                        </a:defRPr>
                      </a:lvl4pPr>
                      <a:lvl5pPr marL="1828800" algn="r" defTabSz="914400" rtl="1" eaLnBrk="1" latinLnBrk="0" hangingPunct="1">
                        <a:defRPr sz="1800" kern="1200">
                          <a:solidFill>
                            <a:schemeClr val="tx1"/>
                          </a:solidFill>
                          <a:latin typeface="Calibri"/>
                        </a:defRPr>
                      </a:lvl5pPr>
                      <a:lvl6pPr marL="2286000" algn="r" defTabSz="914400" rtl="1" eaLnBrk="1" latinLnBrk="0" hangingPunct="1">
                        <a:defRPr sz="1800" kern="1200">
                          <a:solidFill>
                            <a:schemeClr val="tx1"/>
                          </a:solidFill>
                          <a:latin typeface="Calibri"/>
                        </a:defRPr>
                      </a:lvl6pPr>
                      <a:lvl7pPr marL="2743200" algn="r" defTabSz="914400" rtl="1" eaLnBrk="1" latinLnBrk="0" hangingPunct="1">
                        <a:defRPr sz="1800" kern="1200">
                          <a:solidFill>
                            <a:schemeClr val="tx1"/>
                          </a:solidFill>
                          <a:latin typeface="Calibri"/>
                        </a:defRPr>
                      </a:lvl7pPr>
                      <a:lvl8pPr marL="3200400" algn="r" defTabSz="914400" rtl="1" eaLnBrk="1" latinLnBrk="0" hangingPunct="1">
                        <a:defRPr sz="1800" kern="1200">
                          <a:solidFill>
                            <a:schemeClr val="tx1"/>
                          </a:solidFill>
                          <a:latin typeface="Calibri"/>
                        </a:defRPr>
                      </a:lvl8pPr>
                      <a:lvl9pPr marL="3657600" algn="r" defTabSz="914400" rtl="1" eaLnBrk="1" latinLnBrk="0" hangingPunct="1">
                        <a:defRPr sz="1800" kern="1200">
                          <a:solidFill>
                            <a:schemeClr val="tx1"/>
                          </a:solidFill>
                          <a:latin typeface="Calibri"/>
                        </a:defRPr>
                      </a:lvl9pPr>
                    </a:lstStyle>
                    <a:p>
                      <a:pPr marL="0" marR="0" lvl="0" indent="0" algn="ctr" rtl="1">
                        <a:lnSpc>
                          <a:spcPct val="100000"/>
                        </a:lnSpc>
                        <a:spcBef>
                          <a:spcPts val="0"/>
                        </a:spcBef>
                        <a:spcAft>
                          <a:spcPts val="0"/>
                        </a:spcAft>
                        <a:buClr>
                          <a:srgbClr val="FFFFFF"/>
                        </a:buClr>
                        <a:buSzPts val="1400"/>
                        <a:buFont typeface="Sakkal Majalla"/>
                        <a:buNone/>
                      </a:pPr>
                      <a:r>
                        <a:rPr lang="ar-SA" sz="1600" b="0" i="0" u="none" strike="noStrike" cap="none" dirty="0">
                          <a:solidFill>
                            <a:schemeClr val="bg2">
                              <a:lumMod val="10000"/>
                            </a:schemeClr>
                          </a:solidFill>
                          <a:latin typeface="Neo Sans Arabic Medium" panose="020B0704030504040204" pitchFamily="34" charset="-78"/>
                          <a:ea typeface="Sakkal Majalla"/>
                          <a:cs typeface="Neo Sans Arabic Medium" panose="020B0704030504040204" pitchFamily="34" charset="-78"/>
                          <a:sym typeface="Sakkal Majalla"/>
                        </a:rPr>
                        <a:t>الاستراتيجيات</a:t>
                      </a:r>
                      <a:endParaRPr lang="ar-JO" sz="1600" b="0" i="0" u="none" strike="noStrike" cap="none" dirty="0">
                        <a:solidFill>
                          <a:schemeClr val="bg2">
                            <a:lumMod val="10000"/>
                          </a:schemeClr>
                        </a:solidFill>
                        <a:latin typeface="Neo Sans Arabic Medium" panose="020B0704030504040204" pitchFamily="34" charset="-78"/>
                        <a:ea typeface="Sakkal Majalla"/>
                        <a:cs typeface="Neo Sans Arabic Medium" panose="020B0704030504040204" pitchFamily="34" charset="-78"/>
                        <a:sym typeface="Sakkal Majalla"/>
                      </a:endParaRPr>
                    </a:p>
                  </a:txBody>
                  <a:tcPr marL="91450" marR="91450" marT="45725" marB="45725" anchor="ctr">
                    <a:lnL w="12700" cap="flat" cmpd="sng">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88C656"/>
                    </a:solidFill>
                  </a:tcPr>
                </a:tc>
                <a:tc hMerge="1">
                  <a:txBody>
                    <a:bodyPr/>
                    <a:lstStyle/>
                    <a:p>
                      <a:endParaRPr lang="en-US"/>
                    </a:p>
                  </a:txBody>
                  <a:tcPr/>
                </a:tc>
                <a:tc hMerge="1">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marR="0" lvl="0" indent="0" algn="ctr" rtl="1">
                        <a:lnSpc>
                          <a:spcPct val="100000"/>
                        </a:lnSpc>
                        <a:spcBef>
                          <a:spcPts val="0"/>
                        </a:spcBef>
                        <a:spcAft>
                          <a:spcPts val="0"/>
                        </a:spcAft>
                        <a:buClr>
                          <a:srgbClr val="FFFFFF"/>
                        </a:buClr>
                        <a:buSzPts val="1400"/>
                        <a:buFont typeface="Sakkal Majalla"/>
                        <a:buNone/>
                      </a:pPr>
                      <a:endParaRPr lang="ar-JO" sz="1800" b="0" i="0" u="none" strike="noStrike" cap="none" dirty="0">
                        <a:solidFill>
                          <a:schemeClr val="bg2">
                            <a:lumMod val="10000"/>
                          </a:schemeClr>
                        </a:solidFill>
                        <a:latin typeface="Lina sans Medium" panose="00000600000000000000" pitchFamily="50" charset="-78"/>
                        <a:ea typeface="Sakkal Majalla"/>
                        <a:cs typeface="Lina sans Medium" panose="00000600000000000000" pitchFamily="50" charset="-78"/>
                        <a:sym typeface="Sakkal Majalla"/>
                      </a:endParaRPr>
                    </a:p>
                  </a:txBody>
                  <a:tcPr marL="91450" marR="91450" marT="45725" marB="45725" anchor="ctr">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w="12700" cmpd="sng">
                      <a:noFill/>
                      <a:prstDash val="solid"/>
                    </a:lnTlToBr>
                    <a:lnBlToTr w="12700" cmpd="sng">
                      <a:noFill/>
                      <a:prstDash val="solid"/>
                    </a:lnBlToTr>
                    <a:solidFill>
                      <a:srgbClr val="FFF4D4"/>
                    </a:solidFill>
                  </a:tcPr>
                </a:tc>
                <a:tc hMerge="1">
                  <a:txBody>
                    <a:bodyPr/>
                    <a:lstStyle/>
                    <a:p>
                      <a:endParaRPr lang="en-US"/>
                    </a:p>
                  </a:txBody>
                  <a:tcPr/>
                </a:tc>
                <a:tc>
                  <a:txBody>
                    <a:bodyPr/>
                    <a:lstStyle>
                      <a:lvl1pPr marL="0" algn="l" defTabSz="1827886" rtl="0" eaLnBrk="1" latinLnBrk="0" hangingPunct="1">
                        <a:defRPr sz="3598" kern="1200">
                          <a:solidFill>
                            <a:schemeClr val="tx1"/>
                          </a:solidFill>
                          <a:latin typeface="Calibri" panose="020F0502020204030204"/>
                        </a:defRPr>
                      </a:lvl1pPr>
                      <a:lvl2pPr marL="913943" algn="l" defTabSz="1827886" rtl="0" eaLnBrk="1" latinLnBrk="0" hangingPunct="1">
                        <a:defRPr sz="3598" kern="1200">
                          <a:solidFill>
                            <a:schemeClr val="tx1"/>
                          </a:solidFill>
                          <a:latin typeface="Calibri" panose="020F0502020204030204"/>
                        </a:defRPr>
                      </a:lvl2pPr>
                      <a:lvl3pPr marL="1827886" algn="l" defTabSz="1827886" rtl="0" eaLnBrk="1" latinLnBrk="0" hangingPunct="1">
                        <a:defRPr sz="3598" kern="1200">
                          <a:solidFill>
                            <a:schemeClr val="tx1"/>
                          </a:solidFill>
                          <a:latin typeface="Calibri" panose="020F0502020204030204"/>
                        </a:defRPr>
                      </a:lvl3pPr>
                      <a:lvl4pPr marL="2741828" algn="l" defTabSz="1827886" rtl="0" eaLnBrk="1" latinLnBrk="0" hangingPunct="1">
                        <a:defRPr sz="3598" kern="1200">
                          <a:solidFill>
                            <a:schemeClr val="tx1"/>
                          </a:solidFill>
                          <a:latin typeface="Calibri" panose="020F0502020204030204"/>
                        </a:defRPr>
                      </a:lvl4pPr>
                      <a:lvl5pPr marL="3655771" algn="l" defTabSz="1827886" rtl="0" eaLnBrk="1" latinLnBrk="0" hangingPunct="1">
                        <a:defRPr sz="3598" kern="1200">
                          <a:solidFill>
                            <a:schemeClr val="tx1"/>
                          </a:solidFill>
                          <a:latin typeface="Calibri" panose="020F0502020204030204"/>
                        </a:defRPr>
                      </a:lvl5pPr>
                      <a:lvl6pPr marL="4569714" algn="l" defTabSz="1827886" rtl="0" eaLnBrk="1" latinLnBrk="0" hangingPunct="1">
                        <a:defRPr sz="3598" kern="1200">
                          <a:solidFill>
                            <a:schemeClr val="tx1"/>
                          </a:solidFill>
                          <a:latin typeface="Calibri" panose="020F0502020204030204"/>
                        </a:defRPr>
                      </a:lvl6pPr>
                      <a:lvl7pPr marL="5483657" algn="l" defTabSz="1827886" rtl="0" eaLnBrk="1" latinLnBrk="0" hangingPunct="1">
                        <a:defRPr sz="3598" kern="1200">
                          <a:solidFill>
                            <a:schemeClr val="tx1"/>
                          </a:solidFill>
                          <a:latin typeface="Calibri" panose="020F0502020204030204"/>
                        </a:defRPr>
                      </a:lvl7pPr>
                      <a:lvl8pPr marL="6397600" algn="l" defTabSz="1827886" rtl="0" eaLnBrk="1" latinLnBrk="0" hangingPunct="1">
                        <a:defRPr sz="3598" kern="1200">
                          <a:solidFill>
                            <a:schemeClr val="tx1"/>
                          </a:solidFill>
                          <a:latin typeface="Calibri" panose="020F0502020204030204"/>
                        </a:defRPr>
                      </a:lvl8pPr>
                      <a:lvl9pPr marL="7311542" algn="l" defTabSz="1827886" rtl="0" eaLnBrk="1" latinLnBrk="0" hangingPunct="1">
                        <a:defRPr sz="3598" kern="1200">
                          <a:solidFill>
                            <a:schemeClr val="tx1"/>
                          </a:solidFill>
                          <a:latin typeface="Calibri" panose="020F0502020204030204"/>
                        </a:defRPr>
                      </a:lvl9pPr>
                    </a:lstStyle>
                    <a:p>
                      <a:pPr marL="0" marR="0" lvl="0" indent="0" algn="ctr" rtl="1">
                        <a:lnSpc>
                          <a:spcPct val="100000"/>
                        </a:lnSpc>
                        <a:spcBef>
                          <a:spcPts val="0"/>
                        </a:spcBef>
                        <a:spcAft>
                          <a:spcPts val="0"/>
                        </a:spcAft>
                        <a:buClr>
                          <a:srgbClr val="FFFFFF"/>
                        </a:buClr>
                        <a:buSzPts val="1400"/>
                        <a:buFont typeface="Sakkal Majalla"/>
                        <a:buNone/>
                      </a:pPr>
                      <a:r>
                        <a:rPr lang="ar-SA" sz="1600" u="none" strike="noStrike" cap="none" dirty="0">
                          <a:solidFill>
                            <a:schemeClr val="tx1"/>
                          </a:solidFill>
                          <a:latin typeface="Neo Sans Arabic Medium" panose="020B0704030504040204" pitchFamily="34" charset="-78"/>
                          <a:cs typeface="Neo Sans Arabic Medium" panose="020B0704030504040204" pitchFamily="34" charset="-78"/>
                        </a:rPr>
                        <a:t>مجال  الاستدامة</a:t>
                      </a:r>
                      <a:endParaRPr sz="1600" u="none" strike="noStrike" cap="none" dirty="0">
                        <a:solidFill>
                          <a:schemeClr val="tx1"/>
                        </a:solidFill>
                        <a:latin typeface="Neo Sans Arabic Medium" panose="020B0704030504040204" pitchFamily="34" charset="-78"/>
                        <a:cs typeface="Neo Sans Arabic Medium" panose="020B0704030504040204" pitchFamily="34" charset="-78"/>
                      </a:endParaRPr>
                    </a:p>
                  </a:txBody>
                  <a:tcPr marL="91450" marR="91450" marT="45725" marB="45725" anchor="ctr">
                    <a:lnL w="12700" cap="flat" cmpd="sng">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w="12700" cmpd="sng">
                      <a:noFill/>
                      <a:prstDash val="solid"/>
                    </a:lnTlToBr>
                    <a:lnBlToTr w="12700" cmpd="sng">
                      <a:noFill/>
                      <a:prstDash val="solid"/>
                    </a:lnBlToTr>
                    <a:solidFill>
                      <a:srgbClr val="88C656"/>
                    </a:solidFill>
                  </a:tcPr>
                </a:tc>
                <a:tc>
                  <a:txBody>
                    <a:bodyPr/>
                    <a:lstStyle>
                      <a:lvl1pPr marL="0" algn="l" defTabSz="1827886" rtl="0" eaLnBrk="1" latinLnBrk="0" hangingPunct="1">
                        <a:defRPr sz="3598" kern="1200">
                          <a:solidFill>
                            <a:schemeClr val="tx1"/>
                          </a:solidFill>
                          <a:latin typeface="Calibri" panose="020F0502020204030204"/>
                        </a:defRPr>
                      </a:lvl1pPr>
                      <a:lvl2pPr marL="913943" algn="l" defTabSz="1827886" rtl="0" eaLnBrk="1" latinLnBrk="0" hangingPunct="1">
                        <a:defRPr sz="3598" kern="1200">
                          <a:solidFill>
                            <a:schemeClr val="tx1"/>
                          </a:solidFill>
                          <a:latin typeface="Calibri" panose="020F0502020204030204"/>
                        </a:defRPr>
                      </a:lvl2pPr>
                      <a:lvl3pPr marL="1827886" algn="l" defTabSz="1827886" rtl="0" eaLnBrk="1" latinLnBrk="0" hangingPunct="1">
                        <a:defRPr sz="3598" kern="1200">
                          <a:solidFill>
                            <a:schemeClr val="tx1"/>
                          </a:solidFill>
                          <a:latin typeface="Calibri" panose="020F0502020204030204"/>
                        </a:defRPr>
                      </a:lvl3pPr>
                      <a:lvl4pPr marL="2741828" algn="l" defTabSz="1827886" rtl="0" eaLnBrk="1" latinLnBrk="0" hangingPunct="1">
                        <a:defRPr sz="3598" kern="1200">
                          <a:solidFill>
                            <a:schemeClr val="tx1"/>
                          </a:solidFill>
                          <a:latin typeface="Calibri" panose="020F0502020204030204"/>
                        </a:defRPr>
                      </a:lvl4pPr>
                      <a:lvl5pPr marL="3655771" algn="l" defTabSz="1827886" rtl="0" eaLnBrk="1" latinLnBrk="0" hangingPunct="1">
                        <a:defRPr sz="3598" kern="1200">
                          <a:solidFill>
                            <a:schemeClr val="tx1"/>
                          </a:solidFill>
                          <a:latin typeface="Calibri" panose="020F0502020204030204"/>
                        </a:defRPr>
                      </a:lvl5pPr>
                      <a:lvl6pPr marL="4569714" algn="l" defTabSz="1827886" rtl="0" eaLnBrk="1" latinLnBrk="0" hangingPunct="1">
                        <a:defRPr sz="3598" kern="1200">
                          <a:solidFill>
                            <a:schemeClr val="tx1"/>
                          </a:solidFill>
                          <a:latin typeface="Calibri" panose="020F0502020204030204"/>
                        </a:defRPr>
                      </a:lvl6pPr>
                      <a:lvl7pPr marL="5483657" algn="l" defTabSz="1827886" rtl="0" eaLnBrk="1" latinLnBrk="0" hangingPunct="1">
                        <a:defRPr sz="3598" kern="1200">
                          <a:solidFill>
                            <a:schemeClr val="tx1"/>
                          </a:solidFill>
                          <a:latin typeface="Calibri" panose="020F0502020204030204"/>
                        </a:defRPr>
                      </a:lvl7pPr>
                      <a:lvl8pPr marL="6397600" algn="l" defTabSz="1827886" rtl="0" eaLnBrk="1" latinLnBrk="0" hangingPunct="1">
                        <a:defRPr sz="3598" kern="1200">
                          <a:solidFill>
                            <a:schemeClr val="tx1"/>
                          </a:solidFill>
                          <a:latin typeface="Calibri" panose="020F0502020204030204"/>
                        </a:defRPr>
                      </a:lvl8pPr>
                      <a:lvl9pPr marL="7311542" algn="l" defTabSz="1827886" rtl="0" eaLnBrk="1" latinLnBrk="0" hangingPunct="1">
                        <a:defRPr sz="3598" kern="1200">
                          <a:solidFill>
                            <a:schemeClr val="tx1"/>
                          </a:solidFill>
                          <a:latin typeface="Calibri" panose="020F0502020204030204"/>
                        </a:defRPr>
                      </a:lvl9pPr>
                    </a:lstStyle>
                    <a:p>
                      <a:pPr marL="0" marR="0" lvl="0" indent="0" algn="ctr" rtl="1">
                        <a:lnSpc>
                          <a:spcPct val="100000"/>
                        </a:lnSpc>
                        <a:spcBef>
                          <a:spcPts val="0"/>
                        </a:spcBef>
                        <a:spcAft>
                          <a:spcPts val="0"/>
                        </a:spcAft>
                        <a:buClr>
                          <a:srgbClr val="FFFFFF"/>
                        </a:buClr>
                        <a:buSzPts val="1400"/>
                        <a:buFont typeface="Sakkal Majalla"/>
                        <a:buNone/>
                      </a:pPr>
                      <a:r>
                        <a:rPr lang="ar-SA" sz="1600" u="none" strike="noStrike" cap="none" dirty="0">
                          <a:solidFill>
                            <a:schemeClr val="bg1"/>
                          </a:solidFill>
                          <a:latin typeface="Neo Sans Arabic Medium" panose="020B0704030504040204" pitchFamily="34" charset="-78"/>
                          <a:cs typeface="Neo Sans Arabic Medium" panose="020B0704030504040204" pitchFamily="34" charset="-78"/>
                        </a:rPr>
                        <a:t>م</a:t>
                      </a:r>
                      <a:endParaRPr sz="1600" u="none" strike="noStrike" cap="none" dirty="0">
                        <a:solidFill>
                          <a:schemeClr val="bg1"/>
                        </a:solidFill>
                        <a:latin typeface="Neo Sans Arabic Medium" panose="020B0704030504040204" pitchFamily="34" charset="-78"/>
                        <a:cs typeface="Neo Sans Arabic Medium" panose="020B0704030504040204" pitchFamily="34" charset="-78"/>
                      </a:endParaRPr>
                    </a:p>
                  </a:txBody>
                  <a:tcPr marL="91450" marR="91450" marT="45725" marB="45725" anchor="ctr">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w="12700" cmpd="sng">
                      <a:noFill/>
                      <a:prstDash val="solid"/>
                    </a:lnTlToBr>
                    <a:lnBlToTr w="12700" cmpd="sng">
                      <a:noFill/>
                      <a:prstDash val="solid"/>
                    </a:lnBlToTr>
                    <a:solidFill>
                      <a:srgbClr val="88C656"/>
                    </a:solidFill>
                  </a:tcPr>
                </a:tc>
                <a:extLst>
                  <a:ext uri="{0D108BD9-81ED-4DB2-BD59-A6C34878D82A}">
                    <a16:rowId xmlns:a16="http://schemas.microsoft.com/office/drawing/2014/main" val="10000"/>
                  </a:ext>
                </a:extLst>
              </a:tr>
              <a:tr h="274320">
                <a:tc>
                  <a:txBody>
                    <a:bodyPr/>
                    <a:lstStyle>
                      <a:lvl1pPr marL="0" algn="r" defTabSz="914400" rtl="1" eaLnBrk="1" latinLnBrk="0" hangingPunct="1">
                        <a:defRPr sz="1800" kern="1200">
                          <a:solidFill>
                            <a:schemeClr val="tx1"/>
                          </a:solidFill>
                          <a:latin typeface="Calibri"/>
                        </a:defRPr>
                      </a:lvl1pPr>
                      <a:lvl2pPr marL="457200" algn="r" defTabSz="914400" rtl="1" eaLnBrk="1" latinLnBrk="0" hangingPunct="1">
                        <a:defRPr sz="1800" kern="1200">
                          <a:solidFill>
                            <a:schemeClr val="tx1"/>
                          </a:solidFill>
                          <a:latin typeface="Calibri"/>
                        </a:defRPr>
                      </a:lvl2pPr>
                      <a:lvl3pPr marL="914400" algn="r" defTabSz="914400" rtl="1" eaLnBrk="1" latinLnBrk="0" hangingPunct="1">
                        <a:defRPr sz="1800" kern="1200">
                          <a:solidFill>
                            <a:schemeClr val="tx1"/>
                          </a:solidFill>
                          <a:latin typeface="Calibri"/>
                        </a:defRPr>
                      </a:lvl3pPr>
                      <a:lvl4pPr marL="1371600" algn="r" defTabSz="914400" rtl="1" eaLnBrk="1" latinLnBrk="0" hangingPunct="1">
                        <a:defRPr sz="1800" kern="1200">
                          <a:solidFill>
                            <a:schemeClr val="tx1"/>
                          </a:solidFill>
                          <a:latin typeface="Calibri"/>
                        </a:defRPr>
                      </a:lvl4pPr>
                      <a:lvl5pPr marL="1828800" algn="r" defTabSz="914400" rtl="1" eaLnBrk="1" latinLnBrk="0" hangingPunct="1">
                        <a:defRPr sz="1800" kern="1200">
                          <a:solidFill>
                            <a:schemeClr val="tx1"/>
                          </a:solidFill>
                          <a:latin typeface="Calibri"/>
                        </a:defRPr>
                      </a:lvl5pPr>
                      <a:lvl6pPr marL="2286000" algn="r" defTabSz="914400" rtl="1" eaLnBrk="1" latinLnBrk="0" hangingPunct="1">
                        <a:defRPr sz="1800" kern="1200">
                          <a:solidFill>
                            <a:schemeClr val="tx1"/>
                          </a:solidFill>
                          <a:latin typeface="Calibri"/>
                        </a:defRPr>
                      </a:lvl6pPr>
                      <a:lvl7pPr marL="2743200" algn="r" defTabSz="914400" rtl="1" eaLnBrk="1" latinLnBrk="0" hangingPunct="1">
                        <a:defRPr sz="1800" kern="1200">
                          <a:solidFill>
                            <a:schemeClr val="tx1"/>
                          </a:solidFill>
                          <a:latin typeface="Calibri"/>
                        </a:defRPr>
                      </a:lvl7pPr>
                      <a:lvl8pPr marL="3200400" algn="r" defTabSz="914400" rtl="1" eaLnBrk="1" latinLnBrk="0" hangingPunct="1">
                        <a:defRPr sz="1800" kern="1200">
                          <a:solidFill>
                            <a:schemeClr val="tx1"/>
                          </a:solidFill>
                          <a:latin typeface="Calibri"/>
                        </a:defRPr>
                      </a:lvl8pPr>
                      <a:lvl9pPr marL="3657600" algn="r" defTabSz="914400" rtl="1" eaLnBrk="1" latinLnBrk="0" hangingPunct="1">
                        <a:defRPr sz="1800" kern="1200">
                          <a:solidFill>
                            <a:schemeClr val="tx1"/>
                          </a:solidFill>
                          <a:latin typeface="Calibri"/>
                        </a:defRPr>
                      </a:lvl9pPr>
                    </a:lstStyle>
                    <a:p>
                      <a:pPr marL="0" marR="0" lvl="0" indent="0" algn="ctr" rtl="1">
                        <a:lnSpc>
                          <a:spcPct val="100000"/>
                        </a:lnSpc>
                        <a:spcBef>
                          <a:spcPts val="0"/>
                        </a:spcBef>
                        <a:spcAft>
                          <a:spcPts val="0"/>
                        </a:spcAft>
                        <a:buClr>
                          <a:srgbClr val="404040"/>
                        </a:buClr>
                        <a:buSzPct val="100000"/>
                        <a:buFont typeface="+mj-lt"/>
                        <a:buNone/>
                      </a:pPr>
                      <a:r>
                        <a:rPr lang="ar-SA" sz="1600" u="none" strike="noStrike" cap="none" dirty="0">
                          <a:solidFill>
                            <a:schemeClr val="bg2">
                              <a:lumMod val="10000"/>
                            </a:schemeClr>
                          </a:solidFill>
                          <a:latin typeface="Neo Sans Arabic Medium" panose="020B0704030504040204" pitchFamily="34" charset="-78"/>
                          <a:cs typeface="Neo Sans Arabic Medium" panose="020B0704030504040204" pitchFamily="34" charset="-78"/>
                        </a:rPr>
                        <a:t>الرابعة</a:t>
                      </a:r>
                      <a:endParaRPr lang="en-US" sz="1600" u="none" strike="noStrike" cap="none" dirty="0">
                        <a:solidFill>
                          <a:schemeClr val="bg2">
                            <a:lumMod val="10000"/>
                          </a:schemeClr>
                        </a:solidFill>
                        <a:latin typeface="Neo Sans Arabic Medium" panose="020B0704030504040204" pitchFamily="34" charset="-78"/>
                        <a:cs typeface="Neo Sans Arabic Medium" panose="020B0704030504040204" pitchFamily="34" charset="-78"/>
                      </a:endParaRPr>
                    </a:p>
                  </a:txBody>
                  <a:tcPr marL="91450" marR="91450" marT="45725" marB="45725" anchor="ctr">
                    <a:lnL w="12700" cap="flat" cmpd="sng">
                      <a:solidFill>
                        <a:srgbClr val="000000"/>
                      </a:solidFill>
                      <a:prstDash val="solid"/>
                      <a:round/>
                      <a:headEnd type="none" w="sm" len="sm"/>
                      <a:tailEnd type="none" w="sm" len="sm"/>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gradFill flip="none" rotWithShape="1">
                      <a:gsLst>
                        <a:gs pos="0">
                          <a:srgbClr val="5ECDCB">
                            <a:tint val="66000"/>
                            <a:satMod val="160000"/>
                          </a:srgbClr>
                        </a:gs>
                        <a:gs pos="50000">
                          <a:srgbClr val="5ECDCB">
                            <a:tint val="44500"/>
                            <a:satMod val="160000"/>
                          </a:srgbClr>
                        </a:gs>
                        <a:gs pos="100000">
                          <a:srgbClr val="5ECDCB">
                            <a:tint val="23500"/>
                            <a:satMod val="160000"/>
                          </a:srgbClr>
                        </a:gs>
                      </a:gsLst>
                      <a:path path="circle">
                        <a:fillToRect r="100000" b="100000"/>
                      </a:path>
                      <a:tileRect l="-100000" t="-100000"/>
                    </a:gradFill>
                  </a:tcPr>
                </a:tc>
                <a:tc>
                  <a:txBody>
                    <a:bodyPr/>
                    <a:lstStyle>
                      <a:lvl1pPr marL="0" algn="r" defTabSz="914400" rtl="1" eaLnBrk="1" latinLnBrk="0" hangingPunct="1">
                        <a:defRPr sz="1800" kern="1200">
                          <a:solidFill>
                            <a:schemeClr val="tx1"/>
                          </a:solidFill>
                          <a:latin typeface="Calibri"/>
                        </a:defRPr>
                      </a:lvl1pPr>
                      <a:lvl2pPr marL="457200" algn="r" defTabSz="914400" rtl="1" eaLnBrk="1" latinLnBrk="0" hangingPunct="1">
                        <a:defRPr sz="1800" kern="1200">
                          <a:solidFill>
                            <a:schemeClr val="tx1"/>
                          </a:solidFill>
                          <a:latin typeface="Calibri"/>
                        </a:defRPr>
                      </a:lvl2pPr>
                      <a:lvl3pPr marL="914400" algn="r" defTabSz="914400" rtl="1" eaLnBrk="1" latinLnBrk="0" hangingPunct="1">
                        <a:defRPr sz="1800" kern="1200">
                          <a:solidFill>
                            <a:schemeClr val="tx1"/>
                          </a:solidFill>
                          <a:latin typeface="Calibri"/>
                        </a:defRPr>
                      </a:lvl3pPr>
                      <a:lvl4pPr marL="1371600" algn="r" defTabSz="914400" rtl="1" eaLnBrk="1" latinLnBrk="0" hangingPunct="1">
                        <a:defRPr sz="1800" kern="1200">
                          <a:solidFill>
                            <a:schemeClr val="tx1"/>
                          </a:solidFill>
                          <a:latin typeface="Calibri"/>
                        </a:defRPr>
                      </a:lvl4pPr>
                      <a:lvl5pPr marL="1828800" algn="r" defTabSz="914400" rtl="1" eaLnBrk="1" latinLnBrk="0" hangingPunct="1">
                        <a:defRPr sz="1800" kern="1200">
                          <a:solidFill>
                            <a:schemeClr val="tx1"/>
                          </a:solidFill>
                          <a:latin typeface="Calibri"/>
                        </a:defRPr>
                      </a:lvl5pPr>
                      <a:lvl6pPr marL="2286000" algn="r" defTabSz="914400" rtl="1" eaLnBrk="1" latinLnBrk="0" hangingPunct="1">
                        <a:defRPr sz="1800" kern="1200">
                          <a:solidFill>
                            <a:schemeClr val="tx1"/>
                          </a:solidFill>
                          <a:latin typeface="Calibri"/>
                        </a:defRPr>
                      </a:lvl6pPr>
                      <a:lvl7pPr marL="2743200" algn="r" defTabSz="914400" rtl="1" eaLnBrk="1" latinLnBrk="0" hangingPunct="1">
                        <a:defRPr sz="1800" kern="1200">
                          <a:solidFill>
                            <a:schemeClr val="tx1"/>
                          </a:solidFill>
                          <a:latin typeface="Calibri"/>
                        </a:defRPr>
                      </a:lvl7pPr>
                      <a:lvl8pPr marL="3200400" algn="r" defTabSz="914400" rtl="1" eaLnBrk="1" latinLnBrk="0" hangingPunct="1">
                        <a:defRPr sz="1800" kern="1200">
                          <a:solidFill>
                            <a:schemeClr val="tx1"/>
                          </a:solidFill>
                          <a:latin typeface="Calibri"/>
                        </a:defRPr>
                      </a:lvl8pPr>
                      <a:lvl9pPr marL="3657600" algn="r" defTabSz="914400" rtl="1" eaLnBrk="1" latinLnBrk="0" hangingPunct="1">
                        <a:defRPr sz="1800" kern="1200">
                          <a:solidFill>
                            <a:schemeClr val="tx1"/>
                          </a:solidFill>
                          <a:latin typeface="Calibri"/>
                        </a:defRPr>
                      </a:lvl9pPr>
                    </a:lstStyle>
                    <a:p>
                      <a:pPr marL="0" marR="0" lvl="0" indent="0" algn="ctr" rtl="1">
                        <a:lnSpc>
                          <a:spcPct val="100000"/>
                        </a:lnSpc>
                        <a:spcBef>
                          <a:spcPts val="0"/>
                        </a:spcBef>
                        <a:spcAft>
                          <a:spcPts val="0"/>
                        </a:spcAft>
                        <a:buClr>
                          <a:srgbClr val="404040"/>
                        </a:buClr>
                        <a:buSzPct val="100000"/>
                        <a:buFont typeface="+mj-lt"/>
                        <a:buNone/>
                      </a:pPr>
                      <a:r>
                        <a:rPr lang="ar-SA" sz="1600" u="none" strike="noStrike" cap="none" dirty="0">
                          <a:solidFill>
                            <a:schemeClr val="bg2">
                              <a:lumMod val="10000"/>
                            </a:schemeClr>
                          </a:solidFill>
                          <a:latin typeface="Neo Sans Arabic Medium" panose="020B0704030504040204" pitchFamily="34" charset="-78"/>
                          <a:cs typeface="Neo Sans Arabic Medium" panose="020B0704030504040204" pitchFamily="34" charset="-78"/>
                        </a:rPr>
                        <a:t>الثالثة</a:t>
                      </a:r>
                      <a:endParaRPr lang="en-US" sz="1600" u="none" strike="noStrike" cap="none" dirty="0">
                        <a:solidFill>
                          <a:schemeClr val="bg2">
                            <a:lumMod val="10000"/>
                          </a:schemeClr>
                        </a:solidFill>
                        <a:latin typeface="Neo Sans Arabic Medium" panose="020B0704030504040204" pitchFamily="34" charset="-78"/>
                        <a:cs typeface="Neo Sans Arabic Medium" panose="020B0704030504040204" pitchFamily="34" charset="-78"/>
                      </a:endParaRPr>
                    </a:p>
                  </a:txBody>
                  <a:tcPr marL="91450" marR="91450" marT="45725" marB="45725" anchor="ctr">
                    <a:lnL w="12700" cap="flat" cmpd="sng" algn="ctr">
                      <a:solidFill>
                        <a:sysClr val="windowText" lastClr="000000"/>
                      </a:solidFill>
                      <a:prstDash val="solid"/>
                      <a:round/>
                      <a:headEnd type="none" w="med" len="med"/>
                      <a:tailEnd type="none" w="med" len="med"/>
                    </a:lnL>
                    <a:lnR w="12700" cap="flat" cmpd="sng" algn="ctr">
                      <a:solidFill>
                        <a:srgbClr val="000000"/>
                      </a:solidFill>
                      <a:prstDash val="solid"/>
                      <a:round/>
                      <a:headEnd type="none" w="sm" len="sm"/>
                      <a:tailEnd type="none" w="sm" len="sm"/>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gradFill flip="none" rotWithShape="1">
                      <a:gsLst>
                        <a:gs pos="0">
                          <a:srgbClr val="5ECDCB">
                            <a:tint val="66000"/>
                            <a:satMod val="160000"/>
                          </a:srgbClr>
                        </a:gs>
                        <a:gs pos="50000">
                          <a:srgbClr val="5ECDCB">
                            <a:tint val="44500"/>
                            <a:satMod val="160000"/>
                          </a:srgbClr>
                        </a:gs>
                        <a:gs pos="100000">
                          <a:srgbClr val="5ECDCB">
                            <a:tint val="23500"/>
                            <a:satMod val="160000"/>
                          </a:srgbClr>
                        </a:gs>
                      </a:gsLst>
                      <a:path path="circle">
                        <a:fillToRect r="100000" b="100000"/>
                      </a:path>
                      <a:tileRect l="-100000" t="-100000"/>
                    </a:gra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marR="0" lvl="0" indent="0" algn="ctr" rtl="1">
                        <a:lnSpc>
                          <a:spcPct val="100000"/>
                        </a:lnSpc>
                        <a:spcBef>
                          <a:spcPts val="0"/>
                        </a:spcBef>
                        <a:spcAft>
                          <a:spcPts val="0"/>
                        </a:spcAft>
                        <a:buClr>
                          <a:srgbClr val="404040"/>
                        </a:buClr>
                        <a:buSzPts val="1200"/>
                        <a:buFont typeface="Sakkal Majalla"/>
                        <a:buNone/>
                      </a:pPr>
                      <a:r>
                        <a:rPr lang="ar-SA" sz="1600" u="none" strike="noStrike" cap="none" dirty="0">
                          <a:latin typeface="Neo Sans Arabic Medium" panose="020B0704030504040204" pitchFamily="34" charset="-78"/>
                          <a:cs typeface="Neo Sans Arabic Medium" panose="020B0704030504040204" pitchFamily="34" charset="-78"/>
                        </a:rPr>
                        <a:t>الثانية</a:t>
                      </a:r>
                      <a:endParaRPr lang="en-US" sz="1600" u="none" strike="noStrike" cap="none" dirty="0">
                        <a:latin typeface="Neo Sans Arabic Medium" panose="020B0704030504040204" pitchFamily="34" charset="-78"/>
                        <a:cs typeface="Neo Sans Arabic Medium" panose="020B0704030504040204" pitchFamily="34" charset="-78"/>
                      </a:endParaRPr>
                    </a:p>
                  </a:txBody>
                  <a:tcPr marL="91450" marR="91450" marT="45725" marB="45725" anchor="ctr">
                    <a:lnL w="12700" cap="flat" cmpd="sng" algn="ctr">
                      <a:solidFill>
                        <a:srgbClr val="000000"/>
                      </a:solidFill>
                      <a:prstDash val="solid"/>
                      <a:round/>
                      <a:headEnd type="none" w="sm" len="sm"/>
                      <a:tailEnd type="none" w="sm" len="sm"/>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gradFill flip="none" rotWithShape="1">
                      <a:gsLst>
                        <a:gs pos="0">
                          <a:srgbClr val="5ECDCB">
                            <a:tint val="66000"/>
                            <a:satMod val="160000"/>
                          </a:srgbClr>
                        </a:gs>
                        <a:gs pos="50000">
                          <a:srgbClr val="5ECDCB">
                            <a:tint val="44500"/>
                            <a:satMod val="160000"/>
                          </a:srgbClr>
                        </a:gs>
                        <a:gs pos="100000">
                          <a:srgbClr val="5ECDCB">
                            <a:tint val="23500"/>
                            <a:satMod val="160000"/>
                          </a:srgbClr>
                        </a:gs>
                      </a:gsLst>
                      <a:path path="circle">
                        <a:fillToRect r="100000" b="100000"/>
                      </a:path>
                      <a:tileRect l="-100000" t="-100000"/>
                    </a:gradFill>
                  </a:tcPr>
                </a:tc>
                <a:tc>
                  <a:txBody>
                    <a:bodyPr/>
                    <a:lstStyle>
                      <a:lvl1pPr marL="0" algn="r" defTabSz="914400" rtl="1" eaLnBrk="1" latinLnBrk="0" hangingPunct="1">
                        <a:defRPr sz="1800" kern="1200">
                          <a:solidFill>
                            <a:schemeClr val="tx1"/>
                          </a:solidFill>
                          <a:latin typeface="Calibri"/>
                        </a:defRPr>
                      </a:lvl1pPr>
                      <a:lvl2pPr marL="457200" algn="r" defTabSz="914400" rtl="1" eaLnBrk="1" latinLnBrk="0" hangingPunct="1">
                        <a:defRPr sz="1800" kern="1200">
                          <a:solidFill>
                            <a:schemeClr val="tx1"/>
                          </a:solidFill>
                          <a:latin typeface="Calibri"/>
                        </a:defRPr>
                      </a:lvl2pPr>
                      <a:lvl3pPr marL="914400" algn="r" defTabSz="914400" rtl="1" eaLnBrk="1" latinLnBrk="0" hangingPunct="1">
                        <a:defRPr sz="1800" kern="1200">
                          <a:solidFill>
                            <a:schemeClr val="tx1"/>
                          </a:solidFill>
                          <a:latin typeface="Calibri"/>
                        </a:defRPr>
                      </a:lvl3pPr>
                      <a:lvl4pPr marL="1371600" algn="r" defTabSz="914400" rtl="1" eaLnBrk="1" latinLnBrk="0" hangingPunct="1">
                        <a:defRPr sz="1800" kern="1200">
                          <a:solidFill>
                            <a:schemeClr val="tx1"/>
                          </a:solidFill>
                          <a:latin typeface="Calibri"/>
                        </a:defRPr>
                      </a:lvl4pPr>
                      <a:lvl5pPr marL="1828800" algn="r" defTabSz="914400" rtl="1" eaLnBrk="1" latinLnBrk="0" hangingPunct="1">
                        <a:defRPr sz="1800" kern="1200">
                          <a:solidFill>
                            <a:schemeClr val="tx1"/>
                          </a:solidFill>
                          <a:latin typeface="Calibri"/>
                        </a:defRPr>
                      </a:lvl5pPr>
                      <a:lvl6pPr marL="2286000" algn="r" defTabSz="914400" rtl="1" eaLnBrk="1" latinLnBrk="0" hangingPunct="1">
                        <a:defRPr sz="1800" kern="1200">
                          <a:solidFill>
                            <a:schemeClr val="tx1"/>
                          </a:solidFill>
                          <a:latin typeface="Calibri"/>
                        </a:defRPr>
                      </a:lvl6pPr>
                      <a:lvl7pPr marL="2743200" algn="r" defTabSz="914400" rtl="1" eaLnBrk="1" latinLnBrk="0" hangingPunct="1">
                        <a:defRPr sz="1800" kern="1200">
                          <a:solidFill>
                            <a:schemeClr val="tx1"/>
                          </a:solidFill>
                          <a:latin typeface="Calibri"/>
                        </a:defRPr>
                      </a:lvl7pPr>
                      <a:lvl8pPr marL="3200400" algn="r" defTabSz="914400" rtl="1" eaLnBrk="1" latinLnBrk="0" hangingPunct="1">
                        <a:defRPr sz="1800" kern="1200">
                          <a:solidFill>
                            <a:schemeClr val="tx1"/>
                          </a:solidFill>
                          <a:latin typeface="Calibri"/>
                        </a:defRPr>
                      </a:lvl8pPr>
                      <a:lvl9pPr marL="3657600" algn="r" defTabSz="914400" rtl="1" eaLnBrk="1" latinLnBrk="0" hangingPunct="1">
                        <a:defRPr sz="1800" kern="1200">
                          <a:solidFill>
                            <a:schemeClr val="tx1"/>
                          </a:solidFill>
                          <a:latin typeface="Calibri"/>
                        </a:defRPr>
                      </a:lvl9pPr>
                    </a:lstStyle>
                    <a:p>
                      <a:pPr marL="0" marR="0" lvl="0" indent="0" algn="ctr" rtl="1">
                        <a:lnSpc>
                          <a:spcPct val="100000"/>
                        </a:lnSpc>
                        <a:spcBef>
                          <a:spcPts val="0"/>
                        </a:spcBef>
                        <a:spcAft>
                          <a:spcPts val="0"/>
                        </a:spcAft>
                        <a:buClr>
                          <a:srgbClr val="404040"/>
                        </a:buClr>
                        <a:buSzPts val="1200"/>
                        <a:buFont typeface="Sakkal Majalla"/>
                        <a:buNone/>
                      </a:pPr>
                      <a:r>
                        <a:rPr lang="ar-SA" sz="1600" u="none" strike="noStrike" cap="none" dirty="0">
                          <a:latin typeface="Neo Sans Arabic Medium" panose="020B0704030504040204" pitchFamily="34" charset="-78"/>
                          <a:cs typeface="Neo Sans Arabic Medium" panose="020B0704030504040204" pitchFamily="34" charset="-78"/>
                        </a:rPr>
                        <a:t>الأولى </a:t>
                      </a:r>
                      <a:endParaRPr lang="en-US" sz="1600" u="none" strike="noStrike" cap="none" dirty="0">
                        <a:latin typeface="Neo Sans Arabic Medium" panose="020B0704030504040204" pitchFamily="34" charset="-78"/>
                        <a:cs typeface="Neo Sans Arabic Medium" panose="020B0704030504040204" pitchFamily="34" charset="-78"/>
                      </a:endParaRPr>
                    </a:p>
                  </a:txBody>
                  <a:tcPr marL="91450" marR="91450" marT="45725" marB="45725" anchor="ctr">
                    <a:lnL w="12700" cap="flat" cmpd="sng" algn="ctr">
                      <a:solidFill>
                        <a:sysClr val="windowText" lastClr="000000"/>
                      </a:solidFill>
                      <a:prstDash val="solid"/>
                      <a:round/>
                      <a:headEnd type="none" w="med" len="med"/>
                      <a:tailEnd type="none" w="med" len="med"/>
                    </a:lnL>
                    <a:lnR w="12700" cap="flat" cmpd="sng" algn="ctr">
                      <a:solidFill>
                        <a:srgbClr val="000000"/>
                      </a:solidFill>
                      <a:prstDash val="solid"/>
                      <a:round/>
                      <a:headEnd type="none" w="sm" len="sm"/>
                      <a:tailEnd type="none" w="sm" len="sm"/>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gradFill flip="none" rotWithShape="1">
                      <a:gsLst>
                        <a:gs pos="0">
                          <a:srgbClr val="5ECDCB">
                            <a:tint val="66000"/>
                            <a:satMod val="160000"/>
                          </a:srgbClr>
                        </a:gs>
                        <a:gs pos="50000">
                          <a:srgbClr val="5ECDCB">
                            <a:tint val="44500"/>
                            <a:satMod val="160000"/>
                          </a:srgbClr>
                        </a:gs>
                        <a:gs pos="100000">
                          <a:srgbClr val="5ECDCB">
                            <a:tint val="23500"/>
                            <a:satMod val="160000"/>
                          </a:srgbClr>
                        </a:gs>
                      </a:gsLst>
                      <a:path path="circle">
                        <a:fillToRect r="100000" b="100000"/>
                      </a:path>
                      <a:tileRect l="-100000" t="-100000"/>
                    </a:gradFill>
                  </a:tcPr>
                </a:tc>
                <a:tc rowSpan="2">
                  <a:txBody>
                    <a:bodyPr/>
                    <a:lstStyle>
                      <a:lvl1pPr marL="0" algn="l" defTabSz="1827886" rtl="0" eaLnBrk="1" latinLnBrk="0" hangingPunct="1">
                        <a:defRPr sz="3598" kern="1200">
                          <a:solidFill>
                            <a:schemeClr val="tx1"/>
                          </a:solidFill>
                          <a:latin typeface="Calibri" panose="020F0502020204030204"/>
                        </a:defRPr>
                      </a:lvl1pPr>
                      <a:lvl2pPr marL="913943" algn="l" defTabSz="1827886" rtl="0" eaLnBrk="1" latinLnBrk="0" hangingPunct="1">
                        <a:defRPr sz="3598" kern="1200">
                          <a:solidFill>
                            <a:schemeClr val="tx1"/>
                          </a:solidFill>
                          <a:latin typeface="Calibri" panose="020F0502020204030204"/>
                        </a:defRPr>
                      </a:lvl2pPr>
                      <a:lvl3pPr marL="1827886" algn="l" defTabSz="1827886" rtl="0" eaLnBrk="1" latinLnBrk="0" hangingPunct="1">
                        <a:defRPr sz="3598" kern="1200">
                          <a:solidFill>
                            <a:schemeClr val="tx1"/>
                          </a:solidFill>
                          <a:latin typeface="Calibri" panose="020F0502020204030204"/>
                        </a:defRPr>
                      </a:lvl3pPr>
                      <a:lvl4pPr marL="2741828" algn="l" defTabSz="1827886" rtl="0" eaLnBrk="1" latinLnBrk="0" hangingPunct="1">
                        <a:defRPr sz="3598" kern="1200">
                          <a:solidFill>
                            <a:schemeClr val="tx1"/>
                          </a:solidFill>
                          <a:latin typeface="Calibri" panose="020F0502020204030204"/>
                        </a:defRPr>
                      </a:lvl4pPr>
                      <a:lvl5pPr marL="3655771" algn="l" defTabSz="1827886" rtl="0" eaLnBrk="1" latinLnBrk="0" hangingPunct="1">
                        <a:defRPr sz="3598" kern="1200">
                          <a:solidFill>
                            <a:schemeClr val="tx1"/>
                          </a:solidFill>
                          <a:latin typeface="Calibri" panose="020F0502020204030204"/>
                        </a:defRPr>
                      </a:lvl5pPr>
                      <a:lvl6pPr marL="4569714" algn="l" defTabSz="1827886" rtl="0" eaLnBrk="1" latinLnBrk="0" hangingPunct="1">
                        <a:defRPr sz="3598" kern="1200">
                          <a:solidFill>
                            <a:schemeClr val="tx1"/>
                          </a:solidFill>
                          <a:latin typeface="Calibri" panose="020F0502020204030204"/>
                        </a:defRPr>
                      </a:lvl6pPr>
                      <a:lvl7pPr marL="5483657" algn="l" defTabSz="1827886" rtl="0" eaLnBrk="1" latinLnBrk="0" hangingPunct="1">
                        <a:defRPr sz="3598" kern="1200">
                          <a:solidFill>
                            <a:schemeClr val="tx1"/>
                          </a:solidFill>
                          <a:latin typeface="Calibri" panose="020F0502020204030204"/>
                        </a:defRPr>
                      </a:lvl7pPr>
                      <a:lvl8pPr marL="6397600" algn="l" defTabSz="1827886" rtl="0" eaLnBrk="1" latinLnBrk="0" hangingPunct="1">
                        <a:defRPr sz="3598" kern="1200">
                          <a:solidFill>
                            <a:schemeClr val="tx1"/>
                          </a:solidFill>
                          <a:latin typeface="Calibri" panose="020F0502020204030204"/>
                        </a:defRPr>
                      </a:lvl8pPr>
                      <a:lvl9pPr marL="7311542" algn="l" defTabSz="1827886" rtl="0" eaLnBrk="1" latinLnBrk="0" hangingPunct="1">
                        <a:defRPr sz="3598" kern="1200">
                          <a:solidFill>
                            <a:schemeClr val="tx1"/>
                          </a:solidFill>
                          <a:latin typeface="Calibri" panose="020F0502020204030204"/>
                        </a:defRPr>
                      </a:lvl9pPr>
                    </a:lstStyle>
                    <a:p>
                      <a:pPr marL="0" marR="0" lvl="0" indent="0" algn="ctr" defTabSz="914400" rtl="1" eaLnBrk="1" fontAlgn="auto" latinLnBrk="0" hangingPunct="1">
                        <a:lnSpc>
                          <a:spcPct val="100000"/>
                        </a:lnSpc>
                        <a:spcBef>
                          <a:spcPts val="0"/>
                        </a:spcBef>
                        <a:spcAft>
                          <a:spcPts val="0"/>
                        </a:spcAft>
                        <a:buClr>
                          <a:srgbClr val="404040"/>
                        </a:buClr>
                        <a:buSzPts val="1200"/>
                        <a:buFont typeface="Sakkal Majalla"/>
                        <a:buNone/>
                        <a:tabLst/>
                        <a:defRPr/>
                      </a:pPr>
                      <a:r>
                        <a:rPr lang="ar-SA" sz="1600" u="none" strike="noStrike" cap="none" dirty="0">
                          <a:latin typeface="Neo Sans Arabic Medium" panose="020B0704030504040204" pitchFamily="34" charset="-78"/>
                          <a:cs typeface="Neo Sans Arabic Medium" panose="020B0704030504040204" pitchFamily="34" charset="-78"/>
                        </a:rPr>
                        <a:t>الموارد البشرية</a:t>
                      </a:r>
                    </a:p>
                  </a:txBody>
                  <a:tcPr marL="91450" marR="91450" marT="45725" marB="45725" anchor="ctr">
                    <a:lnL w="12700" cap="flat" cmpd="sng">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w="12700" cmpd="sng">
                      <a:noFill/>
                      <a:prstDash val="solid"/>
                    </a:lnTlToBr>
                    <a:lnBlToTr w="12700" cmpd="sng">
                      <a:noFill/>
                      <a:prstDash val="solid"/>
                    </a:lnBlToTr>
                    <a:noFill/>
                  </a:tcPr>
                </a:tc>
                <a:tc rowSpan="2">
                  <a:txBody>
                    <a:bodyPr/>
                    <a:lstStyle>
                      <a:lvl1pPr marL="0" algn="l" defTabSz="1827886" rtl="0" eaLnBrk="1" latinLnBrk="0" hangingPunct="1">
                        <a:defRPr sz="3598" kern="1200">
                          <a:solidFill>
                            <a:schemeClr val="tx1"/>
                          </a:solidFill>
                          <a:latin typeface="Calibri" panose="020F0502020204030204"/>
                        </a:defRPr>
                      </a:lvl1pPr>
                      <a:lvl2pPr marL="913943" algn="l" defTabSz="1827886" rtl="0" eaLnBrk="1" latinLnBrk="0" hangingPunct="1">
                        <a:defRPr sz="3598" kern="1200">
                          <a:solidFill>
                            <a:schemeClr val="tx1"/>
                          </a:solidFill>
                          <a:latin typeface="Calibri" panose="020F0502020204030204"/>
                        </a:defRPr>
                      </a:lvl2pPr>
                      <a:lvl3pPr marL="1827886" algn="l" defTabSz="1827886" rtl="0" eaLnBrk="1" latinLnBrk="0" hangingPunct="1">
                        <a:defRPr sz="3598" kern="1200">
                          <a:solidFill>
                            <a:schemeClr val="tx1"/>
                          </a:solidFill>
                          <a:latin typeface="Calibri" panose="020F0502020204030204"/>
                        </a:defRPr>
                      </a:lvl3pPr>
                      <a:lvl4pPr marL="2741828" algn="l" defTabSz="1827886" rtl="0" eaLnBrk="1" latinLnBrk="0" hangingPunct="1">
                        <a:defRPr sz="3598" kern="1200">
                          <a:solidFill>
                            <a:schemeClr val="tx1"/>
                          </a:solidFill>
                          <a:latin typeface="Calibri" panose="020F0502020204030204"/>
                        </a:defRPr>
                      </a:lvl4pPr>
                      <a:lvl5pPr marL="3655771" algn="l" defTabSz="1827886" rtl="0" eaLnBrk="1" latinLnBrk="0" hangingPunct="1">
                        <a:defRPr sz="3598" kern="1200">
                          <a:solidFill>
                            <a:schemeClr val="tx1"/>
                          </a:solidFill>
                          <a:latin typeface="Calibri" panose="020F0502020204030204"/>
                        </a:defRPr>
                      </a:lvl5pPr>
                      <a:lvl6pPr marL="4569714" algn="l" defTabSz="1827886" rtl="0" eaLnBrk="1" latinLnBrk="0" hangingPunct="1">
                        <a:defRPr sz="3598" kern="1200">
                          <a:solidFill>
                            <a:schemeClr val="tx1"/>
                          </a:solidFill>
                          <a:latin typeface="Calibri" panose="020F0502020204030204"/>
                        </a:defRPr>
                      </a:lvl6pPr>
                      <a:lvl7pPr marL="5483657" algn="l" defTabSz="1827886" rtl="0" eaLnBrk="1" latinLnBrk="0" hangingPunct="1">
                        <a:defRPr sz="3598" kern="1200">
                          <a:solidFill>
                            <a:schemeClr val="tx1"/>
                          </a:solidFill>
                          <a:latin typeface="Calibri" panose="020F0502020204030204"/>
                        </a:defRPr>
                      </a:lvl7pPr>
                      <a:lvl8pPr marL="6397600" algn="l" defTabSz="1827886" rtl="0" eaLnBrk="1" latinLnBrk="0" hangingPunct="1">
                        <a:defRPr sz="3598" kern="1200">
                          <a:solidFill>
                            <a:schemeClr val="tx1"/>
                          </a:solidFill>
                          <a:latin typeface="Calibri" panose="020F0502020204030204"/>
                        </a:defRPr>
                      </a:lvl8pPr>
                      <a:lvl9pPr marL="7311542" algn="l" defTabSz="1827886" rtl="0" eaLnBrk="1" latinLnBrk="0" hangingPunct="1">
                        <a:defRPr sz="3598" kern="1200">
                          <a:solidFill>
                            <a:schemeClr val="tx1"/>
                          </a:solidFill>
                          <a:latin typeface="Calibri" panose="020F0502020204030204"/>
                        </a:defRPr>
                      </a:lvl9pPr>
                    </a:lstStyle>
                    <a:p>
                      <a:pPr marL="0" marR="0" lvl="0" indent="0" algn="ctr" rtl="1">
                        <a:lnSpc>
                          <a:spcPct val="100000"/>
                        </a:lnSpc>
                        <a:spcBef>
                          <a:spcPts val="0"/>
                        </a:spcBef>
                        <a:spcAft>
                          <a:spcPts val="0"/>
                        </a:spcAft>
                        <a:buClr>
                          <a:srgbClr val="404040"/>
                        </a:buClr>
                        <a:buSzPts val="1200"/>
                        <a:buFont typeface="Sakkal Majalla"/>
                        <a:buNone/>
                      </a:pPr>
                      <a:endParaRPr sz="1600" u="none" strike="noStrike" cap="none" dirty="0">
                        <a:solidFill>
                          <a:schemeClr val="bg2">
                            <a:lumMod val="10000"/>
                          </a:schemeClr>
                        </a:solidFill>
                        <a:latin typeface="Neo Sans Arabic Medium" panose="020B0704030504040204" pitchFamily="34" charset="-78"/>
                        <a:cs typeface="Neo Sans Arabic Medium" panose="020B0704030504040204" pitchFamily="34" charset="-78"/>
                      </a:endParaRPr>
                    </a:p>
                  </a:txBody>
                  <a:tcPr marL="91450" marR="91450" marT="45725" marB="45725" anchor="ctr">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548640">
                <a:tc>
                  <a:txBody>
                    <a:bodyPr/>
                    <a:lstStyle>
                      <a:lvl1pPr marL="0" algn="r" defTabSz="914400" rtl="1" eaLnBrk="1" latinLnBrk="0" hangingPunct="1">
                        <a:defRPr sz="1800" kern="1200">
                          <a:solidFill>
                            <a:schemeClr val="tx1"/>
                          </a:solidFill>
                          <a:latin typeface="Calibri"/>
                        </a:defRPr>
                      </a:lvl1pPr>
                      <a:lvl2pPr marL="457200" algn="r" defTabSz="914400" rtl="1" eaLnBrk="1" latinLnBrk="0" hangingPunct="1">
                        <a:defRPr sz="1800" kern="1200">
                          <a:solidFill>
                            <a:schemeClr val="tx1"/>
                          </a:solidFill>
                          <a:latin typeface="Calibri"/>
                        </a:defRPr>
                      </a:lvl2pPr>
                      <a:lvl3pPr marL="914400" algn="r" defTabSz="914400" rtl="1" eaLnBrk="1" latinLnBrk="0" hangingPunct="1">
                        <a:defRPr sz="1800" kern="1200">
                          <a:solidFill>
                            <a:schemeClr val="tx1"/>
                          </a:solidFill>
                          <a:latin typeface="Calibri"/>
                        </a:defRPr>
                      </a:lvl3pPr>
                      <a:lvl4pPr marL="1371600" algn="r" defTabSz="914400" rtl="1" eaLnBrk="1" latinLnBrk="0" hangingPunct="1">
                        <a:defRPr sz="1800" kern="1200">
                          <a:solidFill>
                            <a:schemeClr val="tx1"/>
                          </a:solidFill>
                          <a:latin typeface="Calibri"/>
                        </a:defRPr>
                      </a:lvl4pPr>
                      <a:lvl5pPr marL="1828800" algn="r" defTabSz="914400" rtl="1" eaLnBrk="1" latinLnBrk="0" hangingPunct="1">
                        <a:defRPr sz="1800" kern="1200">
                          <a:solidFill>
                            <a:schemeClr val="tx1"/>
                          </a:solidFill>
                          <a:latin typeface="Calibri"/>
                        </a:defRPr>
                      </a:lvl5pPr>
                      <a:lvl6pPr marL="2286000" algn="r" defTabSz="914400" rtl="1" eaLnBrk="1" latinLnBrk="0" hangingPunct="1">
                        <a:defRPr sz="1800" kern="1200">
                          <a:solidFill>
                            <a:schemeClr val="tx1"/>
                          </a:solidFill>
                          <a:latin typeface="Calibri"/>
                        </a:defRPr>
                      </a:lvl6pPr>
                      <a:lvl7pPr marL="2743200" algn="r" defTabSz="914400" rtl="1" eaLnBrk="1" latinLnBrk="0" hangingPunct="1">
                        <a:defRPr sz="1800" kern="1200">
                          <a:solidFill>
                            <a:schemeClr val="tx1"/>
                          </a:solidFill>
                          <a:latin typeface="Calibri"/>
                        </a:defRPr>
                      </a:lvl7pPr>
                      <a:lvl8pPr marL="3200400" algn="r" defTabSz="914400" rtl="1" eaLnBrk="1" latinLnBrk="0" hangingPunct="1">
                        <a:defRPr sz="1800" kern="1200">
                          <a:solidFill>
                            <a:schemeClr val="tx1"/>
                          </a:solidFill>
                          <a:latin typeface="Calibri"/>
                        </a:defRPr>
                      </a:lvl8pPr>
                      <a:lvl9pPr marL="3657600" algn="r" defTabSz="914400" rtl="1" eaLnBrk="1" latinLnBrk="0" hangingPunct="1">
                        <a:defRPr sz="1800" kern="1200">
                          <a:solidFill>
                            <a:schemeClr val="tx1"/>
                          </a:solidFill>
                          <a:latin typeface="Calibri"/>
                        </a:defRPr>
                      </a:lvl9pPr>
                    </a:lstStyle>
                    <a:p>
                      <a:pPr marL="0" marR="0" lvl="0" indent="0" algn="r" rtl="1">
                        <a:lnSpc>
                          <a:spcPct val="100000"/>
                        </a:lnSpc>
                        <a:spcBef>
                          <a:spcPts val="0"/>
                        </a:spcBef>
                        <a:spcAft>
                          <a:spcPts val="0"/>
                        </a:spcAft>
                        <a:buClr>
                          <a:srgbClr val="404040"/>
                        </a:buClr>
                        <a:buSzPct val="100000"/>
                        <a:buFont typeface="+mj-lt"/>
                        <a:buNone/>
                      </a:pPr>
                      <a:endParaRPr lang="en-US" sz="1600" u="none" strike="noStrike" cap="none" dirty="0">
                        <a:solidFill>
                          <a:schemeClr val="bg2">
                            <a:lumMod val="10000"/>
                          </a:schemeClr>
                        </a:solidFill>
                        <a:latin typeface="Neo Sans Arabic Medium" panose="020B0704030504040204" pitchFamily="34" charset="-78"/>
                        <a:cs typeface="Neo Sans Arabic Medium" panose="020B0704030504040204" pitchFamily="34" charset="-78"/>
                      </a:endParaRPr>
                    </a:p>
                  </a:txBody>
                  <a:tcPr marL="91450" marR="91450" marT="45725" marB="45725" anchor="ctr">
                    <a:lnL w="12700" cap="flat" cmpd="sng" algn="ctr">
                      <a:solidFill>
                        <a:srgbClr val="000000"/>
                      </a:solidFill>
                      <a:prstDash val="solid"/>
                      <a:round/>
                      <a:headEnd type="none" w="sm" len="sm"/>
                      <a:tailEnd type="none" w="sm" len="sm"/>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rgbClr val="000000"/>
                      </a:solidFill>
                      <a:prstDash val="solid"/>
                      <a:round/>
                      <a:headEnd type="none" w="sm" len="sm"/>
                      <a:tailEnd type="none" w="sm" len="sm"/>
                    </a:lnB>
                    <a:lnTlToBr w="12700" cmpd="sng">
                      <a:noFill/>
                      <a:prstDash val="solid"/>
                    </a:lnTlToBr>
                    <a:lnBlToTr w="12700" cmpd="sng">
                      <a:noFill/>
                      <a:prstDash val="solid"/>
                    </a:lnBlToTr>
                    <a:noFill/>
                  </a:tcPr>
                </a:tc>
                <a:tc>
                  <a:txBody>
                    <a:bodyPr/>
                    <a:lstStyle>
                      <a:lvl1pPr marL="0" algn="r" defTabSz="914400" rtl="1" eaLnBrk="1" latinLnBrk="0" hangingPunct="1">
                        <a:defRPr sz="1800" kern="1200">
                          <a:solidFill>
                            <a:schemeClr val="tx1"/>
                          </a:solidFill>
                          <a:latin typeface="Calibri"/>
                        </a:defRPr>
                      </a:lvl1pPr>
                      <a:lvl2pPr marL="457200" algn="r" defTabSz="914400" rtl="1" eaLnBrk="1" latinLnBrk="0" hangingPunct="1">
                        <a:defRPr sz="1800" kern="1200">
                          <a:solidFill>
                            <a:schemeClr val="tx1"/>
                          </a:solidFill>
                          <a:latin typeface="Calibri"/>
                        </a:defRPr>
                      </a:lvl2pPr>
                      <a:lvl3pPr marL="914400" algn="r" defTabSz="914400" rtl="1" eaLnBrk="1" latinLnBrk="0" hangingPunct="1">
                        <a:defRPr sz="1800" kern="1200">
                          <a:solidFill>
                            <a:schemeClr val="tx1"/>
                          </a:solidFill>
                          <a:latin typeface="Calibri"/>
                        </a:defRPr>
                      </a:lvl3pPr>
                      <a:lvl4pPr marL="1371600" algn="r" defTabSz="914400" rtl="1" eaLnBrk="1" latinLnBrk="0" hangingPunct="1">
                        <a:defRPr sz="1800" kern="1200">
                          <a:solidFill>
                            <a:schemeClr val="tx1"/>
                          </a:solidFill>
                          <a:latin typeface="Calibri"/>
                        </a:defRPr>
                      </a:lvl4pPr>
                      <a:lvl5pPr marL="1828800" algn="r" defTabSz="914400" rtl="1" eaLnBrk="1" latinLnBrk="0" hangingPunct="1">
                        <a:defRPr sz="1800" kern="1200">
                          <a:solidFill>
                            <a:schemeClr val="tx1"/>
                          </a:solidFill>
                          <a:latin typeface="Calibri"/>
                        </a:defRPr>
                      </a:lvl5pPr>
                      <a:lvl6pPr marL="2286000" algn="r" defTabSz="914400" rtl="1" eaLnBrk="1" latinLnBrk="0" hangingPunct="1">
                        <a:defRPr sz="1800" kern="1200">
                          <a:solidFill>
                            <a:schemeClr val="tx1"/>
                          </a:solidFill>
                          <a:latin typeface="Calibri"/>
                        </a:defRPr>
                      </a:lvl6pPr>
                      <a:lvl7pPr marL="2743200" algn="r" defTabSz="914400" rtl="1" eaLnBrk="1" latinLnBrk="0" hangingPunct="1">
                        <a:defRPr sz="1800" kern="1200">
                          <a:solidFill>
                            <a:schemeClr val="tx1"/>
                          </a:solidFill>
                          <a:latin typeface="Calibri"/>
                        </a:defRPr>
                      </a:lvl7pPr>
                      <a:lvl8pPr marL="3200400" algn="r" defTabSz="914400" rtl="1" eaLnBrk="1" latinLnBrk="0" hangingPunct="1">
                        <a:defRPr sz="1800" kern="1200">
                          <a:solidFill>
                            <a:schemeClr val="tx1"/>
                          </a:solidFill>
                          <a:latin typeface="Calibri"/>
                        </a:defRPr>
                      </a:lvl8pPr>
                      <a:lvl9pPr marL="3657600" algn="r" defTabSz="914400" rtl="1" eaLnBrk="1" latinLnBrk="0" hangingPunct="1">
                        <a:defRPr sz="1800" kern="1200">
                          <a:solidFill>
                            <a:schemeClr val="tx1"/>
                          </a:solidFill>
                          <a:latin typeface="Calibri"/>
                        </a:defRPr>
                      </a:lvl9pPr>
                    </a:lstStyle>
                    <a:p>
                      <a:pPr marL="0" marR="0" lvl="0" indent="0" algn="r" rtl="1">
                        <a:lnSpc>
                          <a:spcPct val="100000"/>
                        </a:lnSpc>
                        <a:spcBef>
                          <a:spcPts val="0"/>
                        </a:spcBef>
                        <a:spcAft>
                          <a:spcPts val="0"/>
                        </a:spcAft>
                        <a:buClr>
                          <a:srgbClr val="404040"/>
                        </a:buClr>
                        <a:buSzPct val="100000"/>
                        <a:buFont typeface="+mj-lt"/>
                        <a:buNone/>
                      </a:pPr>
                      <a:r>
                        <a:rPr lang="ar-SA" sz="1600" u="none" strike="noStrike" cap="none" dirty="0">
                          <a:solidFill>
                            <a:schemeClr val="bg2">
                              <a:lumMod val="10000"/>
                            </a:schemeClr>
                          </a:solidFill>
                          <a:latin typeface="Neo Sans Arabic Medium" panose="020B0704030504040204" pitchFamily="34" charset="-78"/>
                          <a:cs typeface="Neo Sans Arabic Medium" panose="020B0704030504040204" pitchFamily="34" charset="-78"/>
                        </a:rPr>
                        <a:t>بناء شراكات استراتيجية مع القطاع الخاص </a:t>
                      </a:r>
                      <a:endParaRPr lang="en-US" sz="1600" u="none" strike="noStrike" cap="none" dirty="0">
                        <a:solidFill>
                          <a:schemeClr val="bg2">
                            <a:lumMod val="10000"/>
                          </a:schemeClr>
                        </a:solidFill>
                        <a:latin typeface="Neo Sans Arabic Medium" panose="020B0704030504040204" pitchFamily="34" charset="-78"/>
                        <a:cs typeface="Neo Sans Arabic Medium" panose="020B0704030504040204" pitchFamily="34" charset="-78"/>
                      </a:endParaRPr>
                    </a:p>
                  </a:txBody>
                  <a:tcPr marL="91450" marR="91450" marT="45725" marB="45725" anchor="ctr">
                    <a:lnL w="12700" cap="flat" cmpd="sng" algn="ctr">
                      <a:solidFill>
                        <a:sysClr val="windowText" lastClr="000000"/>
                      </a:solidFill>
                      <a:prstDash val="solid"/>
                      <a:round/>
                      <a:headEnd type="none" w="med" len="med"/>
                      <a:tailEnd type="none" w="med" len="med"/>
                    </a:lnL>
                    <a:lnR w="12700" cap="flat" cmpd="sng" algn="ctr">
                      <a:solidFill>
                        <a:srgbClr val="000000"/>
                      </a:solidFill>
                      <a:prstDash val="solid"/>
                      <a:round/>
                      <a:headEnd type="none" w="sm" len="sm"/>
                      <a:tailEnd type="none" w="sm" len="sm"/>
                    </a:lnR>
                    <a:lnT w="12700" cap="flat" cmpd="sng" algn="ctr">
                      <a:solidFill>
                        <a:sysClr val="windowText" lastClr="000000"/>
                      </a:solidFill>
                      <a:prstDash val="solid"/>
                      <a:round/>
                      <a:headEnd type="none" w="med" len="med"/>
                      <a:tailEnd type="none" w="med" len="med"/>
                    </a:lnT>
                    <a:lnB w="12700" cap="flat" cmpd="sng" algn="ctr">
                      <a:solidFill>
                        <a:srgbClr val="000000"/>
                      </a:solidFill>
                      <a:prstDash val="solid"/>
                      <a:round/>
                      <a:headEnd type="none" w="sm" len="sm"/>
                      <a:tailEnd type="none" w="sm" len="sm"/>
                    </a:lnB>
                    <a:lnTlToBr w="12700" cmpd="sng">
                      <a:noFill/>
                      <a:prstDash val="solid"/>
                    </a:lnTlToBr>
                    <a:lnBlToTr w="12700" cmpd="sng">
                      <a:noFill/>
                      <a:prstDash val="solid"/>
                    </a:lnBlToTr>
                    <a:noFill/>
                  </a:tcPr>
                </a:tc>
                <a:tc>
                  <a:txBody>
                    <a:bodyPr/>
                    <a:lstStyle>
                      <a:lvl1pPr marL="0" algn="r" defTabSz="914400" rtl="1" eaLnBrk="1" latinLnBrk="0" hangingPunct="1">
                        <a:defRPr sz="1800" kern="1200">
                          <a:solidFill>
                            <a:schemeClr val="tx1"/>
                          </a:solidFill>
                          <a:latin typeface="Calibri"/>
                        </a:defRPr>
                      </a:lvl1pPr>
                      <a:lvl2pPr marL="457200" algn="r" defTabSz="914400" rtl="1" eaLnBrk="1" latinLnBrk="0" hangingPunct="1">
                        <a:defRPr sz="1800" kern="1200">
                          <a:solidFill>
                            <a:schemeClr val="tx1"/>
                          </a:solidFill>
                          <a:latin typeface="Calibri"/>
                        </a:defRPr>
                      </a:lvl2pPr>
                      <a:lvl3pPr marL="914400" algn="r" defTabSz="914400" rtl="1" eaLnBrk="1" latinLnBrk="0" hangingPunct="1">
                        <a:defRPr sz="1800" kern="1200">
                          <a:solidFill>
                            <a:schemeClr val="tx1"/>
                          </a:solidFill>
                          <a:latin typeface="Calibri"/>
                        </a:defRPr>
                      </a:lvl3pPr>
                      <a:lvl4pPr marL="1371600" algn="r" defTabSz="914400" rtl="1" eaLnBrk="1" latinLnBrk="0" hangingPunct="1">
                        <a:defRPr sz="1800" kern="1200">
                          <a:solidFill>
                            <a:schemeClr val="tx1"/>
                          </a:solidFill>
                          <a:latin typeface="Calibri"/>
                        </a:defRPr>
                      </a:lvl4pPr>
                      <a:lvl5pPr marL="1828800" algn="r" defTabSz="914400" rtl="1" eaLnBrk="1" latinLnBrk="0" hangingPunct="1">
                        <a:defRPr sz="1800" kern="1200">
                          <a:solidFill>
                            <a:schemeClr val="tx1"/>
                          </a:solidFill>
                          <a:latin typeface="Calibri"/>
                        </a:defRPr>
                      </a:lvl5pPr>
                      <a:lvl6pPr marL="2286000" algn="r" defTabSz="914400" rtl="1" eaLnBrk="1" latinLnBrk="0" hangingPunct="1">
                        <a:defRPr sz="1800" kern="1200">
                          <a:solidFill>
                            <a:schemeClr val="tx1"/>
                          </a:solidFill>
                          <a:latin typeface="Calibri"/>
                        </a:defRPr>
                      </a:lvl6pPr>
                      <a:lvl7pPr marL="2743200" algn="r" defTabSz="914400" rtl="1" eaLnBrk="1" latinLnBrk="0" hangingPunct="1">
                        <a:defRPr sz="1800" kern="1200">
                          <a:solidFill>
                            <a:schemeClr val="tx1"/>
                          </a:solidFill>
                          <a:latin typeface="Calibri"/>
                        </a:defRPr>
                      </a:lvl7pPr>
                      <a:lvl8pPr marL="3200400" algn="r" defTabSz="914400" rtl="1" eaLnBrk="1" latinLnBrk="0" hangingPunct="1">
                        <a:defRPr sz="1800" kern="1200">
                          <a:solidFill>
                            <a:schemeClr val="tx1"/>
                          </a:solidFill>
                          <a:latin typeface="Calibri"/>
                        </a:defRPr>
                      </a:lvl8pPr>
                      <a:lvl9pPr marL="3657600" algn="r" defTabSz="914400" rtl="1" eaLnBrk="1" latinLnBrk="0" hangingPunct="1">
                        <a:defRPr sz="1800" kern="1200">
                          <a:solidFill>
                            <a:schemeClr val="tx1"/>
                          </a:solidFill>
                          <a:latin typeface="Calibri"/>
                        </a:defRPr>
                      </a:lvl9pPr>
                    </a:lstStyle>
                    <a:p>
                      <a:pPr marL="0" marR="0" lvl="0" indent="0" algn="ctr" rtl="1">
                        <a:lnSpc>
                          <a:spcPct val="100000"/>
                        </a:lnSpc>
                        <a:spcBef>
                          <a:spcPts val="0"/>
                        </a:spcBef>
                        <a:spcAft>
                          <a:spcPts val="0"/>
                        </a:spcAft>
                        <a:buClr>
                          <a:srgbClr val="404040"/>
                        </a:buClr>
                        <a:buSzPts val="1200"/>
                        <a:buFont typeface="Sakkal Majalla"/>
                        <a:buNone/>
                      </a:pPr>
                      <a:r>
                        <a:rPr lang="ar-SA" sz="1600" u="none" strike="noStrike" cap="none" dirty="0">
                          <a:latin typeface="Neo Sans Arabic Medium" panose="020B0704030504040204" pitchFamily="34" charset="-78"/>
                          <a:cs typeface="Neo Sans Arabic Medium" panose="020B0704030504040204" pitchFamily="34" charset="-78"/>
                        </a:rPr>
                        <a:t>تطوير نظام الحوافز والتقدير للمتطوعين</a:t>
                      </a:r>
                      <a:endParaRPr lang="en-US" sz="1600" u="none" strike="noStrike" cap="none" dirty="0">
                        <a:latin typeface="Neo Sans Arabic Medium" panose="020B0704030504040204" pitchFamily="34" charset="-78"/>
                        <a:cs typeface="Neo Sans Arabic Medium" panose="020B0704030504040204" pitchFamily="34" charset="-78"/>
                      </a:endParaRPr>
                    </a:p>
                  </a:txBody>
                  <a:tcPr marL="91450" marR="91450" marT="45725" marB="45725" anchor="ctr">
                    <a:lnL w="12700" cap="flat" cmpd="sng" algn="ctr">
                      <a:solidFill>
                        <a:srgbClr val="000000"/>
                      </a:solidFill>
                      <a:prstDash val="solid"/>
                      <a:round/>
                      <a:headEnd type="none" w="sm" len="sm"/>
                      <a:tailEnd type="none" w="sm" len="sm"/>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rgbClr val="000000"/>
                      </a:solidFill>
                      <a:prstDash val="solid"/>
                      <a:round/>
                      <a:headEnd type="none" w="sm" len="sm"/>
                      <a:tailEnd type="none" w="sm" len="sm"/>
                    </a:lnB>
                    <a:lnTlToBr w="12700" cmpd="sng">
                      <a:noFill/>
                      <a:prstDash val="solid"/>
                    </a:lnTlToBr>
                    <a:lnBlToTr w="12700" cmpd="sng">
                      <a:noFill/>
                      <a:prstDash val="solid"/>
                    </a:lnBlToTr>
                    <a:noFill/>
                  </a:tcPr>
                </a:tc>
                <a:tc>
                  <a:txBody>
                    <a:bodyPr/>
                    <a:lstStyle>
                      <a:lvl1pPr marL="0" algn="r" defTabSz="914400" rtl="1" eaLnBrk="1" latinLnBrk="0" hangingPunct="1">
                        <a:defRPr sz="1800" kern="1200">
                          <a:solidFill>
                            <a:schemeClr val="tx1"/>
                          </a:solidFill>
                          <a:latin typeface="Calibri"/>
                        </a:defRPr>
                      </a:lvl1pPr>
                      <a:lvl2pPr marL="457200" algn="r" defTabSz="914400" rtl="1" eaLnBrk="1" latinLnBrk="0" hangingPunct="1">
                        <a:defRPr sz="1800" kern="1200">
                          <a:solidFill>
                            <a:schemeClr val="tx1"/>
                          </a:solidFill>
                          <a:latin typeface="Calibri"/>
                        </a:defRPr>
                      </a:lvl2pPr>
                      <a:lvl3pPr marL="914400" algn="r" defTabSz="914400" rtl="1" eaLnBrk="1" latinLnBrk="0" hangingPunct="1">
                        <a:defRPr sz="1800" kern="1200">
                          <a:solidFill>
                            <a:schemeClr val="tx1"/>
                          </a:solidFill>
                          <a:latin typeface="Calibri"/>
                        </a:defRPr>
                      </a:lvl3pPr>
                      <a:lvl4pPr marL="1371600" algn="r" defTabSz="914400" rtl="1" eaLnBrk="1" latinLnBrk="0" hangingPunct="1">
                        <a:defRPr sz="1800" kern="1200">
                          <a:solidFill>
                            <a:schemeClr val="tx1"/>
                          </a:solidFill>
                          <a:latin typeface="Calibri"/>
                        </a:defRPr>
                      </a:lvl4pPr>
                      <a:lvl5pPr marL="1828800" algn="r" defTabSz="914400" rtl="1" eaLnBrk="1" latinLnBrk="0" hangingPunct="1">
                        <a:defRPr sz="1800" kern="1200">
                          <a:solidFill>
                            <a:schemeClr val="tx1"/>
                          </a:solidFill>
                          <a:latin typeface="Calibri"/>
                        </a:defRPr>
                      </a:lvl5pPr>
                      <a:lvl6pPr marL="2286000" algn="r" defTabSz="914400" rtl="1" eaLnBrk="1" latinLnBrk="0" hangingPunct="1">
                        <a:defRPr sz="1800" kern="1200">
                          <a:solidFill>
                            <a:schemeClr val="tx1"/>
                          </a:solidFill>
                          <a:latin typeface="Calibri"/>
                        </a:defRPr>
                      </a:lvl6pPr>
                      <a:lvl7pPr marL="2743200" algn="r" defTabSz="914400" rtl="1" eaLnBrk="1" latinLnBrk="0" hangingPunct="1">
                        <a:defRPr sz="1800" kern="1200">
                          <a:solidFill>
                            <a:schemeClr val="tx1"/>
                          </a:solidFill>
                          <a:latin typeface="Calibri"/>
                        </a:defRPr>
                      </a:lvl7pPr>
                      <a:lvl8pPr marL="3200400" algn="r" defTabSz="914400" rtl="1" eaLnBrk="1" latinLnBrk="0" hangingPunct="1">
                        <a:defRPr sz="1800" kern="1200">
                          <a:solidFill>
                            <a:schemeClr val="tx1"/>
                          </a:solidFill>
                          <a:latin typeface="Calibri"/>
                        </a:defRPr>
                      </a:lvl8pPr>
                      <a:lvl9pPr marL="3657600" algn="r" defTabSz="914400" rtl="1" eaLnBrk="1" latinLnBrk="0" hangingPunct="1">
                        <a:defRPr sz="1800" kern="1200">
                          <a:solidFill>
                            <a:schemeClr val="tx1"/>
                          </a:solidFill>
                          <a:latin typeface="Calibri"/>
                        </a:defRPr>
                      </a:lvl9pPr>
                    </a:lstStyle>
                    <a:p>
                      <a:pPr marL="0" marR="0" lvl="0" indent="0" algn="ctr" rtl="1">
                        <a:lnSpc>
                          <a:spcPct val="100000"/>
                        </a:lnSpc>
                        <a:spcBef>
                          <a:spcPts val="0"/>
                        </a:spcBef>
                        <a:spcAft>
                          <a:spcPts val="0"/>
                        </a:spcAft>
                        <a:buClr>
                          <a:srgbClr val="404040"/>
                        </a:buClr>
                        <a:buSzPts val="1200"/>
                        <a:buFont typeface="Sakkal Majalla"/>
                        <a:buNone/>
                      </a:pPr>
                      <a:r>
                        <a:rPr lang="ar-SA" sz="1600" u="none" strike="noStrike" cap="none" dirty="0">
                          <a:latin typeface="Neo Sans Arabic Medium" panose="020B0704030504040204" pitchFamily="34" charset="-78"/>
                          <a:cs typeface="Neo Sans Arabic Medium" panose="020B0704030504040204" pitchFamily="34" charset="-78"/>
                        </a:rPr>
                        <a:t>تفعيل برنامج الولاء</a:t>
                      </a:r>
                    </a:p>
                  </a:txBody>
                  <a:tcPr marL="91450" marR="91450" marT="45725" marB="45725" anchor="ctr">
                    <a:lnL w="12700" cap="flat" cmpd="sng" algn="ctr">
                      <a:solidFill>
                        <a:sysClr val="windowText" lastClr="000000"/>
                      </a:solidFill>
                      <a:prstDash val="solid"/>
                      <a:round/>
                      <a:headEnd type="none" w="med" len="med"/>
                      <a:tailEnd type="none" w="med" len="med"/>
                    </a:lnL>
                    <a:lnR w="12700" cap="flat" cmpd="sng" algn="ctr">
                      <a:solidFill>
                        <a:srgbClr val="000000"/>
                      </a:solidFill>
                      <a:prstDash val="solid"/>
                      <a:round/>
                      <a:headEnd type="none" w="sm" len="sm"/>
                      <a:tailEnd type="none" w="sm" len="sm"/>
                    </a:lnR>
                    <a:lnT w="12700" cap="flat" cmpd="sng" algn="ctr">
                      <a:solidFill>
                        <a:sysClr val="windowText" lastClr="000000"/>
                      </a:solidFill>
                      <a:prstDash val="solid"/>
                      <a:round/>
                      <a:headEnd type="none" w="med" len="med"/>
                      <a:tailEnd type="none" w="med" len="med"/>
                    </a:lnT>
                    <a:lnB w="12700" cap="flat" cmpd="sng" algn="ctr">
                      <a:solidFill>
                        <a:srgbClr val="000000"/>
                      </a:solidFill>
                      <a:prstDash val="solid"/>
                      <a:round/>
                      <a:headEnd type="none" w="sm" len="sm"/>
                      <a:tailEnd type="none" w="sm" len="sm"/>
                    </a:lnB>
                    <a:lnTlToBr w="12700" cmpd="sng">
                      <a:noFill/>
                      <a:prstDash val="solid"/>
                    </a:lnTlToBr>
                    <a:lnBlToTr w="12700" cmpd="sng">
                      <a:noFill/>
                      <a:prstDash val="solid"/>
                    </a:lnBlToTr>
                    <a:noFill/>
                  </a:tcPr>
                </a:tc>
                <a:tc vMerge="1">
                  <a:txBody>
                    <a:bodyPr/>
                    <a:lstStyle/>
                    <a:p>
                      <a:endParaRPr lang="en-US"/>
                    </a:p>
                  </a:txBody>
                  <a:tcPr/>
                </a:tc>
                <a:tc vMerge="1">
                  <a:txBody>
                    <a:bodyPr/>
                    <a:lstStyle/>
                    <a:p>
                      <a:endParaRPr lang="en-US"/>
                    </a:p>
                  </a:txBody>
                  <a:tcPr/>
                </a:tc>
                <a:extLst>
                  <a:ext uri="{0D108BD9-81ED-4DB2-BD59-A6C34878D82A}">
                    <a16:rowId xmlns:a16="http://schemas.microsoft.com/office/drawing/2014/main" val="3192143592"/>
                  </a:ext>
                </a:extLst>
              </a:tr>
            </a:tbl>
          </a:graphicData>
        </a:graphic>
      </p:graphicFrame>
      <p:graphicFrame>
        <p:nvGraphicFramePr>
          <p:cNvPr id="5" name="جدول 4">
            <a:extLst>
              <a:ext uri="{FF2B5EF4-FFF2-40B4-BE49-F238E27FC236}">
                <a16:creationId xmlns:a16="http://schemas.microsoft.com/office/drawing/2014/main" id="{9ECA3C1C-48CE-76B7-637F-035E7B516AD8}"/>
              </a:ext>
            </a:extLst>
          </p:cNvPr>
          <p:cNvGraphicFramePr>
            <a:graphicFrameLocks noGrp="1"/>
          </p:cNvGraphicFramePr>
          <p:nvPr>
            <p:extLst>
              <p:ext uri="{D42A27DB-BD31-4B8C-83A1-F6EECF244321}">
                <p14:modId xmlns:p14="http://schemas.microsoft.com/office/powerpoint/2010/main" val="2086102042"/>
              </p:ext>
            </p:extLst>
          </p:nvPr>
        </p:nvGraphicFramePr>
        <p:xfrm>
          <a:off x="573175" y="2682912"/>
          <a:ext cx="11058145" cy="4328260"/>
        </p:xfrm>
        <a:graphic>
          <a:graphicData uri="http://schemas.openxmlformats.org/drawingml/2006/table">
            <a:tbl>
              <a:tblPr>
                <a:noFill/>
              </a:tblPr>
              <a:tblGrid>
                <a:gridCol w="1734616">
                  <a:extLst>
                    <a:ext uri="{9D8B030D-6E8A-4147-A177-3AD203B41FA5}">
                      <a16:colId xmlns:a16="http://schemas.microsoft.com/office/drawing/2014/main" val="4225445459"/>
                    </a:ext>
                  </a:extLst>
                </a:gridCol>
                <a:gridCol w="2516506">
                  <a:extLst>
                    <a:ext uri="{9D8B030D-6E8A-4147-A177-3AD203B41FA5}">
                      <a16:colId xmlns:a16="http://schemas.microsoft.com/office/drawing/2014/main" val="4141826183"/>
                    </a:ext>
                  </a:extLst>
                </a:gridCol>
                <a:gridCol w="1982451">
                  <a:extLst>
                    <a:ext uri="{9D8B030D-6E8A-4147-A177-3AD203B41FA5}">
                      <a16:colId xmlns:a16="http://schemas.microsoft.com/office/drawing/2014/main" val="1165040606"/>
                    </a:ext>
                  </a:extLst>
                </a:gridCol>
                <a:gridCol w="1982451">
                  <a:extLst>
                    <a:ext uri="{9D8B030D-6E8A-4147-A177-3AD203B41FA5}">
                      <a16:colId xmlns:a16="http://schemas.microsoft.com/office/drawing/2014/main" val="1694472251"/>
                    </a:ext>
                  </a:extLst>
                </a:gridCol>
                <a:gridCol w="2506547">
                  <a:extLst>
                    <a:ext uri="{9D8B030D-6E8A-4147-A177-3AD203B41FA5}">
                      <a16:colId xmlns:a16="http://schemas.microsoft.com/office/drawing/2014/main" val="1829455999"/>
                    </a:ext>
                  </a:extLst>
                </a:gridCol>
                <a:gridCol w="335574">
                  <a:extLst>
                    <a:ext uri="{9D8B030D-6E8A-4147-A177-3AD203B41FA5}">
                      <a16:colId xmlns:a16="http://schemas.microsoft.com/office/drawing/2014/main" val="808410758"/>
                    </a:ext>
                  </a:extLst>
                </a:gridCol>
              </a:tblGrid>
              <a:tr h="262689">
                <a:tc>
                  <a:txBody>
                    <a:bodyPr/>
                    <a:lstStyle>
                      <a:lvl1pPr marL="0" algn="r" defTabSz="914400" rtl="1" eaLnBrk="1" latinLnBrk="0" hangingPunct="1">
                        <a:defRPr sz="1800" kern="1200">
                          <a:solidFill>
                            <a:schemeClr val="tx1"/>
                          </a:solidFill>
                          <a:latin typeface="Calibri"/>
                        </a:defRPr>
                      </a:lvl1pPr>
                      <a:lvl2pPr marL="457200" algn="r" defTabSz="914400" rtl="1" eaLnBrk="1" latinLnBrk="0" hangingPunct="1">
                        <a:defRPr sz="1800" kern="1200">
                          <a:solidFill>
                            <a:schemeClr val="tx1"/>
                          </a:solidFill>
                          <a:latin typeface="Calibri"/>
                        </a:defRPr>
                      </a:lvl2pPr>
                      <a:lvl3pPr marL="914400" algn="r" defTabSz="914400" rtl="1" eaLnBrk="1" latinLnBrk="0" hangingPunct="1">
                        <a:defRPr sz="1800" kern="1200">
                          <a:solidFill>
                            <a:schemeClr val="tx1"/>
                          </a:solidFill>
                          <a:latin typeface="Calibri"/>
                        </a:defRPr>
                      </a:lvl3pPr>
                      <a:lvl4pPr marL="1371600" algn="r" defTabSz="914400" rtl="1" eaLnBrk="1" latinLnBrk="0" hangingPunct="1">
                        <a:defRPr sz="1800" kern="1200">
                          <a:solidFill>
                            <a:schemeClr val="tx1"/>
                          </a:solidFill>
                          <a:latin typeface="Calibri"/>
                        </a:defRPr>
                      </a:lvl4pPr>
                      <a:lvl5pPr marL="1828800" algn="r" defTabSz="914400" rtl="1" eaLnBrk="1" latinLnBrk="0" hangingPunct="1">
                        <a:defRPr sz="1800" kern="1200">
                          <a:solidFill>
                            <a:schemeClr val="tx1"/>
                          </a:solidFill>
                          <a:latin typeface="Calibri"/>
                        </a:defRPr>
                      </a:lvl5pPr>
                      <a:lvl6pPr marL="2286000" algn="r" defTabSz="914400" rtl="1" eaLnBrk="1" latinLnBrk="0" hangingPunct="1">
                        <a:defRPr sz="1800" kern="1200">
                          <a:solidFill>
                            <a:schemeClr val="tx1"/>
                          </a:solidFill>
                          <a:latin typeface="Calibri"/>
                        </a:defRPr>
                      </a:lvl6pPr>
                      <a:lvl7pPr marL="2743200" algn="r" defTabSz="914400" rtl="1" eaLnBrk="1" latinLnBrk="0" hangingPunct="1">
                        <a:defRPr sz="1800" kern="1200">
                          <a:solidFill>
                            <a:schemeClr val="tx1"/>
                          </a:solidFill>
                          <a:latin typeface="Calibri"/>
                        </a:defRPr>
                      </a:lvl7pPr>
                      <a:lvl8pPr marL="3200400" algn="r" defTabSz="914400" rtl="1" eaLnBrk="1" latinLnBrk="0" hangingPunct="1">
                        <a:defRPr sz="1800" kern="1200">
                          <a:solidFill>
                            <a:schemeClr val="tx1"/>
                          </a:solidFill>
                          <a:latin typeface="Calibri"/>
                        </a:defRPr>
                      </a:lvl8pPr>
                      <a:lvl9pPr marL="3657600" algn="r" defTabSz="914400" rtl="1" eaLnBrk="1" latinLnBrk="0" hangingPunct="1">
                        <a:defRPr sz="1800" kern="1200">
                          <a:solidFill>
                            <a:schemeClr val="tx1"/>
                          </a:solidFill>
                          <a:latin typeface="Calibri"/>
                        </a:defRPr>
                      </a:lvl9pPr>
                    </a:lstStyle>
                    <a:p>
                      <a:pPr marL="0" marR="0" lvl="0" indent="0" algn="ctr" rtl="1">
                        <a:lnSpc>
                          <a:spcPct val="100000"/>
                        </a:lnSpc>
                        <a:spcBef>
                          <a:spcPts val="0"/>
                        </a:spcBef>
                        <a:spcAft>
                          <a:spcPts val="0"/>
                        </a:spcAft>
                        <a:buClr>
                          <a:srgbClr val="404040"/>
                        </a:buClr>
                        <a:buSzPct val="100000"/>
                        <a:buFont typeface="+mj-lt"/>
                        <a:buNone/>
                      </a:pPr>
                      <a:r>
                        <a:rPr lang="ar-SA" sz="1600" u="none" strike="noStrike" cap="none" dirty="0">
                          <a:solidFill>
                            <a:sysClr val="windowText" lastClr="000000"/>
                          </a:solidFill>
                          <a:latin typeface="Neo Sans Arabic Medium" panose="020B0704030504040204" pitchFamily="34" charset="-78"/>
                          <a:cs typeface="Neo Sans Arabic Medium" panose="020B0704030504040204" pitchFamily="34" charset="-78"/>
                        </a:rPr>
                        <a:t>التكلفة</a:t>
                      </a:r>
                      <a:endParaRPr lang="en-US" sz="1600" u="none" strike="noStrike" cap="none" dirty="0">
                        <a:solidFill>
                          <a:sysClr val="windowText" lastClr="000000"/>
                        </a:solidFill>
                        <a:latin typeface="Neo Sans Arabic Medium" panose="020B0704030504040204" pitchFamily="34" charset="-78"/>
                        <a:cs typeface="Neo Sans Arabic Medium" panose="020B0704030504040204" pitchFamily="34" charset="-78"/>
                      </a:endParaRPr>
                    </a:p>
                  </a:txBody>
                  <a:tcPr marL="91450" marR="91450" marT="45725" marB="45725" anchor="ctr">
                    <a:lnL w="12700" cap="flat" cmpd="sng">
                      <a:solidFill>
                        <a:srgbClr val="000000"/>
                      </a:solidFill>
                      <a:prstDash val="solid"/>
                      <a:round/>
                      <a:headEnd type="none" w="sm" len="sm"/>
                      <a:tailEnd type="none" w="sm" len="sm"/>
                    </a:lnL>
                    <a:lnR w="12700" cap="flat" cmpd="sng" algn="ctr">
                      <a:solidFill>
                        <a:sysClr val="windowText" lastClr="000000"/>
                      </a:solidFill>
                      <a:prstDash val="solid"/>
                      <a:round/>
                      <a:headEnd type="none" w="med" len="med"/>
                      <a:tailEnd type="none" w="med" len="med"/>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w="12700" cmpd="sng">
                      <a:noFill/>
                      <a:prstDash val="solid"/>
                    </a:lnTlToBr>
                    <a:lnBlToTr w="12700" cmpd="sng">
                      <a:noFill/>
                      <a:prstDash val="solid"/>
                    </a:lnBlToTr>
                    <a:solidFill>
                      <a:srgbClr val="5ECDCB"/>
                    </a:solidFill>
                  </a:tcPr>
                </a:tc>
                <a:tc>
                  <a:txBody>
                    <a:bodyPr/>
                    <a:lstStyle>
                      <a:lvl1pPr marL="0" algn="r" defTabSz="914400" rtl="1" eaLnBrk="1" latinLnBrk="0" hangingPunct="1">
                        <a:defRPr sz="1800" kern="1200">
                          <a:solidFill>
                            <a:schemeClr val="tx1"/>
                          </a:solidFill>
                          <a:latin typeface="Calibri"/>
                        </a:defRPr>
                      </a:lvl1pPr>
                      <a:lvl2pPr marL="457200" algn="r" defTabSz="914400" rtl="1" eaLnBrk="1" latinLnBrk="0" hangingPunct="1">
                        <a:defRPr sz="1800" kern="1200">
                          <a:solidFill>
                            <a:schemeClr val="tx1"/>
                          </a:solidFill>
                          <a:latin typeface="Calibri"/>
                        </a:defRPr>
                      </a:lvl2pPr>
                      <a:lvl3pPr marL="914400" algn="r" defTabSz="914400" rtl="1" eaLnBrk="1" latinLnBrk="0" hangingPunct="1">
                        <a:defRPr sz="1800" kern="1200">
                          <a:solidFill>
                            <a:schemeClr val="tx1"/>
                          </a:solidFill>
                          <a:latin typeface="Calibri"/>
                        </a:defRPr>
                      </a:lvl3pPr>
                      <a:lvl4pPr marL="1371600" algn="r" defTabSz="914400" rtl="1" eaLnBrk="1" latinLnBrk="0" hangingPunct="1">
                        <a:defRPr sz="1800" kern="1200">
                          <a:solidFill>
                            <a:schemeClr val="tx1"/>
                          </a:solidFill>
                          <a:latin typeface="Calibri"/>
                        </a:defRPr>
                      </a:lvl4pPr>
                      <a:lvl5pPr marL="1828800" algn="r" defTabSz="914400" rtl="1" eaLnBrk="1" latinLnBrk="0" hangingPunct="1">
                        <a:defRPr sz="1800" kern="1200">
                          <a:solidFill>
                            <a:schemeClr val="tx1"/>
                          </a:solidFill>
                          <a:latin typeface="Calibri"/>
                        </a:defRPr>
                      </a:lvl5pPr>
                      <a:lvl6pPr marL="2286000" algn="r" defTabSz="914400" rtl="1" eaLnBrk="1" latinLnBrk="0" hangingPunct="1">
                        <a:defRPr sz="1800" kern="1200">
                          <a:solidFill>
                            <a:schemeClr val="tx1"/>
                          </a:solidFill>
                          <a:latin typeface="Calibri"/>
                        </a:defRPr>
                      </a:lvl6pPr>
                      <a:lvl7pPr marL="2743200" algn="r" defTabSz="914400" rtl="1" eaLnBrk="1" latinLnBrk="0" hangingPunct="1">
                        <a:defRPr sz="1800" kern="1200">
                          <a:solidFill>
                            <a:schemeClr val="tx1"/>
                          </a:solidFill>
                          <a:latin typeface="Calibri"/>
                        </a:defRPr>
                      </a:lvl7pPr>
                      <a:lvl8pPr marL="3200400" algn="r" defTabSz="914400" rtl="1" eaLnBrk="1" latinLnBrk="0" hangingPunct="1">
                        <a:defRPr sz="1800" kern="1200">
                          <a:solidFill>
                            <a:schemeClr val="tx1"/>
                          </a:solidFill>
                          <a:latin typeface="Calibri"/>
                        </a:defRPr>
                      </a:lvl8pPr>
                      <a:lvl9pPr marL="3657600" algn="r" defTabSz="914400" rtl="1" eaLnBrk="1" latinLnBrk="0" hangingPunct="1">
                        <a:defRPr sz="1800" kern="1200">
                          <a:solidFill>
                            <a:schemeClr val="tx1"/>
                          </a:solidFill>
                          <a:latin typeface="Calibri"/>
                        </a:defRPr>
                      </a:lvl9pPr>
                    </a:lstStyle>
                    <a:p>
                      <a:pPr marL="0" marR="0" lvl="0" indent="0" algn="ctr" rtl="1">
                        <a:lnSpc>
                          <a:spcPct val="100000"/>
                        </a:lnSpc>
                        <a:spcBef>
                          <a:spcPts val="0"/>
                        </a:spcBef>
                        <a:spcAft>
                          <a:spcPts val="0"/>
                        </a:spcAft>
                        <a:buClr>
                          <a:srgbClr val="404040"/>
                        </a:buClr>
                        <a:buSzPct val="100000"/>
                        <a:buFont typeface="+mj-lt"/>
                        <a:buNone/>
                      </a:pPr>
                      <a:r>
                        <a:rPr lang="ar-SA" sz="1600" u="none" strike="noStrike" cap="none" dirty="0">
                          <a:solidFill>
                            <a:sysClr val="windowText" lastClr="000000"/>
                          </a:solidFill>
                          <a:latin typeface="Neo Sans Arabic Medium" panose="020B0704030504040204" pitchFamily="34" charset="-78"/>
                          <a:cs typeface="Neo Sans Arabic Medium" panose="020B0704030504040204" pitchFamily="34" charset="-78"/>
                        </a:rPr>
                        <a:t>المسؤول</a:t>
                      </a:r>
                      <a:endParaRPr lang="en-US" sz="1600" u="none" strike="noStrike" cap="none" dirty="0">
                        <a:solidFill>
                          <a:sysClr val="windowText" lastClr="000000"/>
                        </a:solidFill>
                        <a:latin typeface="Neo Sans Arabic Medium" panose="020B0704030504040204" pitchFamily="34" charset="-78"/>
                        <a:cs typeface="Neo Sans Arabic Medium" panose="020B0704030504040204" pitchFamily="34" charset="-78"/>
                      </a:endParaRPr>
                    </a:p>
                  </a:txBody>
                  <a:tcPr marL="91450" marR="91450" marT="45725" marB="45725"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w="12700" cmpd="sng">
                      <a:noFill/>
                      <a:prstDash val="solid"/>
                    </a:lnTlToBr>
                    <a:lnBlToTr w="12700" cmpd="sng">
                      <a:noFill/>
                      <a:prstDash val="solid"/>
                    </a:lnBlToTr>
                    <a:solidFill>
                      <a:srgbClr val="5ECDCB"/>
                    </a:solidFill>
                  </a:tcPr>
                </a:tc>
                <a:tc>
                  <a:txBody>
                    <a:bodyPr/>
                    <a:lstStyle>
                      <a:lvl1pPr marL="0" algn="r" defTabSz="914400" rtl="1" eaLnBrk="1" latinLnBrk="0" hangingPunct="1">
                        <a:defRPr sz="1800" kern="1200">
                          <a:solidFill>
                            <a:schemeClr val="tx1"/>
                          </a:solidFill>
                          <a:latin typeface="Calibri"/>
                        </a:defRPr>
                      </a:lvl1pPr>
                      <a:lvl2pPr marL="457200" algn="r" defTabSz="914400" rtl="1" eaLnBrk="1" latinLnBrk="0" hangingPunct="1">
                        <a:defRPr sz="1800" kern="1200">
                          <a:solidFill>
                            <a:schemeClr val="tx1"/>
                          </a:solidFill>
                          <a:latin typeface="Calibri"/>
                        </a:defRPr>
                      </a:lvl2pPr>
                      <a:lvl3pPr marL="914400" algn="r" defTabSz="914400" rtl="1" eaLnBrk="1" latinLnBrk="0" hangingPunct="1">
                        <a:defRPr sz="1800" kern="1200">
                          <a:solidFill>
                            <a:schemeClr val="tx1"/>
                          </a:solidFill>
                          <a:latin typeface="Calibri"/>
                        </a:defRPr>
                      </a:lvl3pPr>
                      <a:lvl4pPr marL="1371600" algn="r" defTabSz="914400" rtl="1" eaLnBrk="1" latinLnBrk="0" hangingPunct="1">
                        <a:defRPr sz="1800" kern="1200">
                          <a:solidFill>
                            <a:schemeClr val="tx1"/>
                          </a:solidFill>
                          <a:latin typeface="Calibri"/>
                        </a:defRPr>
                      </a:lvl4pPr>
                      <a:lvl5pPr marL="1828800" algn="r" defTabSz="914400" rtl="1" eaLnBrk="1" latinLnBrk="0" hangingPunct="1">
                        <a:defRPr sz="1800" kern="1200">
                          <a:solidFill>
                            <a:schemeClr val="tx1"/>
                          </a:solidFill>
                          <a:latin typeface="Calibri"/>
                        </a:defRPr>
                      </a:lvl5pPr>
                      <a:lvl6pPr marL="2286000" algn="r" defTabSz="914400" rtl="1" eaLnBrk="1" latinLnBrk="0" hangingPunct="1">
                        <a:defRPr sz="1800" kern="1200">
                          <a:solidFill>
                            <a:schemeClr val="tx1"/>
                          </a:solidFill>
                          <a:latin typeface="Calibri"/>
                        </a:defRPr>
                      </a:lvl6pPr>
                      <a:lvl7pPr marL="2743200" algn="r" defTabSz="914400" rtl="1" eaLnBrk="1" latinLnBrk="0" hangingPunct="1">
                        <a:defRPr sz="1800" kern="1200">
                          <a:solidFill>
                            <a:schemeClr val="tx1"/>
                          </a:solidFill>
                          <a:latin typeface="Calibri"/>
                        </a:defRPr>
                      </a:lvl7pPr>
                      <a:lvl8pPr marL="3200400" algn="r" defTabSz="914400" rtl="1" eaLnBrk="1" latinLnBrk="0" hangingPunct="1">
                        <a:defRPr sz="1800" kern="1200">
                          <a:solidFill>
                            <a:schemeClr val="tx1"/>
                          </a:solidFill>
                          <a:latin typeface="Calibri"/>
                        </a:defRPr>
                      </a:lvl8pPr>
                      <a:lvl9pPr marL="3657600" algn="r" defTabSz="914400" rtl="1" eaLnBrk="1" latinLnBrk="0" hangingPunct="1">
                        <a:defRPr sz="1800" kern="1200">
                          <a:solidFill>
                            <a:schemeClr val="tx1"/>
                          </a:solidFill>
                          <a:latin typeface="Calibri"/>
                        </a:defRPr>
                      </a:lvl9pPr>
                    </a:lstStyle>
                    <a:p>
                      <a:pPr marL="0" marR="0" lvl="0" indent="0" algn="ctr" rtl="1">
                        <a:lnSpc>
                          <a:spcPct val="100000"/>
                        </a:lnSpc>
                        <a:spcBef>
                          <a:spcPts val="0"/>
                        </a:spcBef>
                        <a:spcAft>
                          <a:spcPts val="0"/>
                        </a:spcAft>
                        <a:buClr>
                          <a:srgbClr val="404040"/>
                        </a:buClr>
                        <a:buSzPct val="100000"/>
                        <a:buFont typeface="+mj-lt"/>
                        <a:buNone/>
                      </a:pPr>
                      <a:r>
                        <a:rPr lang="ar-SA" sz="1600" u="none" strike="noStrike" cap="none" dirty="0">
                          <a:solidFill>
                            <a:sysClr val="windowText" lastClr="000000"/>
                          </a:solidFill>
                          <a:latin typeface="Neo Sans Arabic Medium" panose="020B0704030504040204" pitchFamily="34" charset="-78"/>
                          <a:cs typeface="Neo Sans Arabic Medium" panose="020B0704030504040204" pitchFamily="34" charset="-78"/>
                        </a:rPr>
                        <a:t>تاريخ الانجاز</a:t>
                      </a:r>
                      <a:endParaRPr lang="en-US" sz="1600" u="none" strike="noStrike" cap="none" dirty="0">
                        <a:solidFill>
                          <a:sysClr val="windowText" lastClr="000000"/>
                        </a:solidFill>
                        <a:latin typeface="Neo Sans Arabic Medium" panose="020B0704030504040204" pitchFamily="34" charset="-78"/>
                        <a:cs typeface="Neo Sans Arabic Medium" panose="020B0704030504040204" pitchFamily="34" charset="-78"/>
                      </a:endParaRPr>
                    </a:p>
                  </a:txBody>
                  <a:tcPr marL="91450" marR="91450" marT="45725" marB="45725"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w="12700" cmpd="sng">
                      <a:noFill/>
                      <a:prstDash val="solid"/>
                    </a:lnTlToBr>
                    <a:lnBlToTr w="12700" cmpd="sng">
                      <a:noFill/>
                      <a:prstDash val="solid"/>
                    </a:lnBlToTr>
                    <a:solidFill>
                      <a:srgbClr val="5ECDCB"/>
                    </a:solidFill>
                  </a:tcPr>
                </a:tc>
                <a:tc>
                  <a:txBody>
                    <a:bodyPr/>
                    <a:lstStyle>
                      <a:lvl1pPr marL="0" algn="r" defTabSz="914400" rtl="1" eaLnBrk="1" latinLnBrk="0" hangingPunct="1">
                        <a:defRPr sz="1800" kern="1200">
                          <a:solidFill>
                            <a:schemeClr val="tx1"/>
                          </a:solidFill>
                          <a:latin typeface="Calibri"/>
                        </a:defRPr>
                      </a:lvl1pPr>
                      <a:lvl2pPr marL="457200" algn="r" defTabSz="914400" rtl="1" eaLnBrk="1" latinLnBrk="0" hangingPunct="1">
                        <a:defRPr sz="1800" kern="1200">
                          <a:solidFill>
                            <a:schemeClr val="tx1"/>
                          </a:solidFill>
                          <a:latin typeface="Calibri"/>
                        </a:defRPr>
                      </a:lvl2pPr>
                      <a:lvl3pPr marL="914400" algn="r" defTabSz="914400" rtl="1" eaLnBrk="1" latinLnBrk="0" hangingPunct="1">
                        <a:defRPr sz="1800" kern="1200">
                          <a:solidFill>
                            <a:schemeClr val="tx1"/>
                          </a:solidFill>
                          <a:latin typeface="Calibri"/>
                        </a:defRPr>
                      </a:lvl3pPr>
                      <a:lvl4pPr marL="1371600" algn="r" defTabSz="914400" rtl="1" eaLnBrk="1" latinLnBrk="0" hangingPunct="1">
                        <a:defRPr sz="1800" kern="1200">
                          <a:solidFill>
                            <a:schemeClr val="tx1"/>
                          </a:solidFill>
                          <a:latin typeface="Calibri"/>
                        </a:defRPr>
                      </a:lvl4pPr>
                      <a:lvl5pPr marL="1828800" algn="r" defTabSz="914400" rtl="1" eaLnBrk="1" latinLnBrk="0" hangingPunct="1">
                        <a:defRPr sz="1800" kern="1200">
                          <a:solidFill>
                            <a:schemeClr val="tx1"/>
                          </a:solidFill>
                          <a:latin typeface="Calibri"/>
                        </a:defRPr>
                      </a:lvl5pPr>
                      <a:lvl6pPr marL="2286000" algn="r" defTabSz="914400" rtl="1" eaLnBrk="1" latinLnBrk="0" hangingPunct="1">
                        <a:defRPr sz="1800" kern="1200">
                          <a:solidFill>
                            <a:schemeClr val="tx1"/>
                          </a:solidFill>
                          <a:latin typeface="Calibri"/>
                        </a:defRPr>
                      </a:lvl6pPr>
                      <a:lvl7pPr marL="2743200" algn="r" defTabSz="914400" rtl="1" eaLnBrk="1" latinLnBrk="0" hangingPunct="1">
                        <a:defRPr sz="1800" kern="1200">
                          <a:solidFill>
                            <a:schemeClr val="tx1"/>
                          </a:solidFill>
                          <a:latin typeface="Calibri"/>
                        </a:defRPr>
                      </a:lvl7pPr>
                      <a:lvl8pPr marL="3200400" algn="r" defTabSz="914400" rtl="1" eaLnBrk="1" latinLnBrk="0" hangingPunct="1">
                        <a:defRPr sz="1800" kern="1200">
                          <a:solidFill>
                            <a:schemeClr val="tx1"/>
                          </a:solidFill>
                          <a:latin typeface="Calibri"/>
                        </a:defRPr>
                      </a:lvl8pPr>
                      <a:lvl9pPr marL="3657600" algn="r" defTabSz="914400" rtl="1" eaLnBrk="1" latinLnBrk="0" hangingPunct="1">
                        <a:defRPr sz="1800" kern="1200">
                          <a:solidFill>
                            <a:schemeClr val="tx1"/>
                          </a:solidFill>
                          <a:latin typeface="Calibri"/>
                        </a:defRPr>
                      </a:lvl9pPr>
                    </a:lstStyle>
                    <a:p>
                      <a:pPr marL="0" marR="0" lvl="0" indent="0" algn="ctr" rtl="1">
                        <a:lnSpc>
                          <a:spcPct val="100000"/>
                        </a:lnSpc>
                        <a:spcBef>
                          <a:spcPts val="0"/>
                        </a:spcBef>
                        <a:spcAft>
                          <a:spcPts val="0"/>
                        </a:spcAft>
                        <a:buClr>
                          <a:srgbClr val="404040"/>
                        </a:buClr>
                        <a:buSzPct val="100000"/>
                        <a:buFont typeface="+mj-lt"/>
                        <a:buNone/>
                      </a:pPr>
                      <a:r>
                        <a:rPr lang="ar-SA" sz="1600" u="none" strike="noStrike" cap="none" dirty="0">
                          <a:solidFill>
                            <a:sysClr val="windowText" lastClr="000000"/>
                          </a:solidFill>
                          <a:latin typeface="Neo Sans Arabic Medium" panose="020B0704030504040204" pitchFamily="34" charset="-78"/>
                          <a:cs typeface="Neo Sans Arabic Medium" panose="020B0704030504040204" pitchFamily="34" charset="-78"/>
                        </a:rPr>
                        <a:t>المستهدف</a:t>
                      </a:r>
                      <a:endParaRPr lang="en-US" sz="1600" u="none" strike="noStrike" cap="none" dirty="0">
                        <a:solidFill>
                          <a:sysClr val="windowText" lastClr="000000"/>
                        </a:solidFill>
                        <a:latin typeface="Neo Sans Arabic Medium" panose="020B0704030504040204" pitchFamily="34" charset="-78"/>
                        <a:cs typeface="Neo Sans Arabic Medium" panose="020B0704030504040204" pitchFamily="34" charset="-78"/>
                      </a:endParaRPr>
                    </a:p>
                  </a:txBody>
                  <a:tcPr marL="91450" marR="91450" marT="45725" marB="45725" anchor="ctr">
                    <a:lnL w="12700" cap="flat" cmpd="sng" algn="ctr">
                      <a:solidFill>
                        <a:sysClr val="windowText" lastClr="000000"/>
                      </a:solidFill>
                      <a:prstDash val="solid"/>
                      <a:round/>
                      <a:headEnd type="none" w="med" len="med"/>
                      <a:tailEnd type="none" w="med" len="med"/>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w="12700" cmpd="sng">
                      <a:noFill/>
                      <a:prstDash val="solid"/>
                    </a:lnTlToBr>
                    <a:lnBlToTr w="12700" cmpd="sng">
                      <a:noFill/>
                      <a:prstDash val="solid"/>
                    </a:lnBlToTr>
                    <a:solidFill>
                      <a:srgbClr val="5ECDCB"/>
                    </a:solidFill>
                  </a:tcPr>
                </a:tc>
                <a:tc gridSpan="2">
                  <a:txBody>
                    <a:bodyPr/>
                    <a:lstStyle>
                      <a:lvl1pPr marL="0" algn="r" defTabSz="914400" rtl="1" eaLnBrk="1" latinLnBrk="0" hangingPunct="1">
                        <a:defRPr sz="1800" kern="1200">
                          <a:solidFill>
                            <a:schemeClr val="tx1"/>
                          </a:solidFill>
                          <a:latin typeface="Calibri"/>
                        </a:defRPr>
                      </a:lvl1pPr>
                      <a:lvl2pPr marL="457200" algn="r" defTabSz="914400" rtl="1" eaLnBrk="1" latinLnBrk="0" hangingPunct="1">
                        <a:defRPr sz="1800" kern="1200">
                          <a:solidFill>
                            <a:schemeClr val="tx1"/>
                          </a:solidFill>
                          <a:latin typeface="Calibri"/>
                        </a:defRPr>
                      </a:lvl2pPr>
                      <a:lvl3pPr marL="914400" algn="r" defTabSz="914400" rtl="1" eaLnBrk="1" latinLnBrk="0" hangingPunct="1">
                        <a:defRPr sz="1800" kern="1200">
                          <a:solidFill>
                            <a:schemeClr val="tx1"/>
                          </a:solidFill>
                          <a:latin typeface="Calibri"/>
                        </a:defRPr>
                      </a:lvl3pPr>
                      <a:lvl4pPr marL="1371600" algn="r" defTabSz="914400" rtl="1" eaLnBrk="1" latinLnBrk="0" hangingPunct="1">
                        <a:defRPr sz="1800" kern="1200">
                          <a:solidFill>
                            <a:schemeClr val="tx1"/>
                          </a:solidFill>
                          <a:latin typeface="Calibri"/>
                        </a:defRPr>
                      </a:lvl4pPr>
                      <a:lvl5pPr marL="1828800" algn="r" defTabSz="914400" rtl="1" eaLnBrk="1" latinLnBrk="0" hangingPunct="1">
                        <a:defRPr sz="1800" kern="1200">
                          <a:solidFill>
                            <a:schemeClr val="tx1"/>
                          </a:solidFill>
                          <a:latin typeface="Calibri"/>
                        </a:defRPr>
                      </a:lvl5pPr>
                      <a:lvl6pPr marL="2286000" algn="r" defTabSz="914400" rtl="1" eaLnBrk="1" latinLnBrk="0" hangingPunct="1">
                        <a:defRPr sz="1800" kern="1200">
                          <a:solidFill>
                            <a:schemeClr val="tx1"/>
                          </a:solidFill>
                          <a:latin typeface="Calibri"/>
                        </a:defRPr>
                      </a:lvl6pPr>
                      <a:lvl7pPr marL="2743200" algn="r" defTabSz="914400" rtl="1" eaLnBrk="1" latinLnBrk="0" hangingPunct="1">
                        <a:defRPr sz="1800" kern="1200">
                          <a:solidFill>
                            <a:schemeClr val="tx1"/>
                          </a:solidFill>
                          <a:latin typeface="Calibri"/>
                        </a:defRPr>
                      </a:lvl7pPr>
                      <a:lvl8pPr marL="3200400" algn="r" defTabSz="914400" rtl="1" eaLnBrk="1" latinLnBrk="0" hangingPunct="1">
                        <a:defRPr sz="1800" kern="1200">
                          <a:solidFill>
                            <a:schemeClr val="tx1"/>
                          </a:solidFill>
                          <a:latin typeface="Calibri"/>
                        </a:defRPr>
                      </a:lvl8pPr>
                      <a:lvl9pPr marL="3657600" algn="r" defTabSz="914400" rtl="1" eaLnBrk="1" latinLnBrk="0" hangingPunct="1">
                        <a:defRPr sz="1800" kern="1200">
                          <a:solidFill>
                            <a:schemeClr val="tx1"/>
                          </a:solidFill>
                          <a:latin typeface="Calibri"/>
                        </a:defRPr>
                      </a:lvl9pPr>
                    </a:lstStyle>
                    <a:p>
                      <a:pPr marL="0" marR="0" lvl="0" indent="0" algn="ctr" defTabSz="914400" rtl="1" eaLnBrk="1" fontAlgn="auto" latinLnBrk="0" hangingPunct="1">
                        <a:lnSpc>
                          <a:spcPct val="100000"/>
                        </a:lnSpc>
                        <a:spcBef>
                          <a:spcPts val="0"/>
                        </a:spcBef>
                        <a:spcAft>
                          <a:spcPts val="0"/>
                        </a:spcAft>
                        <a:buClr>
                          <a:srgbClr val="404040"/>
                        </a:buClr>
                        <a:buSzPts val="1200"/>
                        <a:buFont typeface="Sakkal Majalla"/>
                        <a:buNone/>
                        <a:tabLst/>
                        <a:defRPr/>
                      </a:pPr>
                      <a:r>
                        <a:rPr lang="ar-SA" sz="1600" u="none" strike="noStrike" cap="none" dirty="0">
                          <a:solidFill>
                            <a:sysClr val="windowText" lastClr="000000"/>
                          </a:solidFill>
                          <a:latin typeface="Neo Sans Arabic Medium" panose="020B0704030504040204" pitchFamily="34" charset="-78"/>
                          <a:cs typeface="Neo Sans Arabic Medium" panose="020B0704030504040204" pitchFamily="34" charset="-78"/>
                        </a:rPr>
                        <a:t>المؤشر</a:t>
                      </a:r>
                    </a:p>
                  </a:txBody>
                  <a:tcPr marL="91450" marR="91450" marT="45725" marB="45725" anchor="ctr">
                    <a:lnL w="12700" cap="flat" cmpd="sng" algn="ctr">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w="12700" cmpd="sng">
                      <a:noFill/>
                      <a:prstDash val="solid"/>
                    </a:lnTlToBr>
                    <a:lnBlToTr w="12700" cmpd="sng">
                      <a:noFill/>
                      <a:prstDash val="solid"/>
                    </a:lnBlToTr>
                    <a:solidFill>
                      <a:srgbClr val="5ECDCB"/>
                    </a:solidFill>
                  </a:tcPr>
                </a:tc>
                <a:tc hMerge="1">
                  <a:txBody>
                    <a:bodyPr/>
                    <a:lstStyle/>
                    <a:p>
                      <a:pPr marL="0" marR="0" lvl="0" indent="0" algn="ctr" rtl="1">
                        <a:lnSpc>
                          <a:spcPct val="100000"/>
                        </a:lnSpc>
                        <a:spcBef>
                          <a:spcPts val="0"/>
                        </a:spcBef>
                        <a:spcAft>
                          <a:spcPts val="0"/>
                        </a:spcAft>
                        <a:buClr>
                          <a:srgbClr val="404040"/>
                        </a:buClr>
                        <a:buSzPts val="1200"/>
                        <a:buFont typeface="Sakkal Majalla"/>
                        <a:buNone/>
                      </a:pPr>
                      <a:endParaRPr sz="3200" u="none" strike="noStrike" cap="none" dirty="0">
                        <a:solidFill>
                          <a:schemeClr val="bg2">
                            <a:lumMod val="10000"/>
                          </a:schemeClr>
                        </a:solidFill>
                        <a:latin typeface="Lina sans Medium" panose="00000600000000000000" pitchFamily="50" charset="-78"/>
                        <a:cs typeface="Lina sans Medium" panose="00000600000000000000" pitchFamily="50" charset="-78"/>
                      </a:endParaRPr>
                    </a:p>
                  </a:txBody>
                  <a:tcPr marL="91450" marR="91450" marT="45725" marB="45725" anchor="ctr">
                    <a:lnL w="12700" cap="flat" cmpd="sng" algn="ctr">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w="12700" cmpd="sng">
                      <a:noFill/>
                      <a:prstDash val="solid"/>
                    </a:lnTlToBr>
                    <a:lnBlToTr w="12700" cmpd="sng">
                      <a:noFill/>
                      <a:prstDash val="solid"/>
                    </a:lnBlToTr>
                    <a:noFill/>
                  </a:tcPr>
                </a:tc>
                <a:extLst>
                  <a:ext uri="{0D108BD9-81ED-4DB2-BD59-A6C34878D82A}">
                    <a16:rowId xmlns:a16="http://schemas.microsoft.com/office/drawing/2014/main" val="3456014935"/>
                  </a:ext>
                </a:extLst>
              </a:tr>
              <a:tr h="453730">
                <a:tc>
                  <a:txBody>
                    <a:bodyPr/>
                    <a:lstStyle>
                      <a:lvl1pPr marL="0" algn="r" defTabSz="914400" rtl="1" eaLnBrk="1" latinLnBrk="0" hangingPunct="1">
                        <a:defRPr sz="1800" kern="1200">
                          <a:solidFill>
                            <a:schemeClr val="tx1"/>
                          </a:solidFill>
                          <a:latin typeface="Calibri"/>
                        </a:defRPr>
                      </a:lvl1pPr>
                      <a:lvl2pPr marL="457200" algn="r" defTabSz="914400" rtl="1" eaLnBrk="1" latinLnBrk="0" hangingPunct="1">
                        <a:defRPr sz="1800" kern="1200">
                          <a:solidFill>
                            <a:schemeClr val="tx1"/>
                          </a:solidFill>
                          <a:latin typeface="Calibri"/>
                        </a:defRPr>
                      </a:lvl2pPr>
                      <a:lvl3pPr marL="914400" algn="r" defTabSz="914400" rtl="1" eaLnBrk="1" latinLnBrk="0" hangingPunct="1">
                        <a:defRPr sz="1800" kern="1200">
                          <a:solidFill>
                            <a:schemeClr val="tx1"/>
                          </a:solidFill>
                          <a:latin typeface="Calibri"/>
                        </a:defRPr>
                      </a:lvl3pPr>
                      <a:lvl4pPr marL="1371600" algn="r" defTabSz="914400" rtl="1" eaLnBrk="1" latinLnBrk="0" hangingPunct="1">
                        <a:defRPr sz="1800" kern="1200">
                          <a:solidFill>
                            <a:schemeClr val="tx1"/>
                          </a:solidFill>
                          <a:latin typeface="Calibri"/>
                        </a:defRPr>
                      </a:lvl4pPr>
                      <a:lvl5pPr marL="1828800" algn="r" defTabSz="914400" rtl="1" eaLnBrk="1" latinLnBrk="0" hangingPunct="1">
                        <a:defRPr sz="1800" kern="1200">
                          <a:solidFill>
                            <a:schemeClr val="tx1"/>
                          </a:solidFill>
                          <a:latin typeface="Calibri"/>
                        </a:defRPr>
                      </a:lvl5pPr>
                      <a:lvl6pPr marL="2286000" algn="r" defTabSz="914400" rtl="1" eaLnBrk="1" latinLnBrk="0" hangingPunct="1">
                        <a:defRPr sz="1800" kern="1200">
                          <a:solidFill>
                            <a:schemeClr val="tx1"/>
                          </a:solidFill>
                          <a:latin typeface="Calibri"/>
                        </a:defRPr>
                      </a:lvl6pPr>
                      <a:lvl7pPr marL="2743200" algn="r" defTabSz="914400" rtl="1" eaLnBrk="1" latinLnBrk="0" hangingPunct="1">
                        <a:defRPr sz="1800" kern="1200">
                          <a:solidFill>
                            <a:schemeClr val="tx1"/>
                          </a:solidFill>
                          <a:latin typeface="Calibri"/>
                        </a:defRPr>
                      </a:lvl7pPr>
                      <a:lvl8pPr marL="3200400" algn="r" defTabSz="914400" rtl="1" eaLnBrk="1" latinLnBrk="0" hangingPunct="1">
                        <a:defRPr sz="1800" kern="1200">
                          <a:solidFill>
                            <a:schemeClr val="tx1"/>
                          </a:solidFill>
                          <a:latin typeface="Calibri"/>
                        </a:defRPr>
                      </a:lvl8pPr>
                      <a:lvl9pPr marL="3657600" algn="r" defTabSz="914400" rtl="1" eaLnBrk="1" latinLnBrk="0" hangingPunct="1">
                        <a:defRPr sz="1800" kern="1200">
                          <a:solidFill>
                            <a:schemeClr val="tx1"/>
                          </a:solidFill>
                          <a:latin typeface="Calibri"/>
                        </a:defRPr>
                      </a:lvl9pPr>
                    </a:lstStyle>
                    <a:p>
                      <a:pPr marL="0" marR="0" lvl="0" indent="0" algn="r" rtl="1">
                        <a:lnSpc>
                          <a:spcPct val="100000"/>
                        </a:lnSpc>
                        <a:spcBef>
                          <a:spcPts val="0"/>
                        </a:spcBef>
                        <a:spcAft>
                          <a:spcPts val="0"/>
                        </a:spcAft>
                        <a:buClr>
                          <a:srgbClr val="404040"/>
                        </a:buClr>
                        <a:buSzPct val="100000"/>
                        <a:buFont typeface="+mj-lt"/>
                        <a:buNone/>
                      </a:pPr>
                      <a:r>
                        <a:rPr lang="ar-SA" sz="1600" u="none" strike="noStrike" cap="none" dirty="0">
                          <a:latin typeface="Neo Sans Arabic Medium" panose="020B0704030504040204" pitchFamily="34" charset="-78"/>
                          <a:cs typeface="Neo Sans Arabic Medium" panose="020B0704030504040204" pitchFamily="34" charset="-78"/>
                        </a:rPr>
                        <a:t>0تعتمد على ميزانية الادارة</a:t>
                      </a:r>
                      <a:endParaRPr lang="en-US" sz="1600" u="none" strike="noStrike" cap="none" dirty="0">
                        <a:latin typeface="Neo Sans Arabic Medium" panose="020B0704030504040204" pitchFamily="34" charset="-78"/>
                        <a:cs typeface="Neo Sans Arabic Medium" panose="020B0704030504040204" pitchFamily="34" charset="-78"/>
                      </a:endParaRPr>
                    </a:p>
                  </a:txBody>
                  <a:tcPr marL="91450" marR="91450" marT="45725" marB="45725" anchor="ctr">
                    <a:lnL w="12700" cap="flat" cmpd="sng">
                      <a:solidFill>
                        <a:srgbClr val="000000"/>
                      </a:solidFill>
                      <a:prstDash val="solid"/>
                      <a:round/>
                      <a:headEnd type="none" w="sm" len="sm"/>
                      <a:tailEnd type="none" w="sm" len="sm"/>
                    </a:lnL>
                    <a:lnR w="12700" cap="flat" cmpd="sng" algn="ctr">
                      <a:solidFill>
                        <a:sysClr val="windowText" lastClr="000000"/>
                      </a:solidFill>
                      <a:prstDash val="solid"/>
                      <a:round/>
                      <a:headEnd type="none" w="med" len="med"/>
                      <a:tailEnd type="none" w="med" len="med"/>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w="12700" cmpd="sng">
                      <a:noFill/>
                      <a:prstDash val="solid"/>
                    </a:lnTlToBr>
                    <a:lnBlToTr w="12700" cmpd="sng">
                      <a:noFill/>
                      <a:prstDash val="solid"/>
                    </a:lnBlToTr>
                    <a:noFill/>
                  </a:tcPr>
                </a:tc>
                <a:tc>
                  <a:txBody>
                    <a:bodyPr/>
                    <a:lstStyle>
                      <a:lvl1pPr marL="0" algn="r" defTabSz="914400" rtl="1" eaLnBrk="1" latinLnBrk="0" hangingPunct="1">
                        <a:defRPr sz="1800" kern="1200">
                          <a:solidFill>
                            <a:schemeClr val="tx1"/>
                          </a:solidFill>
                          <a:latin typeface="Calibri"/>
                        </a:defRPr>
                      </a:lvl1pPr>
                      <a:lvl2pPr marL="457200" algn="r" defTabSz="914400" rtl="1" eaLnBrk="1" latinLnBrk="0" hangingPunct="1">
                        <a:defRPr sz="1800" kern="1200">
                          <a:solidFill>
                            <a:schemeClr val="tx1"/>
                          </a:solidFill>
                          <a:latin typeface="Calibri"/>
                        </a:defRPr>
                      </a:lvl2pPr>
                      <a:lvl3pPr marL="914400" algn="r" defTabSz="914400" rtl="1" eaLnBrk="1" latinLnBrk="0" hangingPunct="1">
                        <a:defRPr sz="1800" kern="1200">
                          <a:solidFill>
                            <a:schemeClr val="tx1"/>
                          </a:solidFill>
                          <a:latin typeface="Calibri"/>
                        </a:defRPr>
                      </a:lvl3pPr>
                      <a:lvl4pPr marL="1371600" algn="r" defTabSz="914400" rtl="1" eaLnBrk="1" latinLnBrk="0" hangingPunct="1">
                        <a:defRPr sz="1800" kern="1200">
                          <a:solidFill>
                            <a:schemeClr val="tx1"/>
                          </a:solidFill>
                          <a:latin typeface="Calibri"/>
                        </a:defRPr>
                      </a:lvl4pPr>
                      <a:lvl5pPr marL="1828800" algn="r" defTabSz="914400" rtl="1" eaLnBrk="1" latinLnBrk="0" hangingPunct="1">
                        <a:defRPr sz="1800" kern="1200">
                          <a:solidFill>
                            <a:schemeClr val="tx1"/>
                          </a:solidFill>
                          <a:latin typeface="Calibri"/>
                        </a:defRPr>
                      </a:lvl5pPr>
                      <a:lvl6pPr marL="2286000" algn="r" defTabSz="914400" rtl="1" eaLnBrk="1" latinLnBrk="0" hangingPunct="1">
                        <a:defRPr sz="1800" kern="1200">
                          <a:solidFill>
                            <a:schemeClr val="tx1"/>
                          </a:solidFill>
                          <a:latin typeface="Calibri"/>
                        </a:defRPr>
                      </a:lvl6pPr>
                      <a:lvl7pPr marL="2743200" algn="r" defTabSz="914400" rtl="1" eaLnBrk="1" latinLnBrk="0" hangingPunct="1">
                        <a:defRPr sz="1800" kern="1200">
                          <a:solidFill>
                            <a:schemeClr val="tx1"/>
                          </a:solidFill>
                          <a:latin typeface="Calibri"/>
                        </a:defRPr>
                      </a:lvl7pPr>
                      <a:lvl8pPr marL="3200400" algn="r" defTabSz="914400" rtl="1" eaLnBrk="1" latinLnBrk="0" hangingPunct="1">
                        <a:defRPr sz="1800" kern="1200">
                          <a:solidFill>
                            <a:schemeClr val="tx1"/>
                          </a:solidFill>
                          <a:latin typeface="Calibri"/>
                        </a:defRPr>
                      </a:lvl8pPr>
                      <a:lvl9pPr marL="3657600" algn="r" defTabSz="914400" rtl="1" eaLnBrk="1" latinLnBrk="0" hangingPunct="1">
                        <a:defRPr sz="1800" kern="1200">
                          <a:solidFill>
                            <a:schemeClr val="tx1"/>
                          </a:solidFill>
                          <a:latin typeface="Calibri"/>
                        </a:defRPr>
                      </a:lvl9pPr>
                    </a:lstStyle>
                    <a:p>
                      <a:pPr marL="0" marR="0" lvl="0" indent="0" algn="r" rtl="1">
                        <a:lnSpc>
                          <a:spcPct val="100000"/>
                        </a:lnSpc>
                        <a:spcBef>
                          <a:spcPts val="0"/>
                        </a:spcBef>
                        <a:spcAft>
                          <a:spcPts val="0"/>
                        </a:spcAft>
                        <a:buClr>
                          <a:srgbClr val="404040"/>
                        </a:buClr>
                        <a:buSzPct val="100000"/>
                        <a:buFont typeface="+mj-lt"/>
                        <a:buNone/>
                      </a:pPr>
                      <a:r>
                        <a:rPr lang="ar-SA" sz="1600" u="none" strike="noStrike" cap="none" dirty="0">
                          <a:latin typeface="Neo Sans Arabic Medium" panose="020B0704030504040204" pitchFamily="34" charset="-78"/>
                          <a:cs typeface="Neo Sans Arabic Medium" panose="020B0704030504040204" pitchFamily="34" charset="-78"/>
                        </a:rPr>
                        <a:t>الشراكات</a:t>
                      </a:r>
                      <a:endParaRPr lang="en-US" sz="1600" u="none" strike="noStrike" cap="none" dirty="0">
                        <a:latin typeface="Neo Sans Arabic Medium" panose="020B0704030504040204" pitchFamily="34" charset="-78"/>
                        <a:cs typeface="Neo Sans Arabic Medium" panose="020B0704030504040204" pitchFamily="34" charset="-78"/>
                      </a:endParaRPr>
                    </a:p>
                  </a:txBody>
                  <a:tcPr marL="91450" marR="91450" marT="45725" marB="45725"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w="12700" cmpd="sng">
                      <a:noFill/>
                      <a:prstDash val="solid"/>
                    </a:lnTlToBr>
                    <a:lnBlToTr w="12700" cmpd="sng">
                      <a:noFill/>
                      <a:prstDash val="solid"/>
                    </a:lnBlToTr>
                    <a:noFill/>
                  </a:tcPr>
                </a:tc>
                <a:tc>
                  <a:txBody>
                    <a:bodyPr/>
                    <a:lstStyle>
                      <a:lvl1pPr marL="0" algn="r" defTabSz="914400" rtl="1" eaLnBrk="1" latinLnBrk="0" hangingPunct="1">
                        <a:defRPr sz="1800" kern="1200">
                          <a:solidFill>
                            <a:schemeClr val="tx1"/>
                          </a:solidFill>
                          <a:latin typeface="Calibri"/>
                        </a:defRPr>
                      </a:lvl1pPr>
                      <a:lvl2pPr marL="457200" algn="r" defTabSz="914400" rtl="1" eaLnBrk="1" latinLnBrk="0" hangingPunct="1">
                        <a:defRPr sz="1800" kern="1200">
                          <a:solidFill>
                            <a:schemeClr val="tx1"/>
                          </a:solidFill>
                          <a:latin typeface="Calibri"/>
                        </a:defRPr>
                      </a:lvl2pPr>
                      <a:lvl3pPr marL="914400" algn="r" defTabSz="914400" rtl="1" eaLnBrk="1" latinLnBrk="0" hangingPunct="1">
                        <a:defRPr sz="1800" kern="1200">
                          <a:solidFill>
                            <a:schemeClr val="tx1"/>
                          </a:solidFill>
                          <a:latin typeface="Calibri"/>
                        </a:defRPr>
                      </a:lvl3pPr>
                      <a:lvl4pPr marL="1371600" algn="r" defTabSz="914400" rtl="1" eaLnBrk="1" latinLnBrk="0" hangingPunct="1">
                        <a:defRPr sz="1800" kern="1200">
                          <a:solidFill>
                            <a:schemeClr val="tx1"/>
                          </a:solidFill>
                          <a:latin typeface="Calibri"/>
                        </a:defRPr>
                      </a:lvl4pPr>
                      <a:lvl5pPr marL="1828800" algn="r" defTabSz="914400" rtl="1" eaLnBrk="1" latinLnBrk="0" hangingPunct="1">
                        <a:defRPr sz="1800" kern="1200">
                          <a:solidFill>
                            <a:schemeClr val="tx1"/>
                          </a:solidFill>
                          <a:latin typeface="Calibri"/>
                        </a:defRPr>
                      </a:lvl5pPr>
                      <a:lvl6pPr marL="2286000" algn="r" defTabSz="914400" rtl="1" eaLnBrk="1" latinLnBrk="0" hangingPunct="1">
                        <a:defRPr sz="1800" kern="1200">
                          <a:solidFill>
                            <a:schemeClr val="tx1"/>
                          </a:solidFill>
                          <a:latin typeface="Calibri"/>
                        </a:defRPr>
                      </a:lvl6pPr>
                      <a:lvl7pPr marL="2743200" algn="r" defTabSz="914400" rtl="1" eaLnBrk="1" latinLnBrk="0" hangingPunct="1">
                        <a:defRPr sz="1800" kern="1200">
                          <a:solidFill>
                            <a:schemeClr val="tx1"/>
                          </a:solidFill>
                          <a:latin typeface="Calibri"/>
                        </a:defRPr>
                      </a:lvl7pPr>
                      <a:lvl8pPr marL="3200400" algn="r" defTabSz="914400" rtl="1" eaLnBrk="1" latinLnBrk="0" hangingPunct="1">
                        <a:defRPr sz="1800" kern="1200">
                          <a:solidFill>
                            <a:schemeClr val="tx1"/>
                          </a:solidFill>
                          <a:latin typeface="Calibri"/>
                        </a:defRPr>
                      </a:lvl8pPr>
                      <a:lvl9pPr marL="3657600" algn="r" defTabSz="914400" rtl="1" eaLnBrk="1" latinLnBrk="0" hangingPunct="1">
                        <a:defRPr sz="1800" kern="1200">
                          <a:solidFill>
                            <a:schemeClr val="tx1"/>
                          </a:solidFill>
                          <a:latin typeface="Calibri"/>
                        </a:defRPr>
                      </a:lvl9pPr>
                    </a:lstStyle>
                    <a:p>
                      <a:pPr marL="0" marR="0" lvl="0" indent="0" algn="r" rtl="1">
                        <a:lnSpc>
                          <a:spcPct val="100000"/>
                        </a:lnSpc>
                        <a:spcBef>
                          <a:spcPts val="0"/>
                        </a:spcBef>
                        <a:spcAft>
                          <a:spcPts val="0"/>
                        </a:spcAft>
                        <a:buClr>
                          <a:srgbClr val="404040"/>
                        </a:buClr>
                        <a:buSzPct val="100000"/>
                        <a:buFont typeface="+mj-lt"/>
                        <a:buNone/>
                      </a:pPr>
                      <a:r>
                        <a:rPr lang="ar-SA" sz="1600" u="none" strike="noStrike" cap="none" dirty="0">
                          <a:latin typeface="Neo Sans Arabic Medium" panose="020B0704030504040204" pitchFamily="34" charset="-78"/>
                          <a:cs typeface="Neo Sans Arabic Medium" panose="020B0704030504040204" pitchFamily="34" charset="-78"/>
                        </a:rPr>
                        <a:t>00/00/00</a:t>
                      </a:r>
                      <a:endParaRPr lang="en-US" sz="1600" u="none" strike="noStrike" cap="none" dirty="0">
                        <a:latin typeface="Neo Sans Arabic Medium" panose="020B0704030504040204" pitchFamily="34" charset="-78"/>
                        <a:cs typeface="Neo Sans Arabic Medium" panose="020B0704030504040204" pitchFamily="34" charset="-78"/>
                      </a:endParaRPr>
                    </a:p>
                  </a:txBody>
                  <a:tcPr marL="91450" marR="91450" marT="45725" marB="45725"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w="12700" cmpd="sng">
                      <a:noFill/>
                      <a:prstDash val="solid"/>
                    </a:lnTlToBr>
                    <a:lnBlToTr w="12700" cmpd="sng">
                      <a:noFill/>
                      <a:prstDash val="solid"/>
                    </a:lnBlToTr>
                    <a:noFill/>
                  </a:tcPr>
                </a:tc>
                <a:tc>
                  <a:txBody>
                    <a:bodyPr/>
                    <a:lstStyle>
                      <a:lvl1pPr marL="0" algn="r" defTabSz="914400" rtl="1" eaLnBrk="1" latinLnBrk="0" hangingPunct="1">
                        <a:defRPr sz="1800" kern="1200">
                          <a:solidFill>
                            <a:schemeClr val="tx1"/>
                          </a:solidFill>
                          <a:latin typeface="Calibri"/>
                        </a:defRPr>
                      </a:lvl1pPr>
                      <a:lvl2pPr marL="457200" algn="r" defTabSz="914400" rtl="1" eaLnBrk="1" latinLnBrk="0" hangingPunct="1">
                        <a:defRPr sz="1800" kern="1200">
                          <a:solidFill>
                            <a:schemeClr val="tx1"/>
                          </a:solidFill>
                          <a:latin typeface="Calibri"/>
                        </a:defRPr>
                      </a:lvl2pPr>
                      <a:lvl3pPr marL="914400" algn="r" defTabSz="914400" rtl="1" eaLnBrk="1" latinLnBrk="0" hangingPunct="1">
                        <a:defRPr sz="1800" kern="1200">
                          <a:solidFill>
                            <a:schemeClr val="tx1"/>
                          </a:solidFill>
                          <a:latin typeface="Calibri"/>
                        </a:defRPr>
                      </a:lvl3pPr>
                      <a:lvl4pPr marL="1371600" algn="r" defTabSz="914400" rtl="1" eaLnBrk="1" latinLnBrk="0" hangingPunct="1">
                        <a:defRPr sz="1800" kern="1200">
                          <a:solidFill>
                            <a:schemeClr val="tx1"/>
                          </a:solidFill>
                          <a:latin typeface="Calibri"/>
                        </a:defRPr>
                      </a:lvl4pPr>
                      <a:lvl5pPr marL="1828800" algn="r" defTabSz="914400" rtl="1" eaLnBrk="1" latinLnBrk="0" hangingPunct="1">
                        <a:defRPr sz="1800" kern="1200">
                          <a:solidFill>
                            <a:schemeClr val="tx1"/>
                          </a:solidFill>
                          <a:latin typeface="Calibri"/>
                        </a:defRPr>
                      </a:lvl5pPr>
                      <a:lvl6pPr marL="2286000" algn="r" defTabSz="914400" rtl="1" eaLnBrk="1" latinLnBrk="0" hangingPunct="1">
                        <a:defRPr sz="1800" kern="1200">
                          <a:solidFill>
                            <a:schemeClr val="tx1"/>
                          </a:solidFill>
                          <a:latin typeface="Calibri"/>
                        </a:defRPr>
                      </a:lvl6pPr>
                      <a:lvl7pPr marL="2743200" algn="r" defTabSz="914400" rtl="1" eaLnBrk="1" latinLnBrk="0" hangingPunct="1">
                        <a:defRPr sz="1800" kern="1200">
                          <a:solidFill>
                            <a:schemeClr val="tx1"/>
                          </a:solidFill>
                          <a:latin typeface="Calibri"/>
                        </a:defRPr>
                      </a:lvl7pPr>
                      <a:lvl8pPr marL="3200400" algn="r" defTabSz="914400" rtl="1" eaLnBrk="1" latinLnBrk="0" hangingPunct="1">
                        <a:defRPr sz="1800" kern="1200">
                          <a:solidFill>
                            <a:schemeClr val="tx1"/>
                          </a:solidFill>
                          <a:latin typeface="Calibri"/>
                        </a:defRPr>
                      </a:lvl8pPr>
                      <a:lvl9pPr marL="3657600" algn="r" defTabSz="914400" rtl="1" eaLnBrk="1" latinLnBrk="0" hangingPunct="1">
                        <a:defRPr sz="1800" kern="1200">
                          <a:solidFill>
                            <a:schemeClr val="tx1"/>
                          </a:solidFill>
                          <a:latin typeface="Calibri"/>
                        </a:defRPr>
                      </a:lvl9pPr>
                    </a:lstStyle>
                    <a:p>
                      <a:pPr marL="0" marR="0" lvl="0" indent="0" algn="r" rtl="1">
                        <a:lnSpc>
                          <a:spcPct val="100000"/>
                        </a:lnSpc>
                        <a:spcBef>
                          <a:spcPts val="0"/>
                        </a:spcBef>
                        <a:spcAft>
                          <a:spcPts val="0"/>
                        </a:spcAft>
                        <a:buClr>
                          <a:srgbClr val="404040"/>
                        </a:buClr>
                        <a:buSzPct val="100000"/>
                        <a:buFont typeface="+mj-lt"/>
                        <a:buNone/>
                      </a:pPr>
                      <a:r>
                        <a:rPr lang="ar-SA" sz="1600" u="none" strike="noStrike" cap="none" dirty="0">
                          <a:latin typeface="Neo Sans Arabic Medium" panose="020B0704030504040204" pitchFamily="34" charset="-78"/>
                          <a:cs typeface="Neo Sans Arabic Medium" panose="020B0704030504040204" pitchFamily="34" charset="-78"/>
                        </a:rPr>
                        <a:t>15</a:t>
                      </a:r>
                      <a:endParaRPr lang="en-US" sz="1600" u="none" strike="noStrike" cap="none" dirty="0">
                        <a:latin typeface="Neo Sans Arabic Medium" panose="020B0704030504040204" pitchFamily="34" charset="-78"/>
                        <a:cs typeface="Neo Sans Arabic Medium" panose="020B0704030504040204" pitchFamily="34" charset="-78"/>
                      </a:endParaRPr>
                    </a:p>
                  </a:txBody>
                  <a:tcPr marL="91450" marR="91450" marT="45725" marB="45725" anchor="ctr">
                    <a:lnL w="12700" cap="flat" cmpd="sng" algn="ctr">
                      <a:solidFill>
                        <a:sysClr val="windowText" lastClr="000000"/>
                      </a:solidFill>
                      <a:prstDash val="solid"/>
                      <a:round/>
                      <a:headEnd type="none" w="med" len="med"/>
                      <a:tailEnd type="none" w="med" len="med"/>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w="12700" cmpd="sng">
                      <a:noFill/>
                      <a:prstDash val="solid"/>
                    </a:lnTlToBr>
                    <a:lnBlToTr w="12700" cmpd="sng">
                      <a:noFill/>
                      <a:prstDash val="solid"/>
                    </a:lnBlToTr>
                    <a:noFill/>
                  </a:tcPr>
                </a:tc>
                <a:tc>
                  <a:txBody>
                    <a:bodyPr/>
                    <a:lstStyle>
                      <a:lvl1pPr marL="0" algn="r" defTabSz="914400" rtl="1" eaLnBrk="1" latinLnBrk="0" hangingPunct="1">
                        <a:defRPr sz="1800" kern="1200">
                          <a:solidFill>
                            <a:schemeClr val="tx1"/>
                          </a:solidFill>
                          <a:latin typeface="Calibri"/>
                        </a:defRPr>
                      </a:lvl1pPr>
                      <a:lvl2pPr marL="457200" algn="r" defTabSz="914400" rtl="1" eaLnBrk="1" latinLnBrk="0" hangingPunct="1">
                        <a:defRPr sz="1800" kern="1200">
                          <a:solidFill>
                            <a:schemeClr val="tx1"/>
                          </a:solidFill>
                          <a:latin typeface="Calibri"/>
                        </a:defRPr>
                      </a:lvl2pPr>
                      <a:lvl3pPr marL="914400" algn="r" defTabSz="914400" rtl="1" eaLnBrk="1" latinLnBrk="0" hangingPunct="1">
                        <a:defRPr sz="1800" kern="1200">
                          <a:solidFill>
                            <a:schemeClr val="tx1"/>
                          </a:solidFill>
                          <a:latin typeface="Calibri"/>
                        </a:defRPr>
                      </a:lvl3pPr>
                      <a:lvl4pPr marL="1371600" algn="r" defTabSz="914400" rtl="1" eaLnBrk="1" latinLnBrk="0" hangingPunct="1">
                        <a:defRPr sz="1800" kern="1200">
                          <a:solidFill>
                            <a:schemeClr val="tx1"/>
                          </a:solidFill>
                          <a:latin typeface="Calibri"/>
                        </a:defRPr>
                      </a:lvl4pPr>
                      <a:lvl5pPr marL="1828800" algn="r" defTabSz="914400" rtl="1" eaLnBrk="1" latinLnBrk="0" hangingPunct="1">
                        <a:defRPr sz="1800" kern="1200">
                          <a:solidFill>
                            <a:schemeClr val="tx1"/>
                          </a:solidFill>
                          <a:latin typeface="Calibri"/>
                        </a:defRPr>
                      </a:lvl5pPr>
                      <a:lvl6pPr marL="2286000" algn="r" defTabSz="914400" rtl="1" eaLnBrk="1" latinLnBrk="0" hangingPunct="1">
                        <a:defRPr sz="1800" kern="1200">
                          <a:solidFill>
                            <a:schemeClr val="tx1"/>
                          </a:solidFill>
                          <a:latin typeface="Calibri"/>
                        </a:defRPr>
                      </a:lvl6pPr>
                      <a:lvl7pPr marL="2743200" algn="r" defTabSz="914400" rtl="1" eaLnBrk="1" latinLnBrk="0" hangingPunct="1">
                        <a:defRPr sz="1800" kern="1200">
                          <a:solidFill>
                            <a:schemeClr val="tx1"/>
                          </a:solidFill>
                          <a:latin typeface="Calibri"/>
                        </a:defRPr>
                      </a:lvl7pPr>
                      <a:lvl8pPr marL="3200400" algn="r" defTabSz="914400" rtl="1" eaLnBrk="1" latinLnBrk="0" hangingPunct="1">
                        <a:defRPr sz="1800" kern="1200">
                          <a:solidFill>
                            <a:schemeClr val="tx1"/>
                          </a:solidFill>
                          <a:latin typeface="Calibri"/>
                        </a:defRPr>
                      </a:lvl8pPr>
                      <a:lvl9pPr marL="3657600" algn="r" defTabSz="914400" rtl="1" eaLnBrk="1" latinLnBrk="0" hangingPunct="1">
                        <a:defRPr sz="1800" kern="1200">
                          <a:solidFill>
                            <a:schemeClr val="tx1"/>
                          </a:solidFill>
                          <a:latin typeface="Calibri"/>
                        </a:defRPr>
                      </a:lvl9pPr>
                    </a:lstStyle>
                    <a:p>
                      <a:pPr marL="0" marR="0" lvl="0" indent="0" algn="r" defTabSz="914400" rtl="1" eaLnBrk="1" fontAlgn="auto" latinLnBrk="0" hangingPunct="1">
                        <a:lnSpc>
                          <a:spcPct val="100000"/>
                        </a:lnSpc>
                        <a:spcBef>
                          <a:spcPts val="0"/>
                        </a:spcBef>
                        <a:spcAft>
                          <a:spcPts val="0"/>
                        </a:spcAft>
                        <a:buClr>
                          <a:srgbClr val="404040"/>
                        </a:buClr>
                        <a:buSzPts val="1200"/>
                        <a:buFont typeface="Sakkal Majalla"/>
                        <a:buNone/>
                        <a:tabLst/>
                        <a:defRPr/>
                      </a:pPr>
                      <a:r>
                        <a:rPr lang="ar-SA" sz="1600" u="none" strike="noStrike" cap="none" dirty="0">
                          <a:latin typeface="Neo Sans Arabic Medium" panose="020B0704030504040204" pitchFamily="34" charset="-78"/>
                          <a:cs typeface="Neo Sans Arabic Medium" panose="020B0704030504040204" pitchFamily="34" charset="-78"/>
                        </a:rPr>
                        <a:t>عدد الشركاء المستهدفة لتوفير باقات الولاء</a:t>
                      </a:r>
                    </a:p>
                  </a:txBody>
                  <a:tcPr marL="91450" marR="91450" marT="45725" marB="45725" anchor="ctr">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w="12700" cmpd="sng">
                      <a:noFill/>
                      <a:prstDash val="solid"/>
                    </a:lnTlToBr>
                    <a:lnBlToTr w="12700" cmpd="sng">
                      <a:noFill/>
                      <a:prstDash val="solid"/>
                    </a:lnBlToTr>
                    <a:noFill/>
                  </a:tcPr>
                </a:tc>
                <a:tc>
                  <a:txBody>
                    <a:bodyPr/>
                    <a:lstStyle>
                      <a:lvl1pPr marL="0" algn="r" defTabSz="914400" rtl="1" eaLnBrk="1" latinLnBrk="0" hangingPunct="1">
                        <a:defRPr sz="1800" kern="1200">
                          <a:solidFill>
                            <a:schemeClr val="tx1"/>
                          </a:solidFill>
                          <a:latin typeface="Calibri"/>
                        </a:defRPr>
                      </a:lvl1pPr>
                      <a:lvl2pPr marL="457200" algn="r" defTabSz="914400" rtl="1" eaLnBrk="1" latinLnBrk="0" hangingPunct="1">
                        <a:defRPr sz="1800" kern="1200">
                          <a:solidFill>
                            <a:schemeClr val="tx1"/>
                          </a:solidFill>
                          <a:latin typeface="Calibri"/>
                        </a:defRPr>
                      </a:lvl2pPr>
                      <a:lvl3pPr marL="914400" algn="r" defTabSz="914400" rtl="1" eaLnBrk="1" latinLnBrk="0" hangingPunct="1">
                        <a:defRPr sz="1800" kern="1200">
                          <a:solidFill>
                            <a:schemeClr val="tx1"/>
                          </a:solidFill>
                          <a:latin typeface="Calibri"/>
                        </a:defRPr>
                      </a:lvl3pPr>
                      <a:lvl4pPr marL="1371600" algn="r" defTabSz="914400" rtl="1" eaLnBrk="1" latinLnBrk="0" hangingPunct="1">
                        <a:defRPr sz="1800" kern="1200">
                          <a:solidFill>
                            <a:schemeClr val="tx1"/>
                          </a:solidFill>
                          <a:latin typeface="Calibri"/>
                        </a:defRPr>
                      </a:lvl4pPr>
                      <a:lvl5pPr marL="1828800" algn="r" defTabSz="914400" rtl="1" eaLnBrk="1" latinLnBrk="0" hangingPunct="1">
                        <a:defRPr sz="1800" kern="1200">
                          <a:solidFill>
                            <a:schemeClr val="tx1"/>
                          </a:solidFill>
                          <a:latin typeface="Calibri"/>
                        </a:defRPr>
                      </a:lvl5pPr>
                      <a:lvl6pPr marL="2286000" algn="r" defTabSz="914400" rtl="1" eaLnBrk="1" latinLnBrk="0" hangingPunct="1">
                        <a:defRPr sz="1800" kern="1200">
                          <a:solidFill>
                            <a:schemeClr val="tx1"/>
                          </a:solidFill>
                          <a:latin typeface="Calibri"/>
                        </a:defRPr>
                      </a:lvl6pPr>
                      <a:lvl7pPr marL="2743200" algn="r" defTabSz="914400" rtl="1" eaLnBrk="1" latinLnBrk="0" hangingPunct="1">
                        <a:defRPr sz="1800" kern="1200">
                          <a:solidFill>
                            <a:schemeClr val="tx1"/>
                          </a:solidFill>
                          <a:latin typeface="Calibri"/>
                        </a:defRPr>
                      </a:lvl7pPr>
                      <a:lvl8pPr marL="3200400" algn="r" defTabSz="914400" rtl="1" eaLnBrk="1" latinLnBrk="0" hangingPunct="1">
                        <a:defRPr sz="1800" kern="1200">
                          <a:solidFill>
                            <a:schemeClr val="tx1"/>
                          </a:solidFill>
                          <a:latin typeface="Calibri"/>
                        </a:defRPr>
                      </a:lvl8pPr>
                      <a:lvl9pPr marL="3657600" algn="r" defTabSz="914400" rtl="1" eaLnBrk="1" latinLnBrk="0" hangingPunct="1">
                        <a:defRPr sz="1800" kern="1200">
                          <a:solidFill>
                            <a:schemeClr val="tx1"/>
                          </a:solidFill>
                          <a:latin typeface="Calibri"/>
                        </a:defRPr>
                      </a:lvl9pPr>
                    </a:lstStyle>
                    <a:p>
                      <a:pPr marL="0" marR="0" lvl="0" indent="0" algn="ctr" rtl="1">
                        <a:lnSpc>
                          <a:spcPct val="100000"/>
                        </a:lnSpc>
                        <a:spcBef>
                          <a:spcPts val="0"/>
                        </a:spcBef>
                        <a:spcAft>
                          <a:spcPts val="0"/>
                        </a:spcAft>
                        <a:buClr>
                          <a:srgbClr val="404040"/>
                        </a:buClr>
                        <a:buSzPts val="1200"/>
                        <a:buFont typeface="Sakkal Majalla"/>
                        <a:buNone/>
                      </a:pPr>
                      <a:endParaRPr sz="1600" u="none" strike="noStrike" cap="none" dirty="0">
                        <a:solidFill>
                          <a:schemeClr val="bg2">
                            <a:lumMod val="10000"/>
                          </a:schemeClr>
                        </a:solidFill>
                        <a:latin typeface="Neo Sans Arabic Medium" panose="020B0704030504040204" pitchFamily="34" charset="-78"/>
                        <a:cs typeface="Neo Sans Arabic Medium" panose="020B0704030504040204" pitchFamily="34" charset="-78"/>
                      </a:endParaRPr>
                    </a:p>
                  </a:txBody>
                  <a:tcPr marL="91450" marR="91450" marT="45725" marB="45725" anchor="ctr">
                    <a:lnL w="12700" cap="flat" cmpd="sng" algn="ctr">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w="12700" cmpd="sng">
                      <a:noFill/>
                      <a:prstDash val="solid"/>
                    </a:lnTlToBr>
                    <a:lnBlToTr w="12700" cmpd="sng">
                      <a:noFill/>
                      <a:prstDash val="solid"/>
                    </a:lnBlToTr>
                    <a:noFill/>
                  </a:tcPr>
                </a:tc>
                <a:extLst>
                  <a:ext uri="{0D108BD9-81ED-4DB2-BD59-A6C34878D82A}">
                    <a16:rowId xmlns:a16="http://schemas.microsoft.com/office/drawing/2014/main" val="2753218055"/>
                  </a:ext>
                </a:extLst>
              </a:tr>
              <a:tr h="262689">
                <a:tc>
                  <a:txBody>
                    <a:bodyPr/>
                    <a:lstStyle>
                      <a:lvl1pPr marL="0" algn="r" defTabSz="914400" rtl="1" eaLnBrk="1" latinLnBrk="0" hangingPunct="1">
                        <a:defRPr sz="1800" kern="1200">
                          <a:solidFill>
                            <a:schemeClr val="tx1"/>
                          </a:solidFill>
                          <a:latin typeface="Calibri"/>
                        </a:defRPr>
                      </a:lvl1pPr>
                      <a:lvl2pPr marL="457200" algn="r" defTabSz="914400" rtl="1" eaLnBrk="1" latinLnBrk="0" hangingPunct="1">
                        <a:defRPr sz="1800" kern="1200">
                          <a:solidFill>
                            <a:schemeClr val="tx1"/>
                          </a:solidFill>
                          <a:latin typeface="Calibri"/>
                        </a:defRPr>
                      </a:lvl2pPr>
                      <a:lvl3pPr marL="914400" algn="r" defTabSz="914400" rtl="1" eaLnBrk="1" latinLnBrk="0" hangingPunct="1">
                        <a:defRPr sz="1800" kern="1200">
                          <a:solidFill>
                            <a:schemeClr val="tx1"/>
                          </a:solidFill>
                          <a:latin typeface="Calibri"/>
                        </a:defRPr>
                      </a:lvl3pPr>
                      <a:lvl4pPr marL="1371600" algn="r" defTabSz="914400" rtl="1" eaLnBrk="1" latinLnBrk="0" hangingPunct="1">
                        <a:defRPr sz="1800" kern="1200">
                          <a:solidFill>
                            <a:schemeClr val="tx1"/>
                          </a:solidFill>
                          <a:latin typeface="Calibri"/>
                        </a:defRPr>
                      </a:lvl4pPr>
                      <a:lvl5pPr marL="1828800" algn="r" defTabSz="914400" rtl="1" eaLnBrk="1" latinLnBrk="0" hangingPunct="1">
                        <a:defRPr sz="1800" kern="1200">
                          <a:solidFill>
                            <a:schemeClr val="tx1"/>
                          </a:solidFill>
                          <a:latin typeface="Calibri"/>
                        </a:defRPr>
                      </a:lvl5pPr>
                      <a:lvl6pPr marL="2286000" algn="r" defTabSz="914400" rtl="1" eaLnBrk="1" latinLnBrk="0" hangingPunct="1">
                        <a:defRPr sz="1800" kern="1200">
                          <a:solidFill>
                            <a:schemeClr val="tx1"/>
                          </a:solidFill>
                          <a:latin typeface="Calibri"/>
                        </a:defRPr>
                      </a:lvl6pPr>
                      <a:lvl7pPr marL="2743200" algn="r" defTabSz="914400" rtl="1" eaLnBrk="1" latinLnBrk="0" hangingPunct="1">
                        <a:defRPr sz="1800" kern="1200">
                          <a:solidFill>
                            <a:schemeClr val="tx1"/>
                          </a:solidFill>
                          <a:latin typeface="Calibri"/>
                        </a:defRPr>
                      </a:lvl7pPr>
                      <a:lvl8pPr marL="3200400" algn="r" defTabSz="914400" rtl="1" eaLnBrk="1" latinLnBrk="0" hangingPunct="1">
                        <a:defRPr sz="1800" kern="1200">
                          <a:solidFill>
                            <a:schemeClr val="tx1"/>
                          </a:solidFill>
                          <a:latin typeface="Calibri"/>
                        </a:defRPr>
                      </a:lvl8pPr>
                      <a:lvl9pPr marL="3657600" algn="r" defTabSz="914400" rtl="1" eaLnBrk="1" latinLnBrk="0" hangingPunct="1">
                        <a:defRPr sz="1800" kern="1200">
                          <a:solidFill>
                            <a:schemeClr val="tx1"/>
                          </a:solidFill>
                          <a:latin typeface="Calibri"/>
                        </a:defRPr>
                      </a:lvl9pPr>
                    </a:lstStyle>
                    <a:p>
                      <a:pPr marL="0" marR="0" lvl="0" indent="0" algn="r" rtl="1">
                        <a:lnSpc>
                          <a:spcPct val="100000"/>
                        </a:lnSpc>
                        <a:spcBef>
                          <a:spcPts val="0"/>
                        </a:spcBef>
                        <a:spcAft>
                          <a:spcPts val="0"/>
                        </a:spcAft>
                        <a:buClr>
                          <a:srgbClr val="404040"/>
                        </a:buClr>
                        <a:buSzPct val="100000"/>
                        <a:buFont typeface="+mj-lt"/>
                        <a:buNone/>
                      </a:pPr>
                      <a:r>
                        <a:rPr lang="ar-SA" sz="1600" u="none" strike="noStrike" cap="none" dirty="0">
                          <a:latin typeface="Neo Sans Arabic Medium" panose="020B0704030504040204" pitchFamily="34" charset="-78"/>
                          <a:cs typeface="Neo Sans Arabic Medium" panose="020B0704030504040204" pitchFamily="34" charset="-78"/>
                        </a:rPr>
                        <a:t>تعتمد على ميزانية الادارة </a:t>
                      </a:r>
                      <a:endParaRPr lang="en-US" sz="1600" u="none" strike="noStrike" cap="none" dirty="0">
                        <a:latin typeface="Neo Sans Arabic Medium" panose="020B0704030504040204" pitchFamily="34" charset="-78"/>
                        <a:cs typeface="Neo Sans Arabic Medium" panose="020B0704030504040204" pitchFamily="34" charset="-78"/>
                      </a:endParaRPr>
                    </a:p>
                  </a:txBody>
                  <a:tcPr marL="91450" marR="91450" marT="45725" marB="45725" anchor="ctr">
                    <a:lnL w="12700" cap="flat" cmpd="sng">
                      <a:solidFill>
                        <a:srgbClr val="000000"/>
                      </a:solidFill>
                      <a:prstDash val="solid"/>
                      <a:round/>
                      <a:headEnd type="none" w="sm" len="sm"/>
                      <a:tailEnd type="none" w="sm" len="sm"/>
                    </a:lnL>
                    <a:lnR w="12700" cap="flat" cmpd="sng" algn="ctr">
                      <a:solidFill>
                        <a:sysClr val="windowText" lastClr="000000"/>
                      </a:solidFill>
                      <a:prstDash val="solid"/>
                      <a:round/>
                      <a:headEnd type="none" w="med" len="med"/>
                      <a:tailEnd type="none" w="med" len="med"/>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w="12700" cmpd="sng">
                      <a:noFill/>
                      <a:prstDash val="solid"/>
                    </a:lnTlToBr>
                    <a:lnBlToTr w="12700" cmpd="sng">
                      <a:noFill/>
                      <a:prstDash val="solid"/>
                    </a:lnBlToTr>
                    <a:noFill/>
                  </a:tcPr>
                </a:tc>
                <a:tc>
                  <a:txBody>
                    <a:bodyPr/>
                    <a:lstStyle>
                      <a:lvl1pPr marL="0" algn="r" defTabSz="914400" rtl="1" eaLnBrk="1" latinLnBrk="0" hangingPunct="1">
                        <a:defRPr sz="1800" kern="1200">
                          <a:solidFill>
                            <a:schemeClr val="tx1"/>
                          </a:solidFill>
                          <a:latin typeface="Calibri"/>
                        </a:defRPr>
                      </a:lvl1pPr>
                      <a:lvl2pPr marL="457200" algn="r" defTabSz="914400" rtl="1" eaLnBrk="1" latinLnBrk="0" hangingPunct="1">
                        <a:defRPr sz="1800" kern="1200">
                          <a:solidFill>
                            <a:schemeClr val="tx1"/>
                          </a:solidFill>
                          <a:latin typeface="Calibri"/>
                        </a:defRPr>
                      </a:lvl2pPr>
                      <a:lvl3pPr marL="914400" algn="r" defTabSz="914400" rtl="1" eaLnBrk="1" latinLnBrk="0" hangingPunct="1">
                        <a:defRPr sz="1800" kern="1200">
                          <a:solidFill>
                            <a:schemeClr val="tx1"/>
                          </a:solidFill>
                          <a:latin typeface="Calibri"/>
                        </a:defRPr>
                      </a:lvl3pPr>
                      <a:lvl4pPr marL="1371600" algn="r" defTabSz="914400" rtl="1" eaLnBrk="1" latinLnBrk="0" hangingPunct="1">
                        <a:defRPr sz="1800" kern="1200">
                          <a:solidFill>
                            <a:schemeClr val="tx1"/>
                          </a:solidFill>
                          <a:latin typeface="Calibri"/>
                        </a:defRPr>
                      </a:lvl4pPr>
                      <a:lvl5pPr marL="1828800" algn="r" defTabSz="914400" rtl="1" eaLnBrk="1" latinLnBrk="0" hangingPunct="1">
                        <a:defRPr sz="1800" kern="1200">
                          <a:solidFill>
                            <a:schemeClr val="tx1"/>
                          </a:solidFill>
                          <a:latin typeface="Calibri"/>
                        </a:defRPr>
                      </a:lvl5pPr>
                      <a:lvl6pPr marL="2286000" algn="r" defTabSz="914400" rtl="1" eaLnBrk="1" latinLnBrk="0" hangingPunct="1">
                        <a:defRPr sz="1800" kern="1200">
                          <a:solidFill>
                            <a:schemeClr val="tx1"/>
                          </a:solidFill>
                          <a:latin typeface="Calibri"/>
                        </a:defRPr>
                      </a:lvl6pPr>
                      <a:lvl7pPr marL="2743200" algn="r" defTabSz="914400" rtl="1" eaLnBrk="1" latinLnBrk="0" hangingPunct="1">
                        <a:defRPr sz="1800" kern="1200">
                          <a:solidFill>
                            <a:schemeClr val="tx1"/>
                          </a:solidFill>
                          <a:latin typeface="Calibri"/>
                        </a:defRPr>
                      </a:lvl7pPr>
                      <a:lvl8pPr marL="3200400" algn="r" defTabSz="914400" rtl="1" eaLnBrk="1" latinLnBrk="0" hangingPunct="1">
                        <a:defRPr sz="1800" kern="1200">
                          <a:solidFill>
                            <a:schemeClr val="tx1"/>
                          </a:solidFill>
                          <a:latin typeface="Calibri"/>
                        </a:defRPr>
                      </a:lvl8pPr>
                      <a:lvl9pPr marL="3657600" algn="r" defTabSz="914400" rtl="1" eaLnBrk="1" latinLnBrk="0" hangingPunct="1">
                        <a:defRPr sz="1800" kern="1200">
                          <a:solidFill>
                            <a:schemeClr val="tx1"/>
                          </a:solidFill>
                          <a:latin typeface="Calibri"/>
                        </a:defRPr>
                      </a:lvl9pPr>
                    </a:lstStyle>
                    <a:p>
                      <a:pPr marL="0" marR="0" lvl="0" indent="0" algn="r" rtl="1">
                        <a:lnSpc>
                          <a:spcPct val="100000"/>
                        </a:lnSpc>
                        <a:spcBef>
                          <a:spcPts val="0"/>
                        </a:spcBef>
                        <a:spcAft>
                          <a:spcPts val="0"/>
                        </a:spcAft>
                        <a:buClr>
                          <a:srgbClr val="404040"/>
                        </a:buClr>
                        <a:buSzPct val="100000"/>
                        <a:buFont typeface="+mj-lt"/>
                        <a:buNone/>
                      </a:pPr>
                      <a:r>
                        <a:rPr lang="ar-SA" sz="1600" u="none" strike="noStrike" cap="none" dirty="0">
                          <a:latin typeface="Neo Sans Arabic Medium" panose="020B0704030504040204" pitchFamily="34" charset="-78"/>
                          <a:cs typeface="Neo Sans Arabic Medium" panose="020B0704030504040204" pitchFamily="34" charset="-78"/>
                        </a:rPr>
                        <a:t>وحدة التطوع</a:t>
                      </a:r>
                      <a:endParaRPr lang="en-US" sz="1600" u="none" strike="noStrike" cap="none" dirty="0">
                        <a:latin typeface="Neo Sans Arabic Medium" panose="020B0704030504040204" pitchFamily="34" charset="-78"/>
                        <a:cs typeface="Neo Sans Arabic Medium" panose="020B0704030504040204" pitchFamily="34" charset="-78"/>
                      </a:endParaRPr>
                    </a:p>
                  </a:txBody>
                  <a:tcPr marL="91450" marR="91450" marT="45725" marB="45725"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w="12700" cmpd="sng">
                      <a:noFill/>
                      <a:prstDash val="solid"/>
                    </a:lnTlToBr>
                    <a:lnBlToTr w="12700" cmpd="sng">
                      <a:noFill/>
                      <a:prstDash val="solid"/>
                    </a:lnBlToTr>
                    <a:noFill/>
                  </a:tcPr>
                </a:tc>
                <a:tc>
                  <a:txBody>
                    <a:bodyPr/>
                    <a:lstStyle>
                      <a:lvl1pPr marL="0" algn="r" defTabSz="914400" rtl="1" eaLnBrk="1" latinLnBrk="0" hangingPunct="1">
                        <a:defRPr sz="1800" kern="1200">
                          <a:solidFill>
                            <a:schemeClr val="tx1"/>
                          </a:solidFill>
                          <a:latin typeface="Calibri"/>
                        </a:defRPr>
                      </a:lvl1pPr>
                      <a:lvl2pPr marL="457200" algn="r" defTabSz="914400" rtl="1" eaLnBrk="1" latinLnBrk="0" hangingPunct="1">
                        <a:defRPr sz="1800" kern="1200">
                          <a:solidFill>
                            <a:schemeClr val="tx1"/>
                          </a:solidFill>
                          <a:latin typeface="Calibri"/>
                        </a:defRPr>
                      </a:lvl2pPr>
                      <a:lvl3pPr marL="914400" algn="r" defTabSz="914400" rtl="1" eaLnBrk="1" latinLnBrk="0" hangingPunct="1">
                        <a:defRPr sz="1800" kern="1200">
                          <a:solidFill>
                            <a:schemeClr val="tx1"/>
                          </a:solidFill>
                          <a:latin typeface="Calibri"/>
                        </a:defRPr>
                      </a:lvl3pPr>
                      <a:lvl4pPr marL="1371600" algn="r" defTabSz="914400" rtl="1" eaLnBrk="1" latinLnBrk="0" hangingPunct="1">
                        <a:defRPr sz="1800" kern="1200">
                          <a:solidFill>
                            <a:schemeClr val="tx1"/>
                          </a:solidFill>
                          <a:latin typeface="Calibri"/>
                        </a:defRPr>
                      </a:lvl4pPr>
                      <a:lvl5pPr marL="1828800" algn="r" defTabSz="914400" rtl="1" eaLnBrk="1" latinLnBrk="0" hangingPunct="1">
                        <a:defRPr sz="1800" kern="1200">
                          <a:solidFill>
                            <a:schemeClr val="tx1"/>
                          </a:solidFill>
                          <a:latin typeface="Calibri"/>
                        </a:defRPr>
                      </a:lvl5pPr>
                      <a:lvl6pPr marL="2286000" algn="r" defTabSz="914400" rtl="1" eaLnBrk="1" latinLnBrk="0" hangingPunct="1">
                        <a:defRPr sz="1800" kern="1200">
                          <a:solidFill>
                            <a:schemeClr val="tx1"/>
                          </a:solidFill>
                          <a:latin typeface="Calibri"/>
                        </a:defRPr>
                      </a:lvl6pPr>
                      <a:lvl7pPr marL="2743200" algn="r" defTabSz="914400" rtl="1" eaLnBrk="1" latinLnBrk="0" hangingPunct="1">
                        <a:defRPr sz="1800" kern="1200">
                          <a:solidFill>
                            <a:schemeClr val="tx1"/>
                          </a:solidFill>
                          <a:latin typeface="Calibri"/>
                        </a:defRPr>
                      </a:lvl7pPr>
                      <a:lvl8pPr marL="3200400" algn="r" defTabSz="914400" rtl="1" eaLnBrk="1" latinLnBrk="0" hangingPunct="1">
                        <a:defRPr sz="1800" kern="1200">
                          <a:solidFill>
                            <a:schemeClr val="tx1"/>
                          </a:solidFill>
                          <a:latin typeface="Calibri"/>
                        </a:defRPr>
                      </a:lvl8pPr>
                      <a:lvl9pPr marL="3657600" algn="r" defTabSz="914400" rtl="1" eaLnBrk="1" latinLnBrk="0" hangingPunct="1">
                        <a:defRPr sz="1800" kern="1200">
                          <a:solidFill>
                            <a:schemeClr val="tx1"/>
                          </a:solidFill>
                          <a:latin typeface="Calibri"/>
                        </a:defRPr>
                      </a:lvl9pPr>
                    </a:lstStyle>
                    <a:p>
                      <a:pPr marL="0" marR="0" lvl="0" indent="0" algn="r" defTabSz="914400" rtl="1" eaLnBrk="1" fontAlgn="auto" latinLnBrk="0" hangingPunct="1">
                        <a:lnSpc>
                          <a:spcPct val="100000"/>
                        </a:lnSpc>
                        <a:spcBef>
                          <a:spcPts val="0"/>
                        </a:spcBef>
                        <a:spcAft>
                          <a:spcPts val="0"/>
                        </a:spcAft>
                        <a:buClr>
                          <a:srgbClr val="404040"/>
                        </a:buClr>
                        <a:buSzPct val="100000"/>
                        <a:buFont typeface="+mj-lt"/>
                        <a:buNone/>
                        <a:tabLst/>
                        <a:defRPr/>
                      </a:pPr>
                      <a:r>
                        <a:rPr lang="ar-SA" sz="1600" u="none" strike="noStrike" cap="none" dirty="0">
                          <a:latin typeface="Neo Sans Arabic Medium" panose="020B0704030504040204" pitchFamily="34" charset="-78"/>
                          <a:cs typeface="Neo Sans Arabic Medium" panose="020B0704030504040204" pitchFamily="34" charset="-78"/>
                        </a:rPr>
                        <a:t>00/00/00</a:t>
                      </a:r>
                      <a:endParaRPr lang="en-US" sz="1600" u="none" strike="noStrike" cap="none" dirty="0">
                        <a:latin typeface="Neo Sans Arabic Medium" panose="020B0704030504040204" pitchFamily="34" charset="-78"/>
                        <a:cs typeface="Neo Sans Arabic Medium" panose="020B0704030504040204" pitchFamily="34" charset="-78"/>
                      </a:endParaRPr>
                    </a:p>
                    <a:p>
                      <a:pPr marL="0" marR="0" lvl="0" indent="0" algn="r" rtl="1">
                        <a:lnSpc>
                          <a:spcPct val="100000"/>
                        </a:lnSpc>
                        <a:spcBef>
                          <a:spcPts val="0"/>
                        </a:spcBef>
                        <a:spcAft>
                          <a:spcPts val="0"/>
                        </a:spcAft>
                        <a:buClr>
                          <a:srgbClr val="404040"/>
                        </a:buClr>
                        <a:buSzPct val="100000"/>
                        <a:buFont typeface="+mj-lt"/>
                        <a:buNone/>
                      </a:pPr>
                      <a:endParaRPr lang="en-US" sz="1600" u="none" strike="noStrike" cap="none" dirty="0">
                        <a:latin typeface="Neo Sans Arabic Medium" panose="020B0704030504040204" pitchFamily="34" charset="-78"/>
                        <a:cs typeface="Neo Sans Arabic Medium" panose="020B0704030504040204" pitchFamily="34" charset="-78"/>
                      </a:endParaRPr>
                    </a:p>
                  </a:txBody>
                  <a:tcPr marL="91450" marR="91450" marT="45725" marB="45725"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w="12700" cmpd="sng">
                      <a:noFill/>
                      <a:prstDash val="solid"/>
                    </a:lnTlToBr>
                    <a:lnBlToTr w="12700" cmpd="sng">
                      <a:noFill/>
                      <a:prstDash val="solid"/>
                    </a:lnBlToTr>
                    <a:noFill/>
                  </a:tcPr>
                </a:tc>
                <a:tc>
                  <a:txBody>
                    <a:bodyPr/>
                    <a:lstStyle>
                      <a:lvl1pPr marL="0" algn="r" defTabSz="914400" rtl="1" eaLnBrk="1" latinLnBrk="0" hangingPunct="1">
                        <a:defRPr sz="1800" kern="1200">
                          <a:solidFill>
                            <a:schemeClr val="tx1"/>
                          </a:solidFill>
                          <a:latin typeface="Calibri"/>
                        </a:defRPr>
                      </a:lvl1pPr>
                      <a:lvl2pPr marL="457200" algn="r" defTabSz="914400" rtl="1" eaLnBrk="1" latinLnBrk="0" hangingPunct="1">
                        <a:defRPr sz="1800" kern="1200">
                          <a:solidFill>
                            <a:schemeClr val="tx1"/>
                          </a:solidFill>
                          <a:latin typeface="Calibri"/>
                        </a:defRPr>
                      </a:lvl2pPr>
                      <a:lvl3pPr marL="914400" algn="r" defTabSz="914400" rtl="1" eaLnBrk="1" latinLnBrk="0" hangingPunct="1">
                        <a:defRPr sz="1800" kern="1200">
                          <a:solidFill>
                            <a:schemeClr val="tx1"/>
                          </a:solidFill>
                          <a:latin typeface="Calibri"/>
                        </a:defRPr>
                      </a:lvl3pPr>
                      <a:lvl4pPr marL="1371600" algn="r" defTabSz="914400" rtl="1" eaLnBrk="1" latinLnBrk="0" hangingPunct="1">
                        <a:defRPr sz="1800" kern="1200">
                          <a:solidFill>
                            <a:schemeClr val="tx1"/>
                          </a:solidFill>
                          <a:latin typeface="Calibri"/>
                        </a:defRPr>
                      </a:lvl4pPr>
                      <a:lvl5pPr marL="1828800" algn="r" defTabSz="914400" rtl="1" eaLnBrk="1" latinLnBrk="0" hangingPunct="1">
                        <a:defRPr sz="1800" kern="1200">
                          <a:solidFill>
                            <a:schemeClr val="tx1"/>
                          </a:solidFill>
                          <a:latin typeface="Calibri"/>
                        </a:defRPr>
                      </a:lvl5pPr>
                      <a:lvl6pPr marL="2286000" algn="r" defTabSz="914400" rtl="1" eaLnBrk="1" latinLnBrk="0" hangingPunct="1">
                        <a:defRPr sz="1800" kern="1200">
                          <a:solidFill>
                            <a:schemeClr val="tx1"/>
                          </a:solidFill>
                          <a:latin typeface="Calibri"/>
                        </a:defRPr>
                      </a:lvl6pPr>
                      <a:lvl7pPr marL="2743200" algn="r" defTabSz="914400" rtl="1" eaLnBrk="1" latinLnBrk="0" hangingPunct="1">
                        <a:defRPr sz="1800" kern="1200">
                          <a:solidFill>
                            <a:schemeClr val="tx1"/>
                          </a:solidFill>
                          <a:latin typeface="Calibri"/>
                        </a:defRPr>
                      </a:lvl7pPr>
                      <a:lvl8pPr marL="3200400" algn="r" defTabSz="914400" rtl="1" eaLnBrk="1" latinLnBrk="0" hangingPunct="1">
                        <a:defRPr sz="1800" kern="1200">
                          <a:solidFill>
                            <a:schemeClr val="tx1"/>
                          </a:solidFill>
                          <a:latin typeface="Calibri"/>
                        </a:defRPr>
                      </a:lvl8pPr>
                      <a:lvl9pPr marL="3657600" algn="r" defTabSz="914400" rtl="1" eaLnBrk="1" latinLnBrk="0" hangingPunct="1">
                        <a:defRPr sz="1800" kern="1200">
                          <a:solidFill>
                            <a:schemeClr val="tx1"/>
                          </a:solidFill>
                          <a:latin typeface="Calibri"/>
                        </a:defRPr>
                      </a:lvl9pPr>
                    </a:lstStyle>
                    <a:p>
                      <a:pPr marL="0" marR="0" lvl="0" indent="0" algn="r" defTabSz="914400" rtl="1" eaLnBrk="1" fontAlgn="auto" latinLnBrk="0" hangingPunct="1">
                        <a:lnSpc>
                          <a:spcPct val="100000"/>
                        </a:lnSpc>
                        <a:spcBef>
                          <a:spcPts val="0"/>
                        </a:spcBef>
                        <a:spcAft>
                          <a:spcPts val="0"/>
                        </a:spcAft>
                        <a:buClr>
                          <a:srgbClr val="404040"/>
                        </a:buClr>
                        <a:buSzPct val="100000"/>
                        <a:buFont typeface="+mj-lt"/>
                        <a:buNone/>
                        <a:tabLst/>
                        <a:defRPr/>
                      </a:pPr>
                      <a:r>
                        <a:rPr lang="ar-SA" sz="1600" u="none" strike="noStrike" cap="none" dirty="0">
                          <a:latin typeface="Neo Sans Arabic Medium" panose="020B0704030504040204" pitchFamily="34" charset="-78"/>
                          <a:cs typeface="Neo Sans Arabic Medium" panose="020B0704030504040204" pitchFamily="34" charset="-78"/>
                        </a:rPr>
                        <a:t>الوصول الى 500ساعة تطوعية بنهاية الربع الأول </a:t>
                      </a:r>
                    </a:p>
                    <a:p>
                      <a:pPr marL="0" marR="0" lvl="0" indent="0" algn="r" rtl="1">
                        <a:lnSpc>
                          <a:spcPct val="100000"/>
                        </a:lnSpc>
                        <a:spcBef>
                          <a:spcPts val="0"/>
                        </a:spcBef>
                        <a:spcAft>
                          <a:spcPts val="0"/>
                        </a:spcAft>
                        <a:buClr>
                          <a:srgbClr val="404040"/>
                        </a:buClr>
                        <a:buSzPct val="100000"/>
                        <a:buFont typeface="+mj-lt"/>
                        <a:buNone/>
                      </a:pPr>
                      <a:endParaRPr lang="en-US" sz="1600" u="none" strike="noStrike" cap="none" dirty="0">
                        <a:latin typeface="Neo Sans Arabic Medium" panose="020B0704030504040204" pitchFamily="34" charset="-78"/>
                        <a:cs typeface="Neo Sans Arabic Medium" panose="020B0704030504040204" pitchFamily="34" charset="-78"/>
                      </a:endParaRPr>
                    </a:p>
                  </a:txBody>
                  <a:tcPr marL="91450" marR="91450" marT="45725" marB="45725" anchor="ctr">
                    <a:lnL w="12700" cap="flat" cmpd="sng" algn="ctr">
                      <a:solidFill>
                        <a:sysClr val="windowText" lastClr="000000"/>
                      </a:solidFill>
                      <a:prstDash val="solid"/>
                      <a:round/>
                      <a:headEnd type="none" w="med" len="med"/>
                      <a:tailEnd type="none" w="med" len="med"/>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w="12700" cmpd="sng">
                      <a:noFill/>
                      <a:prstDash val="solid"/>
                    </a:lnTlToBr>
                    <a:lnBlToTr w="12700" cmpd="sng">
                      <a:noFill/>
                      <a:prstDash val="solid"/>
                    </a:lnBlToTr>
                    <a:noFill/>
                  </a:tcPr>
                </a:tc>
                <a:tc>
                  <a:txBody>
                    <a:bodyPr/>
                    <a:lstStyle>
                      <a:lvl1pPr marL="0" algn="r" defTabSz="914400" rtl="1" eaLnBrk="1" latinLnBrk="0" hangingPunct="1">
                        <a:defRPr sz="1800" kern="1200">
                          <a:solidFill>
                            <a:schemeClr val="tx1"/>
                          </a:solidFill>
                          <a:latin typeface="Calibri"/>
                        </a:defRPr>
                      </a:lvl1pPr>
                      <a:lvl2pPr marL="457200" algn="r" defTabSz="914400" rtl="1" eaLnBrk="1" latinLnBrk="0" hangingPunct="1">
                        <a:defRPr sz="1800" kern="1200">
                          <a:solidFill>
                            <a:schemeClr val="tx1"/>
                          </a:solidFill>
                          <a:latin typeface="Calibri"/>
                        </a:defRPr>
                      </a:lvl2pPr>
                      <a:lvl3pPr marL="914400" algn="r" defTabSz="914400" rtl="1" eaLnBrk="1" latinLnBrk="0" hangingPunct="1">
                        <a:defRPr sz="1800" kern="1200">
                          <a:solidFill>
                            <a:schemeClr val="tx1"/>
                          </a:solidFill>
                          <a:latin typeface="Calibri"/>
                        </a:defRPr>
                      </a:lvl3pPr>
                      <a:lvl4pPr marL="1371600" algn="r" defTabSz="914400" rtl="1" eaLnBrk="1" latinLnBrk="0" hangingPunct="1">
                        <a:defRPr sz="1800" kern="1200">
                          <a:solidFill>
                            <a:schemeClr val="tx1"/>
                          </a:solidFill>
                          <a:latin typeface="Calibri"/>
                        </a:defRPr>
                      </a:lvl4pPr>
                      <a:lvl5pPr marL="1828800" algn="r" defTabSz="914400" rtl="1" eaLnBrk="1" latinLnBrk="0" hangingPunct="1">
                        <a:defRPr sz="1800" kern="1200">
                          <a:solidFill>
                            <a:schemeClr val="tx1"/>
                          </a:solidFill>
                          <a:latin typeface="Calibri"/>
                        </a:defRPr>
                      </a:lvl5pPr>
                      <a:lvl6pPr marL="2286000" algn="r" defTabSz="914400" rtl="1" eaLnBrk="1" latinLnBrk="0" hangingPunct="1">
                        <a:defRPr sz="1800" kern="1200">
                          <a:solidFill>
                            <a:schemeClr val="tx1"/>
                          </a:solidFill>
                          <a:latin typeface="Calibri"/>
                        </a:defRPr>
                      </a:lvl6pPr>
                      <a:lvl7pPr marL="2743200" algn="r" defTabSz="914400" rtl="1" eaLnBrk="1" latinLnBrk="0" hangingPunct="1">
                        <a:defRPr sz="1800" kern="1200">
                          <a:solidFill>
                            <a:schemeClr val="tx1"/>
                          </a:solidFill>
                          <a:latin typeface="Calibri"/>
                        </a:defRPr>
                      </a:lvl7pPr>
                      <a:lvl8pPr marL="3200400" algn="r" defTabSz="914400" rtl="1" eaLnBrk="1" latinLnBrk="0" hangingPunct="1">
                        <a:defRPr sz="1800" kern="1200">
                          <a:solidFill>
                            <a:schemeClr val="tx1"/>
                          </a:solidFill>
                          <a:latin typeface="Calibri"/>
                        </a:defRPr>
                      </a:lvl8pPr>
                      <a:lvl9pPr marL="3657600" algn="r" defTabSz="914400" rtl="1" eaLnBrk="1" latinLnBrk="0" hangingPunct="1">
                        <a:defRPr sz="1800" kern="1200">
                          <a:solidFill>
                            <a:schemeClr val="tx1"/>
                          </a:solidFill>
                          <a:latin typeface="Calibri"/>
                        </a:defRPr>
                      </a:lvl9pPr>
                    </a:lstStyle>
                    <a:p>
                      <a:pPr marL="0" marR="0" lvl="0" indent="0" algn="ctr" defTabSz="914400" rtl="1" eaLnBrk="1" fontAlgn="auto" latinLnBrk="0" hangingPunct="1">
                        <a:lnSpc>
                          <a:spcPct val="100000"/>
                        </a:lnSpc>
                        <a:spcBef>
                          <a:spcPts val="0"/>
                        </a:spcBef>
                        <a:spcAft>
                          <a:spcPts val="0"/>
                        </a:spcAft>
                        <a:buClr>
                          <a:srgbClr val="404040"/>
                        </a:buClr>
                        <a:buSzPts val="1200"/>
                        <a:buFont typeface="Sakkal Majalla"/>
                        <a:buNone/>
                        <a:tabLst/>
                        <a:defRPr/>
                      </a:pPr>
                      <a:r>
                        <a:rPr lang="ar-SA" sz="1600" u="none" strike="noStrike" cap="none" dirty="0">
                          <a:latin typeface="Neo Sans Arabic Medium" panose="020B0704030504040204" pitchFamily="34" charset="-78"/>
                          <a:cs typeface="Neo Sans Arabic Medium" panose="020B0704030504040204" pitchFamily="34" charset="-78"/>
                        </a:rPr>
                        <a:t>الفرص التطوعية</a:t>
                      </a:r>
                    </a:p>
                  </a:txBody>
                  <a:tcPr marL="91450" marR="91450" marT="45725" marB="45725" anchor="ctr">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w="12700" cmpd="sng">
                      <a:noFill/>
                      <a:prstDash val="solid"/>
                    </a:lnTlToBr>
                    <a:lnBlToTr w="12700" cmpd="sng">
                      <a:noFill/>
                      <a:prstDash val="solid"/>
                    </a:lnBlToTr>
                    <a:noFill/>
                  </a:tcPr>
                </a:tc>
                <a:tc>
                  <a:txBody>
                    <a:bodyPr/>
                    <a:lstStyle>
                      <a:lvl1pPr marL="0" algn="r" defTabSz="914400" rtl="1" eaLnBrk="1" latinLnBrk="0" hangingPunct="1">
                        <a:defRPr sz="1800" kern="1200">
                          <a:solidFill>
                            <a:schemeClr val="tx1"/>
                          </a:solidFill>
                          <a:latin typeface="Calibri"/>
                        </a:defRPr>
                      </a:lvl1pPr>
                      <a:lvl2pPr marL="457200" algn="r" defTabSz="914400" rtl="1" eaLnBrk="1" latinLnBrk="0" hangingPunct="1">
                        <a:defRPr sz="1800" kern="1200">
                          <a:solidFill>
                            <a:schemeClr val="tx1"/>
                          </a:solidFill>
                          <a:latin typeface="Calibri"/>
                        </a:defRPr>
                      </a:lvl2pPr>
                      <a:lvl3pPr marL="914400" algn="r" defTabSz="914400" rtl="1" eaLnBrk="1" latinLnBrk="0" hangingPunct="1">
                        <a:defRPr sz="1800" kern="1200">
                          <a:solidFill>
                            <a:schemeClr val="tx1"/>
                          </a:solidFill>
                          <a:latin typeface="Calibri"/>
                        </a:defRPr>
                      </a:lvl3pPr>
                      <a:lvl4pPr marL="1371600" algn="r" defTabSz="914400" rtl="1" eaLnBrk="1" latinLnBrk="0" hangingPunct="1">
                        <a:defRPr sz="1800" kern="1200">
                          <a:solidFill>
                            <a:schemeClr val="tx1"/>
                          </a:solidFill>
                          <a:latin typeface="Calibri"/>
                        </a:defRPr>
                      </a:lvl4pPr>
                      <a:lvl5pPr marL="1828800" algn="r" defTabSz="914400" rtl="1" eaLnBrk="1" latinLnBrk="0" hangingPunct="1">
                        <a:defRPr sz="1800" kern="1200">
                          <a:solidFill>
                            <a:schemeClr val="tx1"/>
                          </a:solidFill>
                          <a:latin typeface="Calibri"/>
                        </a:defRPr>
                      </a:lvl5pPr>
                      <a:lvl6pPr marL="2286000" algn="r" defTabSz="914400" rtl="1" eaLnBrk="1" latinLnBrk="0" hangingPunct="1">
                        <a:defRPr sz="1800" kern="1200">
                          <a:solidFill>
                            <a:schemeClr val="tx1"/>
                          </a:solidFill>
                          <a:latin typeface="Calibri"/>
                        </a:defRPr>
                      </a:lvl6pPr>
                      <a:lvl7pPr marL="2743200" algn="r" defTabSz="914400" rtl="1" eaLnBrk="1" latinLnBrk="0" hangingPunct="1">
                        <a:defRPr sz="1800" kern="1200">
                          <a:solidFill>
                            <a:schemeClr val="tx1"/>
                          </a:solidFill>
                          <a:latin typeface="Calibri"/>
                        </a:defRPr>
                      </a:lvl7pPr>
                      <a:lvl8pPr marL="3200400" algn="r" defTabSz="914400" rtl="1" eaLnBrk="1" latinLnBrk="0" hangingPunct="1">
                        <a:defRPr sz="1800" kern="1200">
                          <a:solidFill>
                            <a:schemeClr val="tx1"/>
                          </a:solidFill>
                          <a:latin typeface="Calibri"/>
                        </a:defRPr>
                      </a:lvl8pPr>
                      <a:lvl9pPr marL="3657600" algn="r" defTabSz="914400" rtl="1" eaLnBrk="1" latinLnBrk="0" hangingPunct="1">
                        <a:defRPr sz="1800" kern="1200">
                          <a:solidFill>
                            <a:schemeClr val="tx1"/>
                          </a:solidFill>
                          <a:latin typeface="Calibri"/>
                        </a:defRPr>
                      </a:lvl9pPr>
                    </a:lstStyle>
                    <a:p>
                      <a:pPr marL="0" marR="0" lvl="0" indent="0" algn="ctr" rtl="1">
                        <a:lnSpc>
                          <a:spcPct val="100000"/>
                        </a:lnSpc>
                        <a:spcBef>
                          <a:spcPts val="0"/>
                        </a:spcBef>
                        <a:spcAft>
                          <a:spcPts val="0"/>
                        </a:spcAft>
                        <a:buClr>
                          <a:srgbClr val="404040"/>
                        </a:buClr>
                        <a:buSzPts val="1200"/>
                        <a:buFont typeface="Sakkal Majalla"/>
                        <a:buNone/>
                      </a:pPr>
                      <a:endParaRPr sz="1600" u="none" strike="noStrike" cap="none" dirty="0">
                        <a:solidFill>
                          <a:schemeClr val="bg2">
                            <a:lumMod val="10000"/>
                          </a:schemeClr>
                        </a:solidFill>
                        <a:latin typeface="Neo Sans Arabic Medium" panose="020B0704030504040204" pitchFamily="34" charset="-78"/>
                        <a:cs typeface="Neo Sans Arabic Medium" panose="020B0704030504040204" pitchFamily="34" charset="-78"/>
                      </a:endParaRPr>
                    </a:p>
                  </a:txBody>
                  <a:tcPr marL="91450" marR="91450" marT="45725" marB="45725" anchor="ctr">
                    <a:lnL w="12700" cap="flat" cmpd="sng" algn="ctr">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w="12700" cmpd="sng">
                      <a:noFill/>
                      <a:prstDash val="solid"/>
                    </a:lnTlToBr>
                    <a:lnBlToTr w="12700" cmpd="sng">
                      <a:noFill/>
                      <a:prstDash val="solid"/>
                    </a:lnBlToTr>
                    <a:noFill/>
                  </a:tcPr>
                </a:tc>
                <a:extLst>
                  <a:ext uri="{0D108BD9-81ED-4DB2-BD59-A6C34878D82A}">
                    <a16:rowId xmlns:a16="http://schemas.microsoft.com/office/drawing/2014/main" val="4075498178"/>
                  </a:ext>
                </a:extLst>
              </a:tr>
              <a:tr h="262689">
                <a:tc>
                  <a:txBody>
                    <a:bodyPr/>
                    <a:lstStyle>
                      <a:lvl1pPr marL="0" algn="r" defTabSz="914400" rtl="1" eaLnBrk="1" latinLnBrk="0" hangingPunct="1">
                        <a:defRPr sz="1800" kern="1200">
                          <a:solidFill>
                            <a:schemeClr val="tx1"/>
                          </a:solidFill>
                          <a:latin typeface="Calibri"/>
                        </a:defRPr>
                      </a:lvl1pPr>
                      <a:lvl2pPr marL="457200" algn="r" defTabSz="914400" rtl="1" eaLnBrk="1" latinLnBrk="0" hangingPunct="1">
                        <a:defRPr sz="1800" kern="1200">
                          <a:solidFill>
                            <a:schemeClr val="tx1"/>
                          </a:solidFill>
                          <a:latin typeface="Calibri"/>
                        </a:defRPr>
                      </a:lvl2pPr>
                      <a:lvl3pPr marL="914400" algn="r" defTabSz="914400" rtl="1" eaLnBrk="1" latinLnBrk="0" hangingPunct="1">
                        <a:defRPr sz="1800" kern="1200">
                          <a:solidFill>
                            <a:schemeClr val="tx1"/>
                          </a:solidFill>
                          <a:latin typeface="Calibri"/>
                        </a:defRPr>
                      </a:lvl3pPr>
                      <a:lvl4pPr marL="1371600" algn="r" defTabSz="914400" rtl="1" eaLnBrk="1" latinLnBrk="0" hangingPunct="1">
                        <a:defRPr sz="1800" kern="1200">
                          <a:solidFill>
                            <a:schemeClr val="tx1"/>
                          </a:solidFill>
                          <a:latin typeface="Calibri"/>
                        </a:defRPr>
                      </a:lvl4pPr>
                      <a:lvl5pPr marL="1828800" algn="r" defTabSz="914400" rtl="1" eaLnBrk="1" latinLnBrk="0" hangingPunct="1">
                        <a:defRPr sz="1800" kern="1200">
                          <a:solidFill>
                            <a:schemeClr val="tx1"/>
                          </a:solidFill>
                          <a:latin typeface="Calibri"/>
                        </a:defRPr>
                      </a:lvl5pPr>
                      <a:lvl6pPr marL="2286000" algn="r" defTabSz="914400" rtl="1" eaLnBrk="1" latinLnBrk="0" hangingPunct="1">
                        <a:defRPr sz="1800" kern="1200">
                          <a:solidFill>
                            <a:schemeClr val="tx1"/>
                          </a:solidFill>
                          <a:latin typeface="Calibri"/>
                        </a:defRPr>
                      </a:lvl6pPr>
                      <a:lvl7pPr marL="2743200" algn="r" defTabSz="914400" rtl="1" eaLnBrk="1" latinLnBrk="0" hangingPunct="1">
                        <a:defRPr sz="1800" kern="1200">
                          <a:solidFill>
                            <a:schemeClr val="tx1"/>
                          </a:solidFill>
                          <a:latin typeface="Calibri"/>
                        </a:defRPr>
                      </a:lvl7pPr>
                      <a:lvl8pPr marL="3200400" algn="r" defTabSz="914400" rtl="1" eaLnBrk="1" latinLnBrk="0" hangingPunct="1">
                        <a:defRPr sz="1800" kern="1200">
                          <a:solidFill>
                            <a:schemeClr val="tx1"/>
                          </a:solidFill>
                          <a:latin typeface="Calibri"/>
                        </a:defRPr>
                      </a:lvl8pPr>
                      <a:lvl9pPr marL="3657600" algn="r" defTabSz="914400" rtl="1" eaLnBrk="1" latinLnBrk="0" hangingPunct="1">
                        <a:defRPr sz="1800" kern="1200">
                          <a:solidFill>
                            <a:schemeClr val="tx1"/>
                          </a:solidFill>
                          <a:latin typeface="Calibri"/>
                        </a:defRPr>
                      </a:lvl9pPr>
                    </a:lstStyle>
                    <a:p>
                      <a:pPr marL="0" marR="0" lvl="0" indent="0" algn="r" rtl="1">
                        <a:lnSpc>
                          <a:spcPct val="100000"/>
                        </a:lnSpc>
                        <a:spcBef>
                          <a:spcPts val="0"/>
                        </a:spcBef>
                        <a:spcAft>
                          <a:spcPts val="0"/>
                        </a:spcAft>
                        <a:buClr>
                          <a:srgbClr val="404040"/>
                        </a:buClr>
                        <a:buSzPct val="100000"/>
                        <a:buFont typeface="+mj-lt"/>
                        <a:buNone/>
                      </a:pPr>
                      <a:endParaRPr lang="en-US" sz="1600" u="none" strike="noStrike" cap="none" dirty="0">
                        <a:latin typeface="Neo Sans Arabic Medium" panose="020B0704030504040204" pitchFamily="34" charset="-78"/>
                        <a:cs typeface="Neo Sans Arabic Medium" panose="020B0704030504040204" pitchFamily="34" charset="-78"/>
                      </a:endParaRPr>
                    </a:p>
                  </a:txBody>
                  <a:tcPr marL="91450" marR="91450" marT="45725" marB="45725" anchor="ctr">
                    <a:lnL w="12700" cap="flat" cmpd="sng">
                      <a:solidFill>
                        <a:srgbClr val="000000"/>
                      </a:solidFill>
                      <a:prstDash val="solid"/>
                      <a:round/>
                      <a:headEnd type="none" w="sm" len="sm"/>
                      <a:tailEnd type="none" w="sm" len="sm"/>
                    </a:lnL>
                    <a:lnR w="12700" cap="flat" cmpd="sng" algn="ctr">
                      <a:solidFill>
                        <a:sysClr val="windowText" lastClr="000000"/>
                      </a:solidFill>
                      <a:prstDash val="solid"/>
                      <a:round/>
                      <a:headEnd type="none" w="med" len="med"/>
                      <a:tailEnd type="none" w="med" len="med"/>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w="12700" cmpd="sng">
                      <a:noFill/>
                      <a:prstDash val="solid"/>
                    </a:lnTlToBr>
                    <a:lnBlToTr w="12700" cmpd="sng">
                      <a:noFill/>
                      <a:prstDash val="solid"/>
                    </a:lnBlToTr>
                    <a:noFill/>
                  </a:tcPr>
                </a:tc>
                <a:tc>
                  <a:txBody>
                    <a:bodyPr/>
                    <a:lstStyle>
                      <a:lvl1pPr marL="0" algn="r" defTabSz="914400" rtl="1" eaLnBrk="1" latinLnBrk="0" hangingPunct="1">
                        <a:defRPr sz="1800" kern="1200">
                          <a:solidFill>
                            <a:schemeClr val="tx1"/>
                          </a:solidFill>
                          <a:latin typeface="Calibri"/>
                        </a:defRPr>
                      </a:lvl1pPr>
                      <a:lvl2pPr marL="457200" algn="r" defTabSz="914400" rtl="1" eaLnBrk="1" latinLnBrk="0" hangingPunct="1">
                        <a:defRPr sz="1800" kern="1200">
                          <a:solidFill>
                            <a:schemeClr val="tx1"/>
                          </a:solidFill>
                          <a:latin typeface="Calibri"/>
                        </a:defRPr>
                      </a:lvl2pPr>
                      <a:lvl3pPr marL="914400" algn="r" defTabSz="914400" rtl="1" eaLnBrk="1" latinLnBrk="0" hangingPunct="1">
                        <a:defRPr sz="1800" kern="1200">
                          <a:solidFill>
                            <a:schemeClr val="tx1"/>
                          </a:solidFill>
                          <a:latin typeface="Calibri"/>
                        </a:defRPr>
                      </a:lvl3pPr>
                      <a:lvl4pPr marL="1371600" algn="r" defTabSz="914400" rtl="1" eaLnBrk="1" latinLnBrk="0" hangingPunct="1">
                        <a:defRPr sz="1800" kern="1200">
                          <a:solidFill>
                            <a:schemeClr val="tx1"/>
                          </a:solidFill>
                          <a:latin typeface="Calibri"/>
                        </a:defRPr>
                      </a:lvl4pPr>
                      <a:lvl5pPr marL="1828800" algn="r" defTabSz="914400" rtl="1" eaLnBrk="1" latinLnBrk="0" hangingPunct="1">
                        <a:defRPr sz="1800" kern="1200">
                          <a:solidFill>
                            <a:schemeClr val="tx1"/>
                          </a:solidFill>
                          <a:latin typeface="Calibri"/>
                        </a:defRPr>
                      </a:lvl5pPr>
                      <a:lvl6pPr marL="2286000" algn="r" defTabSz="914400" rtl="1" eaLnBrk="1" latinLnBrk="0" hangingPunct="1">
                        <a:defRPr sz="1800" kern="1200">
                          <a:solidFill>
                            <a:schemeClr val="tx1"/>
                          </a:solidFill>
                          <a:latin typeface="Calibri"/>
                        </a:defRPr>
                      </a:lvl6pPr>
                      <a:lvl7pPr marL="2743200" algn="r" defTabSz="914400" rtl="1" eaLnBrk="1" latinLnBrk="0" hangingPunct="1">
                        <a:defRPr sz="1800" kern="1200">
                          <a:solidFill>
                            <a:schemeClr val="tx1"/>
                          </a:solidFill>
                          <a:latin typeface="Calibri"/>
                        </a:defRPr>
                      </a:lvl7pPr>
                      <a:lvl8pPr marL="3200400" algn="r" defTabSz="914400" rtl="1" eaLnBrk="1" latinLnBrk="0" hangingPunct="1">
                        <a:defRPr sz="1800" kern="1200">
                          <a:solidFill>
                            <a:schemeClr val="tx1"/>
                          </a:solidFill>
                          <a:latin typeface="Calibri"/>
                        </a:defRPr>
                      </a:lvl8pPr>
                      <a:lvl9pPr marL="3657600" algn="r" defTabSz="914400" rtl="1" eaLnBrk="1" latinLnBrk="0" hangingPunct="1">
                        <a:defRPr sz="1800" kern="1200">
                          <a:solidFill>
                            <a:schemeClr val="tx1"/>
                          </a:solidFill>
                          <a:latin typeface="Calibri"/>
                        </a:defRPr>
                      </a:lvl9pPr>
                    </a:lstStyle>
                    <a:p>
                      <a:pPr marL="0" marR="0" lvl="0" indent="0" algn="r" rtl="1">
                        <a:lnSpc>
                          <a:spcPct val="100000"/>
                        </a:lnSpc>
                        <a:spcBef>
                          <a:spcPts val="0"/>
                        </a:spcBef>
                        <a:spcAft>
                          <a:spcPts val="0"/>
                        </a:spcAft>
                        <a:buClr>
                          <a:srgbClr val="404040"/>
                        </a:buClr>
                        <a:buSzPct val="100000"/>
                        <a:buFont typeface="+mj-lt"/>
                        <a:buNone/>
                      </a:pPr>
                      <a:endParaRPr lang="en-US" sz="1600" u="none" strike="noStrike" cap="none" dirty="0">
                        <a:latin typeface="Neo Sans Arabic Medium" panose="020B0704030504040204" pitchFamily="34" charset="-78"/>
                        <a:cs typeface="Neo Sans Arabic Medium" panose="020B0704030504040204" pitchFamily="34" charset="-78"/>
                      </a:endParaRPr>
                    </a:p>
                  </a:txBody>
                  <a:tcPr marL="91450" marR="91450" marT="45725" marB="45725"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w="12700" cmpd="sng">
                      <a:noFill/>
                      <a:prstDash val="solid"/>
                    </a:lnTlToBr>
                    <a:lnBlToTr w="12700" cmpd="sng">
                      <a:noFill/>
                      <a:prstDash val="solid"/>
                    </a:lnBlToTr>
                    <a:noFill/>
                  </a:tcPr>
                </a:tc>
                <a:tc>
                  <a:txBody>
                    <a:bodyPr/>
                    <a:lstStyle>
                      <a:lvl1pPr marL="0" algn="r" defTabSz="914400" rtl="1" eaLnBrk="1" latinLnBrk="0" hangingPunct="1">
                        <a:defRPr sz="1800" kern="1200">
                          <a:solidFill>
                            <a:schemeClr val="tx1"/>
                          </a:solidFill>
                          <a:latin typeface="Calibri"/>
                        </a:defRPr>
                      </a:lvl1pPr>
                      <a:lvl2pPr marL="457200" algn="r" defTabSz="914400" rtl="1" eaLnBrk="1" latinLnBrk="0" hangingPunct="1">
                        <a:defRPr sz="1800" kern="1200">
                          <a:solidFill>
                            <a:schemeClr val="tx1"/>
                          </a:solidFill>
                          <a:latin typeface="Calibri"/>
                        </a:defRPr>
                      </a:lvl2pPr>
                      <a:lvl3pPr marL="914400" algn="r" defTabSz="914400" rtl="1" eaLnBrk="1" latinLnBrk="0" hangingPunct="1">
                        <a:defRPr sz="1800" kern="1200">
                          <a:solidFill>
                            <a:schemeClr val="tx1"/>
                          </a:solidFill>
                          <a:latin typeface="Calibri"/>
                        </a:defRPr>
                      </a:lvl3pPr>
                      <a:lvl4pPr marL="1371600" algn="r" defTabSz="914400" rtl="1" eaLnBrk="1" latinLnBrk="0" hangingPunct="1">
                        <a:defRPr sz="1800" kern="1200">
                          <a:solidFill>
                            <a:schemeClr val="tx1"/>
                          </a:solidFill>
                          <a:latin typeface="Calibri"/>
                        </a:defRPr>
                      </a:lvl4pPr>
                      <a:lvl5pPr marL="1828800" algn="r" defTabSz="914400" rtl="1" eaLnBrk="1" latinLnBrk="0" hangingPunct="1">
                        <a:defRPr sz="1800" kern="1200">
                          <a:solidFill>
                            <a:schemeClr val="tx1"/>
                          </a:solidFill>
                          <a:latin typeface="Calibri"/>
                        </a:defRPr>
                      </a:lvl5pPr>
                      <a:lvl6pPr marL="2286000" algn="r" defTabSz="914400" rtl="1" eaLnBrk="1" latinLnBrk="0" hangingPunct="1">
                        <a:defRPr sz="1800" kern="1200">
                          <a:solidFill>
                            <a:schemeClr val="tx1"/>
                          </a:solidFill>
                          <a:latin typeface="Calibri"/>
                        </a:defRPr>
                      </a:lvl6pPr>
                      <a:lvl7pPr marL="2743200" algn="r" defTabSz="914400" rtl="1" eaLnBrk="1" latinLnBrk="0" hangingPunct="1">
                        <a:defRPr sz="1800" kern="1200">
                          <a:solidFill>
                            <a:schemeClr val="tx1"/>
                          </a:solidFill>
                          <a:latin typeface="Calibri"/>
                        </a:defRPr>
                      </a:lvl7pPr>
                      <a:lvl8pPr marL="3200400" algn="r" defTabSz="914400" rtl="1" eaLnBrk="1" latinLnBrk="0" hangingPunct="1">
                        <a:defRPr sz="1800" kern="1200">
                          <a:solidFill>
                            <a:schemeClr val="tx1"/>
                          </a:solidFill>
                          <a:latin typeface="Calibri"/>
                        </a:defRPr>
                      </a:lvl8pPr>
                      <a:lvl9pPr marL="3657600" algn="r" defTabSz="914400" rtl="1" eaLnBrk="1" latinLnBrk="0" hangingPunct="1">
                        <a:defRPr sz="1800" kern="1200">
                          <a:solidFill>
                            <a:schemeClr val="tx1"/>
                          </a:solidFill>
                          <a:latin typeface="Calibri"/>
                        </a:defRPr>
                      </a:lvl9pPr>
                    </a:lstStyle>
                    <a:p>
                      <a:pPr marL="0" marR="0" lvl="0" indent="0" algn="r" rtl="1">
                        <a:lnSpc>
                          <a:spcPct val="100000"/>
                        </a:lnSpc>
                        <a:spcBef>
                          <a:spcPts val="0"/>
                        </a:spcBef>
                        <a:spcAft>
                          <a:spcPts val="0"/>
                        </a:spcAft>
                        <a:buClr>
                          <a:srgbClr val="404040"/>
                        </a:buClr>
                        <a:buSzPct val="100000"/>
                        <a:buFont typeface="+mj-lt"/>
                        <a:buNone/>
                      </a:pPr>
                      <a:endParaRPr lang="en-US" sz="1600" u="none" strike="noStrike" cap="none" dirty="0">
                        <a:latin typeface="Neo Sans Arabic Medium" panose="020B0704030504040204" pitchFamily="34" charset="-78"/>
                        <a:cs typeface="Neo Sans Arabic Medium" panose="020B0704030504040204" pitchFamily="34" charset="-78"/>
                      </a:endParaRPr>
                    </a:p>
                  </a:txBody>
                  <a:tcPr marL="91450" marR="91450" marT="45725" marB="45725"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w="12700" cmpd="sng">
                      <a:noFill/>
                      <a:prstDash val="solid"/>
                    </a:lnTlToBr>
                    <a:lnBlToTr w="12700" cmpd="sng">
                      <a:noFill/>
                      <a:prstDash val="solid"/>
                    </a:lnBlToTr>
                    <a:noFill/>
                  </a:tcPr>
                </a:tc>
                <a:tc>
                  <a:txBody>
                    <a:bodyPr/>
                    <a:lstStyle>
                      <a:lvl1pPr marL="0" algn="r" defTabSz="914400" rtl="1" eaLnBrk="1" latinLnBrk="0" hangingPunct="1">
                        <a:defRPr sz="1800" kern="1200">
                          <a:solidFill>
                            <a:schemeClr val="tx1"/>
                          </a:solidFill>
                          <a:latin typeface="Calibri"/>
                        </a:defRPr>
                      </a:lvl1pPr>
                      <a:lvl2pPr marL="457200" algn="r" defTabSz="914400" rtl="1" eaLnBrk="1" latinLnBrk="0" hangingPunct="1">
                        <a:defRPr sz="1800" kern="1200">
                          <a:solidFill>
                            <a:schemeClr val="tx1"/>
                          </a:solidFill>
                          <a:latin typeface="Calibri"/>
                        </a:defRPr>
                      </a:lvl2pPr>
                      <a:lvl3pPr marL="914400" algn="r" defTabSz="914400" rtl="1" eaLnBrk="1" latinLnBrk="0" hangingPunct="1">
                        <a:defRPr sz="1800" kern="1200">
                          <a:solidFill>
                            <a:schemeClr val="tx1"/>
                          </a:solidFill>
                          <a:latin typeface="Calibri"/>
                        </a:defRPr>
                      </a:lvl3pPr>
                      <a:lvl4pPr marL="1371600" algn="r" defTabSz="914400" rtl="1" eaLnBrk="1" latinLnBrk="0" hangingPunct="1">
                        <a:defRPr sz="1800" kern="1200">
                          <a:solidFill>
                            <a:schemeClr val="tx1"/>
                          </a:solidFill>
                          <a:latin typeface="Calibri"/>
                        </a:defRPr>
                      </a:lvl4pPr>
                      <a:lvl5pPr marL="1828800" algn="r" defTabSz="914400" rtl="1" eaLnBrk="1" latinLnBrk="0" hangingPunct="1">
                        <a:defRPr sz="1800" kern="1200">
                          <a:solidFill>
                            <a:schemeClr val="tx1"/>
                          </a:solidFill>
                          <a:latin typeface="Calibri"/>
                        </a:defRPr>
                      </a:lvl5pPr>
                      <a:lvl6pPr marL="2286000" algn="r" defTabSz="914400" rtl="1" eaLnBrk="1" latinLnBrk="0" hangingPunct="1">
                        <a:defRPr sz="1800" kern="1200">
                          <a:solidFill>
                            <a:schemeClr val="tx1"/>
                          </a:solidFill>
                          <a:latin typeface="Calibri"/>
                        </a:defRPr>
                      </a:lvl6pPr>
                      <a:lvl7pPr marL="2743200" algn="r" defTabSz="914400" rtl="1" eaLnBrk="1" latinLnBrk="0" hangingPunct="1">
                        <a:defRPr sz="1800" kern="1200">
                          <a:solidFill>
                            <a:schemeClr val="tx1"/>
                          </a:solidFill>
                          <a:latin typeface="Calibri"/>
                        </a:defRPr>
                      </a:lvl7pPr>
                      <a:lvl8pPr marL="3200400" algn="r" defTabSz="914400" rtl="1" eaLnBrk="1" latinLnBrk="0" hangingPunct="1">
                        <a:defRPr sz="1800" kern="1200">
                          <a:solidFill>
                            <a:schemeClr val="tx1"/>
                          </a:solidFill>
                          <a:latin typeface="Calibri"/>
                        </a:defRPr>
                      </a:lvl8pPr>
                      <a:lvl9pPr marL="3657600" algn="r" defTabSz="914400" rtl="1" eaLnBrk="1" latinLnBrk="0" hangingPunct="1">
                        <a:defRPr sz="1800" kern="1200">
                          <a:solidFill>
                            <a:schemeClr val="tx1"/>
                          </a:solidFill>
                          <a:latin typeface="Calibri"/>
                        </a:defRPr>
                      </a:lvl9pPr>
                    </a:lstStyle>
                    <a:p>
                      <a:pPr marL="0" marR="0" lvl="0" indent="0" algn="r" rtl="1">
                        <a:lnSpc>
                          <a:spcPct val="100000"/>
                        </a:lnSpc>
                        <a:spcBef>
                          <a:spcPts val="0"/>
                        </a:spcBef>
                        <a:spcAft>
                          <a:spcPts val="0"/>
                        </a:spcAft>
                        <a:buClr>
                          <a:srgbClr val="404040"/>
                        </a:buClr>
                        <a:buSzPct val="100000"/>
                        <a:buFont typeface="+mj-lt"/>
                        <a:buNone/>
                      </a:pPr>
                      <a:endParaRPr lang="en-US" sz="1600" u="none" strike="noStrike" cap="none" dirty="0">
                        <a:latin typeface="Neo Sans Arabic Medium" panose="020B0704030504040204" pitchFamily="34" charset="-78"/>
                        <a:cs typeface="Neo Sans Arabic Medium" panose="020B0704030504040204" pitchFamily="34" charset="-78"/>
                      </a:endParaRPr>
                    </a:p>
                  </a:txBody>
                  <a:tcPr marL="91450" marR="91450" marT="45725" marB="45725" anchor="ctr">
                    <a:lnL w="12700" cap="flat" cmpd="sng" algn="ctr">
                      <a:solidFill>
                        <a:sysClr val="windowText" lastClr="000000"/>
                      </a:solidFill>
                      <a:prstDash val="solid"/>
                      <a:round/>
                      <a:headEnd type="none" w="med" len="med"/>
                      <a:tailEnd type="none" w="med" len="med"/>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w="12700" cmpd="sng">
                      <a:noFill/>
                      <a:prstDash val="solid"/>
                    </a:lnTlToBr>
                    <a:lnBlToTr w="12700" cmpd="sng">
                      <a:noFill/>
                      <a:prstDash val="solid"/>
                    </a:lnBlToTr>
                    <a:noFill/>
                  </a:tcPr>
                </a:tc>
                <a:tc>
                  <a:txBody>
                    <a:bodyPr/>
                    <a:lstStyle>
                      <a:lvl1pPr marL="0" algn="r" defTabSz="914400" rtl="1" eaLnBrk="1" latinLnBrk="0" hangingPunct="1">
                        <a:defRPr sz="1800" kern="1200">
                          <a:solidFill>
                            <a:schemeClr val="tx1"/>
                          </a:solidFill>
                          <a:latin typeface="Calibri"/>
                        </a:defRPr>
                      </a:lvl1pPr>
                      <a:lvl2pPr marL="457200" algn="r" defTabSz="914400" rtl="1" eaLnBrk="1" latinLnBrk="0" hangingPunct="1">
                        <a:defRPr sz="1800" kern="1200">
                          <a:solidFill>
                            <a:schemeClr val="tx1"/>
                          </a:solidFill>
                          <a:latin typeface="Calibri"/>
                        </a:defRPr>
                      </a:lvl2pPr>
                      <a:lvl3pPr marL="914400" algn="r" defTabSz="914400" rtl="1" eaLnBrk="1" latinLnBrk="0" hangingPunct="1">
                        <a:defRPr sz="1800" kern="1200">
                          <a:solidFill>
                            <a:schemeClr val="tx1"/>
                          </a:solidFill>
                          <a:latin typeface="Calibri"/>
                        </a:defRPr>
                      </a:lvl3pPr>
                      <a:lvl4pPr marL="1371600" algn="r" defTabSz="914400" rtl="1" eaLnBrk="1" latinLnBrk="0" hangingPunct="1">
                        <a:defRPr sz="1800" kern="1200">
                          <a:solidFill>
                            <a:schemeClr val="tx1"/>
                          </a:solidFill>
                          <a:latin typeface="Calibri"/>
                        </a:defRPr>
                      </a:lvl4pPr>
                      <a:lvl5pPr marL="1828800" algn="r" defTabSz="914400" rtl="1" eaLnBrk="1" latinLnBrk="0" hangingPunct="1">
                        <a:defRPr sz="1800" kern="1200">
                          <a:solidFill>
                            <a:schemeClr val="tx1"/>
                          </a:solidFill>
                          <a:latin typeface="Calibri"/>
                        </a:defRPr>
                      </a:lvl5pPr>
                      <a:lvl6pPr marL="2286000" algn="r" defTabSz="914400" rtl="1" eaLnBrk="1" latinLnBrk="0" hangingPunct="1">
                        <a:defRPr sz="1800" kern="1200">
                          <a:solidFill>
                            <a:schemeClr val="tx1"/>
                          </a:solidFill>
                          <a:latin typeface="Calibri"/>
                        </a:defRPr>
                      </a:lvl6pPr>
                      <a:lvl7pPr marL="2743200" algn="r" defTabSz="914400" rtl="1" eaLnBrk="1" latinLnBrk="0" hangingPunct="1">
                        <a:defRPr sz="1800" kern="1200">
                          <a:solidFill>
                            <a:schemeClr val="tx1"/>
                          </a:solidFill>
                          <a:latin typeface="Calibri"/>
                        </a:defRPr>
                      </a:lvl7pPr>
                      <a:lvl8pPr marL="3200400" algn="r" defTabSz="914400" rtl="1" eaLnBrk="1" latinLnBrk="0" hangingPunct="1">
                        <a:defRPr sz="1800" kern="1200">
                          <a:solidFill>
                            <a:schemeClr val="tx1"/>
                          </a:solidFill>
                          <a:latin typeface="Calibri"/>
                        </a:defRPr>
                      </a:lvl8pPr>
                      <a:lvl9pPr marL="3657600" algn="r" defTabSz="914400" rtl="1" eaLnBrk="1" latinLnBrk="0" hangingPunct="1">
                        <a:defRPr sz="1800" kern="1200">
                          <a:solidFill>
                            <a:schemeClr val="tx1"/>
                          </a:solidFill>
                          <a:latin typeface="Calibri"/>
                        </a:defRPr>
                      </a:lvl9pPr>
                    </a:lstStyle>
                    <a:p>
                      <a:pPr marL="0" marR="0" lvl="0" indent="0" algn="ctr" defTabSz="914400" rtl="1" eaLnBrk="1" fontAlgn="auto" latinLnBrk="0" hangingPunct="1">
                        <a:lnSpc>
                          <a:spcPct val="100000"/>
                        </a:lnSpc>
                        <a:spcBef>
                          <a:spcPts val="0"/>
                        </a:spcBef>
                        <a:spcAft>
                          <a:spcPts val="0"/>
                        </a:spcAft>
                        <a:buClr>
                          <a:srgbClr val="404040"/>
                        </a:buClr>
                        <a:buSzPts val="1200"/>
                        <a:buFont typeface="Sakkal Majalla"/>
                        <a:buNone/>
                        <a:tabLst/>
                        <a:defRPr/>
                      </a:pPr>
                      <a:endParaRPr lang="ar-SA" sz="1600" u="none" strike="noStrike" cap="none" dirty="0">
                        <a:latin typeface="Neo Sans Arabic Medium" panose="020B0704030504040204" pitchFamily="34" charset="-78"/>
                        <a:cs typeface="Neo Sans Arabic Medium" panose="020B0704030504040204" pitchFamily="34" charset="-78"/>
                      </a:endParaRPr>
                    </a:p>
                  </a:txBody>
                  <a:tcPr marL="91450" marR="91450" marT="45725" marB="45725" anchor="ctr">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w="12700" cmpd="sng">
                      <a:noFill/>
                      <a:prstDash val="solid"/>
                    </a:lnTlToBr>
                    <a:lnBlToTr w="12700" cmpd="sng">
                      <a:noFill/>
                      <a:prstDash val="solid"/>
                    </a:lnBlToTr>
                    <a:noFill/>
                  </a:tcPr>
                </a:tc>
                <a:tc>
                  <a:txBody>
                    <a:bodyPr/>
                    <a:lstStyle>
                      <a:lvl1pPr marL="0" algn="r" defTabSz="914400" rtl="1" eaLnBrk="1" latinLnBrk="0" hangingPunct="1">
                        <a:defRPr sz="1800" kern="1200">
                          <a:solidFill>
                            <a:schemeClr val="tx1"/>
                          </a:solidFill>
                          <a:latin typeface="Calibri"/>
                        </a:defRPr>
                      </a:lvl1pPr>
                      <a:lvl2pPr marL="457200" algn="r" defTabSz="914400" rtl="1" eaLnBrk="1" latinLnBrk="0" hangingPunct="1">
                        <a:defRPr sz="1800" kern="1200">
                          <a:solidFill>
                            <a:schemeClr val="tx1"/>
                          </a:solidFill>
                          <a:latin typeface="Calibri"/>
                        </a:defRPr>
                      </a:lvl2pPr>
                      <a:lvl3pPr marL="914400" algn="r" defTabSz="914400" rtl="1" eaLnBrk="1" latinLnBrk="0" hangingPunct="1">
                        <a:defRPr sz="1800" kern="1200">
                          <a:solidFill>
                            <a:schemeClr val="tx1"/>
                          </a:solidFill>
                          <a:latin typeface="Calibri"/>
                        </a:defRPr>
                      </a:lvl3pPr>
                      <a:lvl4pPr marL="1371600" algn="r" defTabSz="914400" rtl="1" eaLnBrk="1" latinLnBrk="0" hangingPunct="1">
                        <a:defRPr sz="1800" kern="1200">
                          <a:solidFill>
                            <a:schemeClr val="tx1"/>
                          </a:solidFill>
                          <a:latin typeface="Calibri"/>
                        </a:defRPr>
                      </a:lvl4pPr>
                      <a:lvl5pPr marL="1828800" algn="r" defTabSz="914400" rtl="1" eaLnBrk="1" latinLnBrk="0" hangingPunct="1">
                        <a:defRPr sz="1800" kern="1200">
                          <a:solidFill>
                            <a:schemeClr val="tx1"/>
                          </a:solidFill>
                          <a:latin typeface="Calibri"/>
                        </a:defRPr>
                      </a:lvl5pPr>
                      <a:lvl6pPr marL="2286000" algn="r" defTabSz="914400" rtl="1" eaLnBrk="1" latinLnBrk="0" hangingPunct="1">
                        <a:defRPr sz="1800" kern="1200">
                          <a:solidFill>
                            <a:schemeClr val="tx1"/>
                          </a:solidFill>
                          <a:latin typeface="Calibri"/>
                        </a:defRPr>
                      </a:lvl6pPr>
                      <a:lvl7pPr marL="2743200" algn="r" defTabSz="914400" rtl="1" eaLnBrk="1" latinLnBrk="0" hangingPunct="1">
                        <a:defRPr sz="1800" kern="1200">
                          <a:solidFill>
                            <a:schemeClr val="tx1"/>
                          </a:solidFill>
                          <a:latin typeface="Calibri"/>
                        </a:defRPr>
                      </a:lvl7pPr>
                      <a:lvl8pPr marL="3200400" algn="r" defTabSz="914400" rtl="1" eaLnBrk="1" latinLnBrk="0" hangingPunct="1">
                        <a:defRPr sz="1800" kern="1200">
                          <a:solidFill>
                            <a:schemeClr val="tx1"/>
                          </a:solidFill>
                          <a:latin typeface="Calibri"/>
                        </a:defRPr>
                      </a:lvl8pPr>
                      <a:lvl9pPr marL="3657600" algn="r" defTabSz="914400" rtl="1" eaLnBrk="1" latinLnBrk="0" hangingPunct="1">
                        <a:defRPr sz="1800" kern="1200">
                          <a:solidFill>
                            <a:schemeClr val="tx1"/>
                          </a:solidFill>
                          <a:latin typeface="Calibri"/>
                        </a:defRPr>
                      </a:lvl9pPr>
                    </a:lstStyle>
                    <a:p>
                      <a:pPr marL="0" marR="0" lvl="0" indent="0" algn="ctr" rtl="1">
                        <a:lnSpc>
                          <a:spcPct val="100000"/>
                        </a:lnSpc>
                        <a:spcBef>
                          <a:spcPts val="0"/>
                        </a:spcBef>
                        <a:spcAft>
                          <a:spcPts val="0"/>
                        </a:spcAft>
                        <a:buClr>
                          <a:srgbClr val="404040"/>
                        </a:buClr>
                        <a:buSzPts val="1200"/>
                        <a:buFont typeface="Sakkal Majalla"/>
                        <a:buNone/>
                      </a:pPr>
                      <a:endParaRPr sz="1600" u="none" strike="noStrike" cap="none" dirty="0">
                        <a:solidFill>
                          <a:schemeClr val="bg2">
                            <a:lumMod val="10000"/>
                          </a:schemeClr>
                        </a:solidFill>
                        <a:latin typeface="Neo Sans Arabic Medium" panose="020B0704030504040204" pitchFamily="34" charset="-78"/>
                        <a:cs typeface="Neo Sans Arabic Medium" panose="020B0704030504040204" pitchFamily="34" charset="-78"/>
                      </a:endParaRPr>
                    </a:p>
                  </a:txBody>
                  <a:tcPr marL="91450" marR="91450" marT="45725" marB="45725" anchor="ctr">
                    <a:lnL w="12700" cap="flat" cmpd="sng" algn="ctr">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w="12700" cmpd="sng">
                      <a:noFill/>
                      <a:prstDash val="solid"/>
                    </a:lnTlToBr>
                    <a:lnBlToTr w="12700" cmpd="sng">
                      <a:noFill/>
                      <a:prstDash val="solid"/>
                    </a:lnBlToTr>
                    <a:noFill/>
                  </a:tcPr>
                </a:tc>
                <a:extLst>
                  <a:ext uri="{0D108BD9-81ED-4DB2-BD59-A6C34878D82A}">
                    <a16:rowId xmlns:a16="http://schemas.microsoft.com/office/drawing/2014/main" val="1866994615"/>
                  </a:ext>
                </a:extLst>
              </a:tr>
              <a:tr h="262689">
                <a:tc>
                  <a:txBody>
                    <a:bodyPr/>
                    <a:lstStyle>
                      <a:lvl1pPr marL="0" algn="r" defTabSz="914400" rtl="1" eaLnBrk="1" latinLnBrk="0" hangingPunct="1">
                        <a:defRPr sz="1800" kern="1200">
                          <a:solidFill>
                            <a:schemeClr val="tx1"/>
                          </a:solidFill>
                          <a:latin typeface="Calibri"/>
                        </a:defRPr>
                      </a:lvl1pPr>
                      <a:lvl2pPr marL="457200" algn="r" defTabSz="914400" rtl="1" eaLnBrk="1" latinLnBrk="0" hangingPunct="1">
                        <a:defRPr sz="1800" kern="1200">
                          <a:solidFill>
                            <a:schemeClr val="tx1"/>
                          </a:solidFill>
                          <a:latin typeface="Calibri"/>
                        </a:defRPr>
                      </a:lvl2pPr>
                      <a:lvl3pPr marL="914400" algn="r" defTabSz="914400" rtl="1" eaLnBrk="1" latinLnBrk="0" hangingPunct="1">
                        <a:defRPr sz="1800" kern="1200">
                          <a:solidFill>
                            <a:schemeClr val="tx1"/>
                          </a:solidFill>
                          <a:latin typeface="Calibri"/>
                        </a:defRPr>
                      </a:lvl3pPr>
                      <a:lvl4pPr marL="1371600" algn="r" defTabSz="914400" rtl="1" eaLnBrk="1" latinLnBrk="0" hangingPunct="1">
                        <a:defRPr sz="1800" kern="1200">
                          <a:solidFill>
                            <a:schemeClr val="tx1"/>
                          </a:solidFill>
                          <a:latin typeface="Calibri"/>
                        </a:defRPr>
                      </a:lvl4pPr>
                      <a:lvl5pPr marL="1828800" algn="r" defTabSz="914400" rtl="1" eaLnBrk="1" latinLnBrk="0" hangingPunct="1">
                        <a:defRPr sz="1800" kern="1200">
                          <a:solidFill>
                            <a:schemeClr val="tx1"/>
                          </a:solidFill>
                          <a:latin typeface="Calibri"/>
                        </a:defRPr>
                      </a:lvl5pPr>
                      <a:lvl6pPr marL="2286000" algn="r" defTabSz="914400" rtl="1" eaLnBrk="1" latinLnBrk="0" hangingPunct="1">
                        <a:defRPr sz="1800" kern="1200">
                          <a:solidFill>
                            <a:schemeClr val="tx1"/>
                          </a:solidFill>
                          <a:latin typeface="Calibri"/>
                        </a:defRPr>
                      </a:lvl6pPr>
                      <a:lvl7pPr marL="2743200" algn="r" defTabSz="914400" rtl="1" eaLnBrk="1" latinLnBrk="0" hangingPunct="1">
                        <a:defRPr sz="1800" kern="1200">
                          <a:solidFill>
                            <a:schemeClr val="tx1"/>
                          </a:solidFill>
                          <a:latin typeface="Calibri"/>
                        </a:defRPr>
                      </a:lvl7pPr>
                      <a:lvl8pPr marL="3200400" algn="r" defTabSz="914400" rtl="1" eaLnBrk="1" latinLnBrk="0" hangingPunct="1">
                        <a:defRPr sz="1800" kern="1200">
                          <a:solidFill>
                            <a:schemeClr val="tx1"/>
                          </a:solidFill>
                          <a:latin typeface="Calibri"/>
                        </a:defRPr>
                      </a:lvl8pPr>
                      <a:lvl9pPr marL="3657600" algn="r" defTabSz="914400" rtl="1" eaLnBrk="1" latinLnBrk="0" hangingPunct="1">
                        <a:defRPr sz="1800" kern="1200">
                          <a:solidFill>
                            <a:schemeClr val="tx1"/>
                          </a:solidFill>
                          <a:latin typeface="Calibri"/>
                        </a:defRPr>
                      </a:lvl9pPr>
                    </a:lstStyle>
                    <a:p>
                      <a:pPr marL="0" marR="0" lvl="0" indent="0" algn="r" rtl="1">
                        <a:lnSpc>
                          <a:spcPct val="100000"/>
                        </a:lnSpc>
                        <a:spcBef>
                          <a:spcPts val="0"/>
                        </a:spcBef>
                        <a:spcAft>
                          <a:spcPts val="0"/>
                        </a:spcAft>
                        <a:buClr>
                          <a:srgbClr val="404040"/>
                        </a:buClr>
                        <a:buSzPct val="100000"/>
                        <a:buFont typeface="+mj-lt"/>
                        <a:buNone/>
                      </a:pPr>
                      <a:endParaRPr lang="en-US" sz="1600" u="none" strike="noStrike" cap="none" dirty="0">
                        <a:latin typeface="Neo Sans Arabic Medium" panose="020B0704030504040204" pitchFamily="34" charset="-78"/>
                        <a:cs typeface="Neo Sans Arabic Medium" panose="020B0704030504040204" pitchFamily="34" charset="-78"/>
                      </a:endParaRPr>
                    </a:p>
                  </a:txBody>
                  <a:tcPr marL="91450" marR="91450" marT="45725" marB="45725" anchor="ctr">
                    <a:lnL w="12700" cap="flat" cmpd="sng">
                      <a:solidFill>
                        <a:srgbClr val="000000"/>
                      </a:solidFill>
                      <a:prstDash val="solid"/>
                      <a:round/>
                      <a:headEnd type="none" w="sm" len="sm"/>
                      <a:tailEnd type="none" w="sm" len="sm"/>
                    </a:lnL>
                    <a:lnR w="12700" cap="flat" cmpd="sng" algn="ctr">
                      <a:solidFill>
                        <a:sysClr val="windowText" lastClr="000000"/>
                      </a:solidFill>
                      <a:prstDash val="solid"/>
                      <a:round/>
                      <a:headEnd type="none" w="med" len="med"/>
                      <a:tailEnd type="none" w="med" len="med"/>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w="12700" cmpd="sng">
                      <a:noFill/>
                      <a:prstDash val="solid"/>
                    </a:lnTlToBr>
                    <a:lnBlToTr w="12700" cmpd="sng">
                      <a:noFill/>
                      <a:prstDash val="solid"/>
                    </a:lnBlToTr>
                    <a:noFill/>
                  </a:tcPr>
                </a:tc>
                <a:tc>
                  <a:txBody>
                    <a:bodyPr/>
                    <a:lstStyle>
                      <a:lvl1pPr marL="0" algn="r" defTabSz="914400" rtl="1" eaLnBrk="1" latinLnBrk="0" hangingPunct="1">
                        <a:defRPr sz="1800" kern="1200">
                          <a:solidFill>
                            <a:schemeClr val="tx1"/>
                          </a:solidFill>
                          <a:latin typeface="Calibri"/>
                        </a:defRPr>
                      </a:lvl1pPr>
                      <a:lvl2pPr marL="457200" algn="r" defTabSz="914400" rtl="1" eaLnBrk="1" latinLnBrk="0" hangingPunct="1">
                        <a:defRPr sz="1800" kern="1200">
                          <a:solidFill>
                            <a:schemeClr val="tx1"/>
                          </a:solidFill>
                          <a:latin typeface="Calibri"/>
                        </a:defRPr>
                      </a:lvl2pPr>
                      <a:lvl3pPr marL="914400" algn="r" defTabSz="914400" rtl="1" eaLnBrk="1" latinLnBrk="0" hangingPunct="1">
                        <a:defRPr sz="1800" kern="1200">
                          <a:solidFill>
                            <a:schemeClr val="tx1"/>
                          </a:solidFill>
                          <a:latin typeface="Calibri"/>
                        </a:defRPr>
                      </a:lvl3pPr>
                      <a:lvl4pPr marL="1371600" algn="r" defTabSz="914400" rtl="1" eaLnBrk="1" latinLnBrk="0" hangingPunct="1">
                        <a:defRPr sz="1800" kern="1200">
                          <a:solidFill>
                            <a:schemeClr val="tx1"/>
                          </a:solidFill>
                          <a:latin typeface="Calibri"/>
                        </a:defRPr>
                      </a:lvl4pPr>
                      <a:lvl5pPr marL="1828800" algn="r" defTabSz="914400" rtl="1" eaLnBrk="1" latinLnBrk="0" hangingPunct="1">
                        <a:defRPr sz="1800" kern="1200">
                          <a:solidFill>
                            <a:schemeClr val="tx1"/>
                          </a:solidFill>
                          <a:latin typeface="Calibri"/>
                        </a:defRPr>
                      </a:lvl5pPr>
                      <a:lvl6pPr marL="2286000" algn="r" defTabSz="914400" rtl="1" eaLnBrk="1" latinLnBrk="0" hangingPunct="1">
                        <a:defRPr sz="1800" kern="1200">
                          <a:solidFill>
                            <a:schemeClr val="tx1"/>
                          </a:solidFill>
                          <a:latin typeface="Calibri"/>
                        </a:defRPr>
                      </a:lvl6pPr>
                      <a:lvl7pPr marL="2743200" algn="r" defTabSz="914400" rtl="1" eaLnBrk="1" latinLnBrk="0" hangingPunct="1">
                        <a:defRPr sz="1800" kern="1200">
                          <a:solidFill>
                            <a:schemeClr val="tx1"/>
                          </a:solidFill>
                          <a:latin typeface="Calibri"/>
                        </a:defRPr>
                      </a:lvl7pPr>
                      <a:lvl8pPr marL="3200400" algn="r" defTabSz="914400" rtl="1" eaLnBrk="1" latinLnBrk="0" hangingPunct="1">
                        <a:defRPr sz="1800" kern="1200">
                          <a:solidFill>
                            <a:schemeClr val="tx1"/>
                          </a:solidFill>
                          <a:latin typeface="Calibri"/>
                        </a:defRPr>
                      </a:lvl8pPr>
                      <a:lvl9pPr marL="3657600" algn="r" defTabSz="914400" rtl="1" eaLnBrk="1" latinLnBrk="0" hangingPunct="1">
                        <a:defRPr sz="1800" kern="1200">
                          <a:solidFill>
                            <a:schemeClr val="tx1"/>
                          </a:solidFill>
                          <a:latin typeface="Calibri"/>
                        </a:defRPr>
                      </a:lvl9pPr>
                    </a:lstStyle>
                    <a:p>
                      <a:pPr marL="0" marR="0" lvl="0" indent="0" algn="r" rtl="1">
                        <a:lnSpc>
                          <a:spcPct val="100000"/>
                        </a:lnSpc>
                        <a:spcBef>
                          <a:spcPts val="0"/>
                        </a:spcBef>
                        <a:spcAft>
                          <a:spcPts val="0"/>
                        </a:spcAft>
                        <a:buClr>
                          <a:srgbClr val="404040"/>
                        </a:buClr>
                        <a:buSzPct val="100000"/>
                        <a:buFont typeface="+mj-lt"/>
                        <a:buNone/>
                      </a:pPr>
                      <a:endParaRPr lang="en-US" sz="1600" u="none" strike="noStrike" cap="none" dirty="0">
                        <a:latin typeface="Neo Sans Arabic Medium" panose="020B0704030504040204" pitchFamily="34" charset="-78"/>
                        <a:cs typeface="Neo Sans Arabic Medium" panose="020B0704030504040204" pitchFamily="34" charset="-78"/>
                      </a:endParaRPr>
                    </a:p>
                  </a:txBody>
                  <a:tcPr marL="91450" marR="91450" marT="45725" marB="45725"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w="12700" cmpd="sng">
                      <a:noFill/>
                      <a:prstDash val="solid"/>
                    </a:lnTlToBr>
                    <a:lnBlToTr w="12700" cmpd="sng">
                      <a:noFill/>
                      <a:prstDash val="solid"/>
                    </a:lnBlToTr>
                    <a:noFill/>
                  </a:tcPr>
                </a:tc>
                <a:tc>
                  <a:txBody>
                    <a:bodyPr/>
                    <a:lstStyle>
                      <a:lvl1pPr marL="0" algn="r" defTabSz="914400" rtl="1" eaLnBrk="1" latinLnBrk="0" hangingPunct="1">
                        <a:defRPr sz="1800" kern="1200">
                          <a:solidFill>
                            <a:schemeClr val="tx1"/>
                          </a:solidFill>
                          <a:latin typeface="Calibri"/>
                        </a:defRPr>
                      </a:lvl1pPr>
                      <a:lvl2pPr marL="457200" algn="r" defTabSz="914400" rtl="1" eaLnBrk="1" latinLnBrk="0" hangingPunct="1">
                        <a:defRPr sz="1800" kern="1200">
                          <a:solidFill>
                            <a:schemeClr val="tx1"/>
                          </a:solidFill>
                          <a:latin typeface="Calibri"/>
                        </a:defRPr>
                      </a:lvl2pPr>
                      <a:lvl3pPr marL="914400" algn="r" defTabSz="914400" rtl="1" eaLnBrk="1" latinLnBrk="0" hangingPunct="1">
                        <a:defRPr sz="1800" kern="1200">
                          <a:solidFill>
                            <a:schemeClr val="tx1"/>
                          </a:solidFill>
                          <a:latin typeface="Calibri"/>
                        </a:defRPr>
                      </a:lvl3pPr>
                      <a:lvl4pPr marL="1371600" algn="r" defTabSz="914400" rtl="1" eaLnBrk="1" latinLnBrk="0" hangingPunct="1">
                        <a:defRPr sz="1800" kern="1200">
                          <a:solidFill>
                            <a:schemeClr val="tx1"/>
                          </a:solidFill>
                          <a:latin typeface="Calibri"/>
                        </a:defRPr>
                      </a:lvl4pPr>
                      <a:lvl5pPr marL="1828800" algn="r" defTabSz="914400" rtl="1" eaLnBrk="1" latinLnBrk="0" hangingPunct="1">
                        <a:defRPr sz="1800" kern="1200">
                          <a:solidFill>
                            <a:schemeClr val="tx1"/>
                          </a:solidFill>
                          <a:latin typeface="Calibri"/>
                        </a:defRPr>
                      </a:lvl5pPr>
                      <a:lvl6pPr marL="2286000" algn="r" defTabSz="914400" rtl="1" eaLnBrk="1" latinLnBrk="0" hangingPunct="1">
                        <a:defRPr sz="1800" kern="1200">
                          <a:solidFill>
                            <a:schemeClr val="tx1"/>
                          </a:solidFill>
                          <a:latin typeface="Calibri"/>
                        </a:defRPr>
                      </a:lvl6pPr>
                      <a:lvl7pPr marL="2743200" algn="r" defTabSz="914400" rtl="1" eaLnBrk="1" latinLnBrk="0" hangingPunct="1">
                        <a:defRPr sz="1800" kern="1200">
                          <a:solidFill>
                            <a:schemeClr val="tx1"/>
                          </a:solidFill>
                          <a:latin typeface="Calibri"/>
                        </a:defRPr>
                      </a:lvl7pPr>
                      <a:lvl8pPr marL="3200400" algn="r" defTabSz="914400" rtl="1" eaLnBrk="1" latinLnBrk="0" hangingPunct="1">
                        <a:defRPr sz="1800" kern="1200">
                          <a:solidFill>
                            <a:schemeClr val="tx1"/>
                          </a:solidFill>
                          <a:latin typeface="Calibri"/>
                        </a:defRPr>
                      </a:lvl8pPr>
                      <a:lvl9pPr marL="3657600" algn="r" defTabSz="914400" rtl="1" eaLnBrk="1" latinLnBrk="0" hangingPunct="1">
                        <a:defRPr sz="1800" kern="1200">
                          <a:solidFill>
                            <a:schemeClr val="tx1"/>
                          </a:solidFill>
                          <a:latin typeface="Calibri"/>
                        </a:defRPr>
                      </a:lvl9pPr>
                    </a:lstStyle>
                    <a:p>
                      <a:pPr marL="0" marR="0" lvl="0" indent="0" algn="r" rtl="1">
                        <a:lnSpc>
                          <a:spcPct val="100000"/>
                        </a:lnSpc>
                        <a:spcBef>
                          <a:spcPts val="0"/>
                        </a:spcBef>
                        <a:spcAft>
                          <a:spcPts val="0"/>
                        </a:spcAft>
                        <a:buClr>
                          <a:srgbClr val="404040"/>
                        </a:buClr>
                        <a:buSzPct val="100000"/>
                        <a:buFont typeface="+mj-lt"/>
                        <a:buNone/>
                      </a:pPr>
                      <a:endParaRPr lang="en-US" sz="1600" u="none" strike="noStrike" cap="none" dirty="0">
                        <a:latin typeface="Neo Sans Arabic Medium" panose="020B0704030504040204" pitchFamily="34" charset="-78"/>
                        <a:cs typeface="Neo Sans Arabic Medium" panose="020B0704030504040204" pitchFamily="34" charset="-78"/>
                      </a:endParaRPr>
                    </a:p>
                  </a:txBody>
                  <a:tcPr marL="91450" marR="91450" marT="45725" marB="45725"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w="12700" cmpd="sng">
                      <a:noFill/>
                      <a:prstDash val="solid"/>
                    </a:lnTlToBr>
                    <a:lnBlToTr w="12700" cmpd="sng">
                      <a:noFill/>
                      <a:prstDash val="solid"/>
                    </a:lnBlToTr>
                    <a:noFill/>
                  </a:tcPr>
                </a:tc>
                <a:tc>
                  <a:txBody>
                    <a:bodyPr/>
                    <a:lstStyle>
                      <a:lvl1pPr marL="0" algn="r" defTabSz="914400" rtl="1" eaLnBrk="1" latinLnBrk="0" hangingPunct="1">
                        <a:defRPr sz="1800" kern="1200">
                          <a:solidFill>
                            <a:schemeClr val="tx1"/>
                          </a:solidFill>
                          <a:latin typeface="Calibri"/>
                        </a:defRPr>
                      </a:lvl1pPr>
                      <a:lvl2pPr marL="457200" algn="r" defTabSz="914400" rtl="1" eaLnBrk="1" latinLnBrk="0" hangingPunct="1">
                        <a:defRPr sz="1800" kern="1200">
                          <a:solidFill>
                            <a:schemeClr val="tx1"/>
                          </a:solidFill>
                          <a:latin typeface="Calibri"/>
                        </a:defRPr>
                      </a:lvl2pPr>
                      <a:lvl3pPr marL="914400" algn="r" defTabSz="914400" rtl="1" eaLnBrk="1" latinLnBrk="0" hangingPunct="1">
                        <a:defRPr sz="1800" kern="1200">
                          <a:solidFill>
                            <a:schemeClr val="tx1"/>
                          </a:solidFill>
                          <a:latin typeface="Calibri"/>
                        </a:defRPr>
                      </a:lvl3pPr>
                      <a:lvl4pPr marL="1371600" algn="r" defTabSz="914400" rtl="1" eaLnBrk="1" latinLnBrk="0" hangingPunct="1">
                        <a:defRPr sz="1800" kern="1200">
                          <a:solidFill>
                            <a:schemeClr val="tx1"/>
                          </a:solidFill>
                          <a:latin typeface="Calibri"/>
                        </a:defRPr>
                      </a:lvl4pPr>
                      <a:lvl5pPr marL="1828800" algn="r" defTabSz="914400" rtl="1" eaLnBrk="1" latinLnBrk="0" hangingPunct="1">
                        <a:defRPr sz="1800" kern="1200">
                          <a:solidFill>
                            <a:schemeClr val="tx1"/>
                          </a:solidFill>
                          <a:latin typeface="Calibri"/>
                        </a:defRPr>
                      </a:lvl5pPr>
                      <a:lvl6pPr marL="2286000" algn="r" defTabSz="914400" rtl="1" eaLnBrk="1" latinLnBrk="0" hangingPunct="1">
                        <a:defRPr sz="1800" kern="1200">
                          <a:solidFill>
                            <a:schemeClr val="tx1"/>
                          </a:solidFill>
                          <a:latin typeface="Calibri"/>
                        </a:defRPr>
                      </a:lvl6pPr>
                      <a:lvl7pPr marL="2743200" algn="r" defTabSz="914400" rtl="1" eaLnBrk="1" latinLnBrk="0" hangingPunct="1">
                        <a:defRPr sz="1800" kern="1200">
                          <a:solidFill>
                            <a:schemeClr val="tx1"/>
                          </a:solidFill>
                          <a:latin typeface="Calibri"/>
                        </a:defRPr>
                      </a:lvl7pPr>
                      <a:lvl8pPr marL="3200400" algn="r" defTabSz="914400" rtl="1" eaLnBrk="1" latinLnBrk="0" hangingPunct="1">
                        <a:defRPr sz="1800" kern="1200">
                          <a:solidFill>
                            <a:schemeClr val="tx1"/>
                          </a:solidFill>
                          <a:latin typeface="Calibri"/>
                        </a:defRPr>
                      </a:lvl8pPr>
                      <a:lvl9pPr marL="3657600" algn="r" defTabSz="914400" rtl="1" eaLnBrk="1" latinLnBrk="0" hangingPunct="1">
                        <a:defRPr sz="1800" kern="1200">
                          <a:solidFill>
                            <a:schemeClr val="tx1"/>
                          </a:solidFill>
                          <a:latin typeface="Calibri"/>
                        </a:defRPr>
                      </a:lvl9pPr>
                    </a:lstStyle>
                    <a:p>
                      <a:pPr marL="0" marR="0" lvl="0" indent="0" algn="r" rtl="1">
                        <a:lnSpc>
                          <a:spcPct val="100000"/>
                        </a:lnSpc>
                        <a:spcBef>
                          <a:spcPts val="0"/>
                        </a:spcBef>
                        <a:spcAft>
                          <a:spcPts val="0"/>
                        </a:spcAft>
                        <a:buClr>
                          <a:srgbClr val="404040"/>
                        </a:buClr>
                        <a:buSzPct val="100000"/>
                        <a:buFont typeface="+mj-lt"/>
                        <a:buNone/>
                      </a:pPr>
                      <a:endParaRPr lang="en-US" sz="1600" u="none" strike="noStrike" cap="none" dirty="0">
                        <a:latin typeface="Neo Sans Arabic Medium" panose="020B0704030504040204" pitchFamily="34" charset="-78"/>
                        <a:cs typeface="Neo Sans Arabic Medium" panose="020B0704030504040204" pitchFamily="34" charset="-78"/>
                      </a:endParaRPr>
                    </a:p>
                  </a:txBody>
                  <a:tcPr marL="91450" marR="91450" marT="45725" marB="45725" anchor="ctr">
                    <a:lnL w="12700" cap="flat" cmpd="sng" algn="ctr">
                      <a:solidFill>
                        <a:sysClr val="windowText" lastClr="000000"/>
                      </a:solidFill>
                      <a:prstDash val="solid"/>
                      <a:round/>
                      <a:headEnd type="none" w="med" len="med"/>
                      <a:tailEnd type="none" w="med" len="med"/>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w="12700" cmpd="sng">
                      <a:noFill/>
                      <a:prstDash val="solid"/>
                    </a:lnTlToBr>
                    <a:lnBlToTr w="12700" cmpd="sng">
                      <a:noFill/>
                      <a:prstDash val="solid"/>
                    </a:lnBlToTr>
                    <a:noFill/>
                  </a:tcPr>
                </a:tc>
                <a:tc>
                  <a:txBody>
                    <a:bodyPr/>
                    <a:lstStyle>
                      <a:lvl1pPr marL="0" algn="r" defTabSz="914400" rtl="1" eaLnBrk="1" latinLnBrk="0" hangingPunct="1">
                        <a:defRPr sz="1800" kern="1200">
                          <a:solidFill>
                            <a:schemeClr val="tx1"/>
                          </a:solidFill>
                          <a:latin typeface="Calibri"/>
                        </a:defRPr>
                      </a:lvl1pPr>
                      <a:lvl2pPr marL="457200" algn="r" defTabSz="914400" rtl="1" eaLnBrk="1" latinLnBrk="0" hangingPunct="1">
                        <a:defRPr sz="1800" kern="1200">
                          <a:solidFill>
                            <a:schemeClr val="tx1"/>
                          </a:solidFill>
                          <a:latin typeface="Calibri"/>
                        </a:defRPr>
                      </a:lvl2pPr>
                      <a:lvl3pPr marL="914400" algn="r" defTabSz="914400" rtl="1" eaLnBrk="1" latinLnBrk="0" hangingPunct="1">
                        <a:defRPr sz="1800" kern="1200">
                          <a:solidFill>
                            <a:schemeClr val="tx1"/>
                          </a:solidFill>
                          <a:latin typeface="Calibri"/>
                        </a:defRPr>
                      </a:lvl3pPr>
                      <a:lvl4pPr marL="1371600" algn="r" defTabSz="914400" rtl="1" eaLnBrk="1" latinLnBrk="0" hangingPunct="1">
                        <a:defRPr sz="1800" kern="1200">
                          <a:solidFill>
                            <a:schemeClr val="tx1"/>
                          </a:solidFill>
                          <a:latin typeface="Calibri"/>
                        </a:defRPr>
                      </a:lvl4pPr>
                      <a:lvl5pPr marL="1828800" algn="r" defTabSz="914400" rtl="1" eaLnBrk="1" latinLnBrk="0" hangingPunct="1">
                        <a:defRPr sz="1800" kern="1200">
                          <a:solidFill>
                            <a:schemeClr val="tx1"/>
                          </a:solidFill>
                          <a:latin typeface="Calibri"/>
                        </a:defRPr>
                      </a:lvl5pPr>
                      <a:lvl6pPr marL="2286000" algn="r" defTabSz="914400" rtl="1" eaLnBrk="1" latinLnBrk="0" hangingPunct="1">
                        <a:defRPr sz="1800" kern="1200">
                          <a:solidFill>
                            <a:schemeClr val="tx1"/>
                          </a:solidFill>
                          <a:latin typeface="Calibri"/>
                        </a:defRPr>
                      </a:lvl6pPr>
                      <a:lvl7pPr marL="2743200" algn="r" defTabSz="914400" rtl="1" eaLnBrk="1" latinLnBrk="0" hangingPunct="1">
                        <a:defRPr sz="1800" kern="1200">
                          <a:solidFill>
                            <a:schemeClr val="tx1"/>
                          </a:solidFill>
                          <a:latin typeface="Calibri"/>
                        </a:defRPr>
                      </a:lvl7pPr>
                      <a:lvl8pPr marL="3200400" algn="r" defTabSz="914400" rtl="1" eaLnBrk="1" latinLnBrk="0" hangingPunct="1">
                        <a:defRPr sz="1800" kern="1200">
                          <a:solidFill>
                            <a:schemeClr val="tx1"/>
                          </a:solidFill>
                          <a:latin typeface="Calibri"/>
                        </a:defRPr>
                      </a:lvl8pPr>
                      <a:lvl9pPr marL="3657600" algn="r" defTabSz="914400" rtl="1" eaLnBrk="1" latinLnBrk="0" hangingPunct="1">
                        <a:defRPr sz="1800" kern="1200">
                          <a:solidFill>
                            <a:schemeClr val="tx1"/>
                          </a:solidFill>
                          <a:latin typeface="Calibri"/>
                        </a:defRPr>
                      </a:lvl9pPr>
                    </a:lstStyle>
                    <a:p>
                      <a:pPr marL="0" marR="0" lvl="0" indent="0" algn="ctr" defTabSz="914400" rtl="1" eaLnBrk="1" fontAlgn="auto" latinLnBrk="0" hangingPunct="1">
                        <a:lnSpc>
                          <a:spcPct val="100000"/>
                        </a:lnSpc>
                        <a:spcBef>
                          <a:spcPts val="0"/>
                        </a:spcBef>
                        <a:spcAft>
                          <a:spcPts val="0"/>
                        </a:spcAft>
                        <a:buClr>
                          <a:srgbClr val="404040"/>
                        </a:buClr>
                        <a:buSzPts val="1200"/>
                        <a:buFont typeface="Sakkal Majalla"/>
                        <a:buNone/>
                        <a:tabLst/>
                        <a:defRPr/>
                      </a:pPr>
                      <a:endParaRPr lang="ar-SA" sz="1600" u="none" strike="noStrike" cap="none" dirty="0">
                        <a:latin typeface="Neo Sans Arabic Medium" panose="020B0704030504040204" pitchFamily="34" charset="-78"/>
                        <a:cs typeface="Neo Sans Arabic Medium" panose="020B0704030504040204" pitchFamily="34" charset="-78"/>
                      </a:endParaRPr>
                    </a:p>
                  </a:txBody>
                  <a:tcPr marL="91450" marR="91450" marT="45725" marB="45725" anchor="ctr">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w="12700" cmpd="sng">
                      <a:noFill/>
                      <a:prstDash val="solid"/>
                    </a:lnTlToBr>
                    <a:lnBlToTr w="12700" cmpd="sng">
                      <a:noFill/>
                      <a:prstDash val="solid"/>
                    </a:lnBlToTr>
                    <a:noFill/>
                  </a:tcPr>
                </a:tc>
                <a:tc>
                  <a:txBody>
                    <a:bodyPr/>
                    <a:lstStyle>
                      <a:lvl1pPr marL="0" algn="r" defTabSz="914400" rtl="1" eaLnBrk="1" latinLnBrk="0" hangingPunct="1">
                        <a:defRPr sz="1800" kern="1200">
                          <a:solidFill>
                            <a:schemeClr val="tx1"/>
                          </a:solidFill>
                          <a:latin typeface="Calibri"/>
                        </a:defRPr>
                      </a:lvl1pPr>
                      <a:lvl2pPr marL="457200" algn="r" defTabSz="914400" rtl="1" eaLnBrk="1" latinLnBrk="0" hangingPunct="1">
                        <a:defRPr sz="1800" kern="1200">
                          <a:solidFill>
                            <a:schemeClr val="tx1"/>
                          </a:solidFill>
                          <a:latin typeface="Calibri"/>
                        </a:defRPr>
                      </a:lvl2pPr>
                      <a:lvl3pPr marL="914400" algn="r" defTabSz="914400" rtl="1" eaLnBrk="1" latinLnBrk="0" hangingPunct="1">
                        <a:defRPr sz="1800" kern="1200">
                          <a:solidFill>
                            <a:schemeClr val="tx1"/>
                          </a:solidFill>
                          <a:latin typeface="Calibri"/>
                        </a:defRPr>
                      </a:lvl3pPr>
                      <a:lvl4pPr marL="1371600" algn="r" defTabSz="914400" rtl="1" eaLnBrk="1" latinLnBrk="0" hangingPunct="1">
                        <a:defRPr sz="1800" kern="1200">
                          <a:solidFill>
                            <a:schemeClr val="tx1"/>
                          </a:solidFill>
                          <a:latin typeface="Calibri"/>
                        </a:defRPr>
                      </a:lvl4pPr>
                      <a:lvl5pPr marL="1828800" algn="r" defTabSz="914400" rtl="1" eaLnBrk="1" latinLnBrk="0" hangingPunct="1">
                        <a:defRPr sz="1800" kern="1200">
                          <a:solidFill>
                            <a:schemeClr val="tx1"/>
                          </a:solidFill>
                          <a:latin typeface="Calibri"/>
                        </a:defRPr>
                      </a:lvl5pPr>
                      <a:lvl6pPr marL="2286000" algn="r" defTabSz="914400" rtl="1" eaLnBrk="1" latinLnBrk="0" hangingPunct="1">
                        <a:defRPr sz="1800" kern="1200">
                          <a:solidFill>
                            <a:schemeClr val="tx1"/>
                          </a:solidFill>
                          <a:latin typeface="Calibri"/>
                        </a:defRPr>
                      </a:lvl6pPr>
                      <a:lvl7pPr marL="2743200" algn="r" defTabSz="914400" rtl="1" eaLnBrk="1" latinLnBrk="0" hangingPunct="1">
                        <a:defRPr sz="1800" kern="1200">
                          <a:solidFill>
                            <a:schemeClr val="tx1"/>
                          </a:solidFill>
                          <a:latin typeface="Calibri"/>
                        </a:defRPr>
                      </a:lvl7pPr>
                      <a:lvl8pPr marL="3200400" algn="r" defTabSz="914400" rtl="1" eaLnBrk="1" latinLnBrk="0" hangingPunct="1">
                        <a:defRPr sz="1800" kern="1200">
                          <a:solidFill>
                            <a:schemeClr val="tx1"/>
                          </a:solidFill>
                          <a:latin typeface="Calibri"/>
                        </a:defRPr>
                      </a:lvl8pPr>
                      <a:lvl9pPr marL="3657600" algn="r" defTabSz="914400" rtl="1" eaLnBrk="1" latinLnBrk="0" hangingPunct="1">
                        <a:defRPr sz="1800" kern="1200">
                          <a:solidFill>
                            <a:schemeClr val="tx1"/>
                          </a:solidFill>
                          <a:latin typeface="Calibri"/>
                        </a:defRPr>
                      </a:lvl9pPr>
                    </a:lstStyle>
                    <a:p>
                      <a:pPr marL="0" marR="0" lvl="0" indent="0" algn="ctr" rtl="1">
                        <a:lnSpc>
                          <a:spcPct val="100000"/>
                        </a:lnSpc>
                        <a:spcBef>
                          <a:spcPts val="0"/>
                        </a:spcBef>
                        <a:spcAft>
                          <a:spcPts val="0"/>
                        </a:spcAft>
                        <a:buClr>
                          <a:srgbClr val="404040"/>
                        </a:buClr>
                        <a:buSzPts val="1200"/>
                        <a:buFont typeface="Sakkal Majalla"/>
                        <a:buNone/>
                      </a:pPr>
                      <a:endParaRPr sz="1600" u="none" strike="noStrike" cap="none" dirty="0">
                        <a:solidFill>
                          <a:schemeClr val="bg2">
                            <a:lumMod val="10000"/>
                          </a:schemeClr>
                        </a:solidFill>
                        <a:latin typeface="Neo Sans Arabic Medium" panose="020B0704030504040204" pitchFamily="34" charset="-78"/>
                        <a:cs typeface="Neo Sans Arabic Medium" panose="020B0704030504040204" pitchFamily="34" charset="-78"/>
                      </a:endParaRPr>
                    </a:p>
                  </a:txBody>
                  <a:tcPr marL="91450" marR="91450" marT="45725" marB="45725" anchor="ctr">
                    <a:lnL w="12700" cap="flat" cmpd="sng" algn="ctr">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w="12700" cmpd="sng">
                      <a:noFill/>
                      <a:prstDash val="solid"/>
                    </a:lnTlToBr>
                    <a:lnBlToTr w="12700" cmpd="sng">
                      <a:noFill/>
                      <a:prstDash val="solid"/>
                    </a:lnBlToTr>
                    <a:noFill/>
                  </a:tcPr>
                </a:tc>
                <a:extLst>
                  <a:ext uri="{0D108BD9-81ED-4DB2-BD59-A6C34878D82A}">
                    <a16:rowId xmlns:a16="http://schemas.microsoft.com/office/drawing/2014/main" val="58112839"/>
                  </a:ext>
                </a:extLst>
              </a:tr>
              <a:tr h="262689">
                <a:tc>
                  <a:txBody>
                    <a:bodyPr/>
                    <a:lstStyle>
                      <a:lvl1pPr marL="0" algn="r" defTabSz="914400" rtl="1" eaLnBrk="1" latinLnBrk="0" hangingPunct="1">
                        <a:defRPr sz="1800" kern="1200">
                          <a:solidFill>
                            <a:schemeClr val="tx1"/>
                          </a:solidFill>
                          <a:latin typeface="Calibri"/>
                        </a:defRPr>
                      </a:lvl1pPr>
                      <a:lvl2pPr marL="457200" algn="r" defTabSz="914400" rtl="1" eaLnBrk="1" latinLnBrk="0" hangingPunct="1">
                        <a:defRPr sz="1800" kern="1200">
                          <a:solidFill>
                            <a:schemeClr val="tx1"/>
                          </a:solidFill>
                          <a:latin typeface="Calibri"/>
                        </a:defRPr>
                      </a:lvl2pPr>
                      <a:lvl3pPr marL="914400" algn="r" defTabSz="914400" rtl="1" eaLnBrk="1" latinLnBrk="0" hangingPunct="1">
                        <a:defRPr sz="1800" kern="1200">
                          <a:solidFill>
                            <a:schemeClr val="tx1"/>
                          </a:solidFill>
                          <a:latin typeface="Calibri"/>
                        </a:defRPr>
                      </a:lvl3pPr>
                      <a:lvl4pPr marL="1371600" algn="r" defTabSz="914400" rtl="1" eaLnBrk="1" latinLnBrk="0" hangingPunct="1">
                        <a:defRPr sz="1800" kern="1200">
                          <a:solidFill>
                            <a:schemeClr val="tx1"/>
                          </a:solidFill>
                          <a:latin typeface="Calibri"/>
                        </a:defRPr>
                      </a:lvl4pPr>
                      <a:lvl5pPr marL="1828800" algn="r" defTabSz="914400" rtl="1" eaLnBrk="1" latinLnBrk="0" hangingPunct="1">
                        <a:defRPr sz="1800" kern="1200">
                          <a:solidFill>
                            <a:schemeClr val="tx1"/>
                          </a:solidFill>
                          <a:latin typeface="Calibri"/>
                        </a:defRPr>
                      </a:lvl5pPr>
                      <a:lvl6pPr marL="2286000" algn="r" defTabSz="914400" rtl="1" eaLnBrk="1" latinLnBrk="0" hangingPunct="1">
                        <a:defRPr sz="1800" kern="1200">
                          <a:solidFill>
                            <a:schemeClr val="tx1"/>
                          </a:solidFill>
                          <a:latin typeface="Calibri"/>
                        </a:defRPr>
                      </a:lvl6pPr>
                      <a:lvl7pPr marL="2743200" algn="r" defTabSz="914400" rtl="1" eaLnBrk="1" latinLnBrk="0" hangingPunct="1">
                        <a:defRPr sz="1800" kern="1200">
                          <a:solidFill>
                            <a:schemeClr val="tx1"/>
                          </a:solidFill>
                          <a:latin typeface="Calibri"/>
                        </a:defRPr>
                      </a:lvl7pPr>
                      <a:lvl8pPr marL="3200400" algn="r" defTabSz="914400" rtl="1" eaLnBrk="1" latinLnBrk="0" hangingPunct="1">
                        <a:defRPr sz="1800" kern="1200">
                          <a:solidFill>
                            <a:schemeClr val="tx1"/>
                          </a:solidFill>
                          <a:latin typeface="Calibri"/>
                        </a:defRPr>
                      </a:lvl8pPr>
                      <a:lvl9pPr marL="3657600" algn="r" defTabSz="914400" rtl="1" eaLnBrk="1" latinLnBrk="0" hangingPunct="1">
                        <a:defRPr sz="1800" kern="1200">
                          <a:solidFill>
                            <a:schemeClr val="tx1"/>
                          </a:solidFill>
                          <a:latin typeface="Calibri"/>
                        </a:defRPr>
                      </a:lvl9pPr>
                    </a:lstStyle>
                    <a:p>
                      <a:pPr marL="0" marR="0" lvl="0" indent="0" algn="r" rtl="1">
                        <a:lnSpc>
                          <a:spcPct val="100000"/>
                        </a:lnSpc>
                        <a:spcBef>
                          <a:spcPts val="0"/>
                        </a:spcBef>
                        <a:spcAft>
                          <a:spcPts val="0"/>
                        </a:spcAft>
                        <a:buClr>
                          <a:srgbClr val="404040"/>
                        </a:buClr>
                        <a:buSzPct val="100000"/>
                        <a:buFont typeface="+mj-lt"/>
                        <a:buNone/>
                      </a:pPr>
                      <a:endParaRPr lang="en-US" sz="1600" u="none" strike="noStrike" cap="none" dirty="0">
                        <a:latin typeface="Neo Sans Arabic Medium" panose="020B0704030504040204" pitchFamily="34" charset="-78"/>
                        <a:cs typeface="Neo Sans Arabic Medium" panose="020B0704030504040204" pitchFamily="34" charset="-78"/>
                      </a:endParaRPr>
                    </a:p>
                  </a:txBody>
                  <a:tcPr marL="91450" marR="91450" marT="45725" marB="45725" anchor="ctr">
                    <a:lnL w="12700" cap="flat" cmpd="sng">
                      <a:solidFill>
                        <a:srgbClr val="000000"/>
                      </a:solidFill>
                      <a:prstDash val="solid"/>
                      <a:round/>
                      <a:headEnd type="none" w="sm" len="sm"/>
                      <a:tailEnd type="none" w="sm" len="sm"/>
                    </a:lnL>
                    <a:lnR w="12700" cap="flat" cmpd="sng" algn="ctr">
                      <a:solidFill>
                        <a:sysClr val="windowText" lastClr="000000"/>
                      </a:solidFill>
                      <a:prstDash val="solid"/>
                      <a:round/>
                      <a:headEnd type="none" w="med" len="med"/>
                      <a:tailEnd type="none" w="med" len="med"/>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w="12700" cmpd="sng">
                      <a:noFill/>
                      <a:prstDash val="solid"/>
                    </a:lnTlToBr>
                    <a:lnBlToTr w="12700" cmpd="sng">
                      <a:noFill/>
                      <a:prstDash val="solid"/>
                    </a:lnBlToTr>
                    <a:noFill/>
                  </a:tcPr>
                </a:tc>
                <a:tc>
                  <a:txBody>
                    <a:bodyPr/>
                    <a:lstStyle>
                      <a:lvl1pPr marL="0" algn="r" defTabSz="914400" rtl="1" eaLnBrk="1" latinLnBrk="0" hangingPunct="1">
                        <a:defRPr sz="1800" kern="1200">
                          <a:solidFill>
                            <a:schemeClr val="tx1"/>
                          </a:solidFill>
                          <a:latin typeface="Calibri"/>
                        </a:defRPr>
                      </a:lvl1pPr>
                      <a:lvl2pPr marL="457200" algn="r" defTabSz="914400" rtl="1" eaLnBrk="1" latinLnBrk="0" hangingPunct="1">
                        <a:defRPr sz="1800" kern="1200">
                          <a:solidFill>
                            <a:schemeClr val="tx1"/>
                          </a:solidFill>
                          <a:latin typeface="Calibri"/>
                        </a:defRPr>
                      </a:lvl2pPr>
                      <a:lvl3pPr marL="914400" algn="r" defTabSz="914400" rtl="1" eaLnBrk="1" latinLnBrk="0" hangingPunct="1">
                        <a:defRPr sz="1800" kern="1200">
                          <a:solidFill>
                            <a:schemeClr val="tx1"/>
                          </a:solidFill>
                          <a:latin typeface="Calibri"/>
                        </a:defRPr>
                      </a:lvl3pPr>
                      <a:lvl4pPr marL="1371600" algn="r" defTabSz="914400" rtl="1" eaLnBrk="1" latinLnBrk="0" hangingPunct="1">
                        <a:defRPr sz="1800" kern="1200">
                          <a:solidFill>
                            <a:schemeClr val="tx1"/>
                          </a:solidFill>
                          <a:latin typeface="Calibri"/>
                        </a:defRPr>
                      </a:lvl4pPr>
                      <a:lvl5pPr marL="1828800" algn="r" defTabSz="914400" rtl="1" eaLnBrk="1" latinLnBrk="0" hangingPunct="1">
                        <a:defRPr sz="1800" kern="1200">
                          <a:solidFill>
                            <a:schemeClr val="tx1"/>
                          </a:solidFill>
                          <a:latin typeface="Calibri"/>
                        </a:defRPr>
                      </a:lvl5pPr>
                      <a:lvl6pPr marL="2286000" algn="r" defTabSz="914400" rtl="1" eaLnBrk="1" latinLnBrk="0" hangingPunct="1">
                        <a:defRPr sz="1800" kern="1200">
                          <a:solidFill>
                            <a:schemeClr val="tx1"/>
                          </a:solidFill>
                          <a:latin typeface="Calibri"/>
                        </a:defRPr>
                      </a:lvl6pPr>
                      <a:lvl7pPr marL="2743200" algn="r" defTabSz="914400" rtl="1" eaLnBrk="1" latinLnBrk="0" hangingPunct="1">
                        <a:defRPr sz="1800" kern="1200">
                          <a:solidFill>
                            <a:schemeClr val="tx1"/>
                          </a:solidFill>
                          <a:latin typeface="Calibri"/>
                        </a:defRPr>
                      </a:lvl7pPr>
                      <a:lvl8pPr marL="3200400" algn="r" defTabSz="914400" rtl="1" eaLnBrk="1" latinLnBrk="0" hangingPunct="1">
                        <a:defRPr sz="1800" kern="1200">
                          <a:solidFill>
                            <a:schemeClr val="tx1"/>
                          </a:solidFill>
                          <a:latin typeface="Calibri"/>
                        </a:defRPr>
                      </a:lvl8pPr>
                      <a:lvl9pPr marL="3657600" algn="r" defTabSz="914400" rtl="1" eaLnBrk="1" latinLnBrk="0" hangingPunct="1">
                        <a:defRPr sz="1800" kern="1200">
                          <a:solidFill>
                            <a:schemeClr val="tx1"/>
                          </a:solidFill>
                          <a:latin typeface="Calibri"/>
                        </a:defRPr>
                      </a:lvl9pPr>
                    </a:lstStyle>
                    <a:p>
                      <a:pPr marL="0" marR="0" lvl="0" indent="0" algn="r" rtl="1">
                        <a:lnSpc>
                          <a:spcPct val="100000"/>
                        </a:lnSpc>
                        <a:spcBef>
                          <a:spcPts val="0"/>
                        </a:spcBef>
                        <a:spcAft>
                          <a:spcPts val="0"/>
                        </a:spcAft>
                        <a:buClr>
                          <a:srgbClr val="404040"/>
                        </a:buClr>
                        <a:buSzPct val="100000"/>
                        <a:buFont typeface="+mj-lt"/>
                        <a:buNone/>
                      </a:pPr>
                      <a:endParaRPr lang="en-US" sz="1600" u="none" strike="noStrike" cap="none" dirty="0">
                        <a:latin typeface="Neo Sans Arabic Medium" panose="020B0704030504040204" pitchFamily="34" charset="-78"/>
                        <a:cs typeface="Neo Sans Arabic Medium" panose="020B0704030504040204" pitchFamily="34" charset="-78"/>
                      </a:endParaRPr>
                    </a:p>
                  </a:txBody>
                  <a:tcPr marL="91450" marR="91450" marT="45725" marB="45725"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w="12700" cmpd="sng">
                      <a:noFill/>
                      <a:prstDash val="solid"/>
                    </a:lnTlToBr>
                    <a:lnBlToTr w="12700" cmpd="sng">
                      <a:noFill/>
                      <a:prstDash val="solid"/>
                    </a:lnBlToTr>
                    <a:noFill/>
                  </a:tcPr>
                </a:tc>
                <a:tc>
                  <a:txBody>
                    <a:bodyPr/>
                    <a:lstStyle>
                      <a:lvl1pPr marL="0" algn="r" defTabSz="914400" rtl="1" eaLnBrk="1" latinLnBrk="0" hangingPunct="1">
                        <a:defRPr sz="1800" kern="1200">
                          <a:solidFill>
                            <a:schemeClr val="tx1"/>
                          </a:solidFill>
                          <a:latin typeface="Calibri"/>
                        </a:defRPr>
                      </a:lvl1pPr>
                      <a:lvl2pPr marL="457200" algn="r" defTabSz="914400" rtl="1" eaLnBrk="1" latinLnBrk="0" hangingPunct="1">
                        <a:defRPr sz="1800" kern="1200">
                          <a:solidFill>
                            <a:schemeClr val="tx1"/>
                          </a:solidFill>
                          <a:latin typeface="Calibri"/>
                        </a:defRPr>
                      </a:lvl2pPr>
                      <a:lvl3pPr marL="914400" algn="r" defTabSz="914400" rtl="1" eaLnBrk="1" latinLnBrk="0" hangingPunct="1">
                        <a:defRPr sz="1800" kern="1200">
                          <a:solidFill>
                            <a:schemeClr val="tx1"/>
                          </a:solidFill>
                          <a:latin typeface="Calibri"/>
                        </a:defRPr>
                      </a:lvl3pPr>
                      <a:lvl4pPr marL="1371600" algn="r" defTabSz="914400" rtl="1" eaLnBrk="1" latinLnBrk="0" hangingPunct="1">
                        <a:defRPr sz="1800" kern="1200">
                          <a:solidFill>
                            <a:schemeClr val="tx1"/>
                          </a:solidFill>
                          <a:latin typeface="Calibri"/>
                        </a:defRPr>
                      </a:lvl4pPr>
                      <a:lvl5pPr marL="1828800" algn="r" defTabSz="914400" rtl="1" eaLnBrk="1" latinLnBrk="0" hangingPunct="1">
                        <a:defRPr sz="1800" kern="1200">
                          <a:solidFill>
                            <a:schemeClr val="tx1"/>
                          </a:solidFill>
                          <a:latin typeface="Calibri"/>
                        </a:defRPr>
                      </a:lvl5pPr>
                      <a:lvl6pPr marL="2286000" algn="r" defTabSz="914400" rtl="1" eaLnBrk="1" latinLnBrk="0" hangingPunct="1">
                        <a:defRPr sz="1800" kern="1200">
                          <a:solidFill>
                            <a:schemeClr val="tx1"/>
                          </a:solidFill>
                          <a:latin typeface="Calibri"/>
                        </a:defRPr>
                      </a:lvl6pPr>
                      <a:lvl7pPr marL="2743200" algn="r" defTabSz="914400" rtl="1" eaLnBrk="1" latinLnBrk="0" hangingPunct="1">
                        <a:defRPr sz="1800" kern="1200">
                          <a:solidFill>
                            <a:schemeClr val="tx1"/>
                          </a:solidFill>
                          <a:latin typeface="Calibri"/>
                        </a:defRPr>
                      </a:lvl7pPr>
                      <a:lvl8pPr marL="3200400" algn="r" defTabSz="914400" rtl="1" eaLnBrk="1" latinLnBrk="0" hangingPunct="1">
                        <a:defRPr sz="1800" kern="1200">
                          <a:solidFill>
                            <a:schemeClr val="tx1"/>
                          </a:solidFill>
                          <a:latin typeface="Calibri"/>
                        </a:defRPr>
                      </a:lvl8pPr>
                      <a:lvl9pPr marL="3657600" algn="r" defTabSz="914400" rtl="1" eaLnBrk="1" latinLnBrk="0" hangingPunct="1">
                        <a:defRPr sz="1800" kern="1200">
                          <a:solidFill>
                            <a:schemeClr val="tx1"/>
                          </a:solidFill>
                          <a:latin typeface="Calibri"/>
                        </a:defRPr>
                      </a:lvl9pPr>
                    </a:lstStyle>
                    <a:p>
                      <a:pPr marL="0" marR="0" lvl="0" indent="0" algn="r" rtl="1">
                        <a:lnSpc>
                          <a:spcPct val="100000"/>
                        </a:lnSpc>
                        <a:spcBef>
                          <a:spcPts val="0"/>
                        </a:spcBef>
                        <a:spcAft>
                          <a:spcPts val="0"/>
                        </a:spcAft>
                        <a:buClr>
                          <a:srgbClr val="404040"/>
                        </a:buClr>
                        <a:buSzPct val="100000"/>
                        <a:buFont typeface="+mj-lt"/>
                        <a:buNone/>
                      </a:pPr>
                      <a:endParaRPr lang="en-US" sz="1600" u="none" strike="noStrike" cap="none" dirty="0">
                        <a:latin typeface="Neo Sans Arabic Medium" panose="020B0704030504040204" pitchFamily="34" charset="-78"/>
                        <a:cs typeface="Neo Sans Arabic Medium" panose="020B0704030504040204" pitchFamily="34" charset="-78"/>
                      </a:endParaRPr>
                    </a:p>
                  </a:txBody>
                  <a:tcPr marL="91450" marR="91450" marT="45725" marB="45725"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w="12700" cmpd="sng">
                      <a:noFill/>
                      <a:prstDash val="solid"/>
                    </a:lnTlToBr>
                    <a:lnBlToTr w="12700" cmpd="sng">
                      <a:noFill/>
                      <a:prstDash val="solid"/>
                    </a:lnBlToTr>
                    <a:noFill/>
                  </a:tcPr>
                </a:tc>
                <a:tc>
                  <a:txBody>
                    <a:bodyPr/>
                    <a:lstStyle>
                      <a:lvl1pPr marL="0" algn="r" defTabSz="914400" rtl="1" eaLnBrk="1" latinLnBrk="0" hangingPunct="1">
                        <a:defRPr sz="1800" kern="1200">
                          <a:solidFill>
                            <a:schemeClr val="tx1"/>
                          </a:solidFill>
                          <a:latin typeface="Calibri"/>
                        </a:defRPr>
                      </a:lvl1pPr>
                      <a:lvl2pPr marL="457200" algn="r" defTabSz="914400" rtl="1" eaLnBrk="1" latinLnBrk="0" hangingPunct="1">
                        <a:defRPr sz="1800" kern="1200">
                          <a:solidFill>
                            <a:schemeClr val="tx1"/>
                          </a:solidFill>
                          <a:latin typeface="Calibri"/>
                        </a:defRPr>
                      </a:lvl2pPr>
                      <a:lvl3pPr marL="914400" algn="r" defTabSz="914400" rtl="1" eaLnBrk="1" latinLnBrk="0" hangingPunct="1">
                        <a:defRPr sz="1800" kern="1200">
                          <a:solidFill>
                            <a:schemeClr val="tx1"/>
                          </a:solidFill>
                          <a:latin typeface="Calibri"/>
                        </a:defRPr>
                      </a:lvl3pPr>
                      <a:lvl4pPr marL="1371600" algn="r" defTabSz="914400" rtl="1" eaLnBrk="1" latinLnBrk="0" hangingPunct="1">
                        <a:defRPr sz="1800" kern="1200">
                          <a:solidFill>
                            <a:schemeClr val="tx1"/>
                          </a:solidFill>
                          <a:latin typeface="Calibri"/>
                        </a:defRPr>
                      </a:lvl4pPr>
                      <a:lvl5pPr marL="1828800" algn="r" defTabSz="914400" rtl="1" eaLnBrk="1" latinLnBrk="0" hangingPunct="1">
                        <a:defRPr sz="1800" kern="1200">
                          <a:solidFill>
                            <a:schemeClr val="tx1"/>
                          </a:solidFill>
                          <a:latin typeface="Calibri"/>
                        </a:defRPr>
                      </a:lvl5pPr>
                      <a:lvl6pPr marL="2286000" algn="r" defTabSz="914400" rtl="1" eaLnBrk="1" latinLnBrk="0" hangingPunct="1">
                        <a:defRPr sz="1800" kern="1200">
                          <a:solidFill>
                            <a:schemeClr val="tx1"/>
                          </a:solidFill>
                          <a:latin typeface="Calibri"/>
                        </a:defRPr>
                      </a:lvl6pPr>
                      <a:lvl7pPr marL="2743200" algn="r" defTabSz="914400" rtl="1" eaLnBrk="1" latinLnBrk="0" hangingPunct="1">
                        <a:defRPr sz="1800" kern="1200">
                          <a:solidFill>
                            <a:schemeClr val="tx1"/>
                          </a:solidFill>
                          <a:latin typeface="Calibri"/>
                        </a:defRPr>
                      </a:lvl7pPr>
                      <a:lvl8pPr marL="3200400" algn="r" defTabSz="914400" rtl="1" eaLnBrk="1" latinLnBrk="0" hangingPunct="1">
                        <a:defRPr sz="1800" kern="1200">
                          <a:solidFill>
                            <a:schemeClr val="tx1"/>
                          </a:solidFill>
                          <a:latin typeface="Calibri"/>
                        </a:defRPr>
                      </a:lvl8pPr>
                      <a:lvl9pPr marL="3657600" algn="r" defTabSz="914400" rtl="1" eaLnBrk="1" latinLnBrk="0" hangingPunct="1">
                        <a:defRPr sz="1800" kern="1200">
                          <a:solidFill>
                            <a:schemeClr val="tx1"/>
                          </a:solidFill>
                          <a:latin typeface="Calibri"/>
                        </a:defRPr>
                      </a:lvl9pPr>
                    </a:lstStyle>
                    <a:p>
                      <a:pPr marL="0" marR="0" lvl="0" indent="0" algn="r" rtl="1">
                        <a:lnSpc>
                          <a:spcPct val="100000"/>
                        </a:lnSpc>
                        <a:spcBef>
                          <a:spcPts val="0"/>
                        </a:spcBef>
                        <a:spcAft>
                          <a:spcPts val="0"/>
                        </a:spcAft>
                        <a:buClr>
                          <a:srgbClr val="404040"/>
                        </a:buClr>
                        <a:buSzPct val="100000"/>
                        <a:buFont typeface="+mj-lt"/>
                        <a:buNone/>
                      </a:pPr>
                      <a:endParaRPr lang="en-US" sz="1600" u="none" strike="noStrike" cap="none" dirty="0">
                        <a:latin typeface="Neo Sans Arabic Medium" panose="020B0704030504040204" pitchFamily="34" charset="-78"/>
                        <a:cs typeface="Neo Sans Arabic Medium" panose="020B0704030504040204" pitchFamily="34" charset="-78"/>
                      </a:endParaRPr>
                    </a:p>
                  </a:txBody>
                  <a:tcPr marL="91450" marR="91450" marT="45725" marB="45725" anchor="ctr">
                    <a:lnL w="12700" cap="flat" cmpd="sng" algn="ctr">
                      <a:solidFill>
                        <a:sysClr val="windowText" lastClr="000000"/>
                      </a:solidFill>
                      <a:prstDash val="solid"/>
                      <a:round/>
                      <a:headEnd type="none" w="med" len="med"/>
                      <a:tailEnd type="none" w="med" len="med"/>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w="12700" cmpd="sng">
                      <a:noFill/>
                      <a:prstDash val="solid"/>
                    </a:lnTlToBr>
                    <a:lnBlToTr w="12700" cmpd="sng">
                      <a:noFill/>
                      <a:prstDash val="solid"/>
                    </a:lnBlToTr>
                    <a:noFill/>
                  </a:tcPr>
                </a:tc>
                <a:tc>
                  <a:txBody>
                    <a:bodyPr/>
                    <a:lstStyle>
                      <a:lvl1pPr marL="0" algn="r" defTabSz="914400" rtl="1" eaLnBrk="1" latinLnBrk="0" hangingPunct="1">
                        <a:defRPr sz="1800" kern="1200">
                          <a:solidFill>
                            <a:schemeClr val="tx1"/>
                          </a:solidFill>
                          <a:latin typeface="Calibri"/>
                        </a:defRPr>
                      </a:lvl1pPr>
                      <a:lvl2pPr marL="457200" algn="r" defTabSz="914400" rtl="1" eaLnBrk="1" latinLnBrk="0" hangingPunct="1">
                        <a:defRPr sz="1800" kern="1200">
                          <a:solidFill>
                            <a:schemeClr val="tx1"/>
                          </a:solidFill>
                          <a:latin typeface="Calibri"/>
                        </a:defRPr>
                      </a:lvl2pPr>
                      <a:lvl3pPr marL="914400" algn="r" defTabSz="914400" rtl="1" eaLnBrk="1" latinLnBrk="0" hangingPunct="1">
                        <a:defRPr sz="1800" kern="1200">
                          <a:solidFill>
                            <a:schemeClr val="tx1"/>
                          </a:solidFill>
                          <a:latin typeface="Calibri"/>
                        </a:defRPr>
                      </a:lvl3pPr>
                      <a:lvl4pPr marL="1371600" algn="r" defTabSz="914400" rtl="1" eaLnBrk="1" latinLnBrk="0" hangingPunct="1">
                        <a:defRPr sz="1800" kern="1200">
                          <a:solidFill>
                            <a:schemeClr val="tx1"/>
                          </a:solidFill>
                          <a:latin typeface="Calibri"/>
                        </a:defRPr>
                      </a:lvl4pPr>
                      <a:lvl5pPr marL="1828800" algn="r" defTabSz="914400" rtl="1" eaLnBrk="1" latinLnBrk="0" hangingPunct="1">
                        <a:defRPr sz="1800" kern="1200">
                          <a:solidFill>
                            <a:schemeClr val="tx1"/>
                          </a:solidFill>
                          <a:latin typeface="Calibri"/>
                        </a:defRPr>
                      </a:lvl5pPr>
                      <a:lvl6pPr marL="2286000" algn="r" defTabSz="914400" rtl="1" eaLnBrk="1" latinLnBrk="0" hangingPunct="1">
                        <a:defRPr sz="1800" kern="1200">
                          <a:solidFill>
                            <a:schemeClr val="tx1"/>
                          </a:solidFill>
                          <a:latin typeface="Calibri"/>
                        </a:defRPr>
                      </a:lvl6pPr>
                      <a:lvl7pPr marL="2743200" algn="r" defTabSz="914400" rtl="1" eaLnBrk="1" latinLnBrk="0" hangingPunct="1">
                        <a:defRPr sz="1800" kern="1200">
                          <a:solidFill>
                            <a:schemeClr val="tx1"/>
                          </a:solidFill>
                          <a:latin typeface="Calibri"/>
                        </a:defRPr>
                      </a:lvl7pPr>
                      <a:lvl8pPr marL="3200400" algn="r" defTabSz="914400" rtl="1" eaLnBrk="1" latinLnBrk="0" hangingPunct="1">
                        <a:defRPr sz="1800" kern="1200">
                          <a:solidFill>
                            <a:schemeClr val="tx1"/>
                          </a:solidFill>
                          <a:latin typeface="Calibri"/>
                        </a:defRPr>
                      </a:lvl8pPr>
                      <a:lvl9pPr marL="3657600" algn="r" defTabSz="914400" rtl="1" eaLnBrk="1" latinLnBrk="0" hangingPunct="1">
                        <a:defRPr sz="1800" kern="1200">
                          <a:solidFill>
                            <a:schemeClr val="tx1"/>
                          </a:solidFill>
                          <a:latin typeface="Calibri"/>
                        </a:defRPr>
                      </a:lvl9pPr>
                    </a:lstStyle>
                    <a:p>
                      <a:pPr marL="0" marR="0" lvl="0" indent="0" algn="ctr" defTabSz="914400" rtl="1" eaLnBrk="1" fontAlgn="auto" latinLnBrk="0" hangingPunct="1">
                        <a:lnSpc>
                          <a:spcPct val="100000"/>
                        </a:lnSpc>
                        <a:spcBef>
                          <a:spcPts val="0"/>
                        </a:spcBef>
                        <a:spcAft>
                          <a:spcPts val="0"/>
                        </a:spcAft>
                        <a:buClr>
                          <a:srgbClr val="404040"/>
                        </a:buClr>
                        <a:buSzPts val="1200"/>
                        <a:buFont typeface="Sakkal Majalla"/>
                        <a:buNone/>
                        <a:tabLst/>
                        <a:defRPr/>
                      </a:pPr>
                      <a:endParaRPr lang="ar-SA" sz="1600" u="none" strike="noStrike" cap="none" dirty="0">
                        <a:latin typeface="Neo Sans Arabic Medium" panose="020B0704030504040204" pitchFamily="34" charset="-78"/>
                        <a:cs typeface="Neo Sans Arabic Medium" panose="020B0704030504040204" pitchFamily="34" charset="-78"/>
                      </a:endParaRPr>
                    </a:p>
                  </a:txBody>
                  <a:tcPr marL="91450" marR="91450" marT="45725" marB="45725" anchor="ctr">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w="12700" cmpd="sng">
                      <a:noFill/>
                      <a:prstDash val="solid"/>
                    </a:lnTlToBr>
                    <a:lnBlToTr w="12700" cmpd="sng">
                      <a:noFill/>
                      <a:prstDash val="solid"/>
                    </a:lnBlToTr>
                    <a:noFill/>
                  </a:tcPr>
                </a:tc>
                <a:tc>
                  <a:txBody>
                    <a:bodyPr/>
                    <a:lstStyle>
                      <a:lvl1pPr marL="0" algn="r" defTabSz="914400" rtl="1" eaLnBrk="1" latinLnBrk="0" hangingPunct="1">
                        <a:defRPr sz="1800" kern="1200">
                          <a:solidFill>
                            <a:schemeClr val="tx1"/>
                          </a:solidFill>
                          <a:latin typeface="Calibri"/>
                        </a:defRPr>
                      </a:lvl1pPr>
                      <a:lvl2pPr marL="457200" algn="r" defTabSz="914400" rtl="1" eaLnBrk="1" latinLnBrk="0" hangingPunct="1">
                        <a:defRPr sz="1800" kern="1200">
                          <a:solidFill>
                            <a:schemeClr val="tx1"/>
                          </a:solidFill>
                          <a:latin typeface="Calibri"/>
                        </a:defRPr>
                      </a:lvl2pPr>
                      <a:lvl3pPr marL="914400" algn="r" defTabSz="914400" rtl="1" eaLnBrk="1" latinLnBrk="0" hangingPunct="1">
                        <a:defRPr sz="1800" kern="1200">
                          <a:solidFill>
                            <a:schemeClr val="tx1"/>
                          </a:solidFill>
                          <a:latin typeface="Calibri"/>
                        </a:defRPr>
                      </a:lvl3pPr>
                      <a:lvl4pPr marL="1371600" algn="r" defTabSz="914400" rtl="1" eaLnBrk="1" latinLnBrk="0" hangingPunct="1">
                        <a:defRPr sz="1800" kern="1200">
                          <a:solidFill>
                            <a:schemeClr val="tx1"/>
                          </a:solidFill>
                          <a:latin typeface="Calibri"/>
                        </a:defRPr>
                      </a:lvl4pPr>
                      <a:lvl5pPr marL="1828800" algn="r" defTabSz="914400" rtl="1" eaLnBrk="1" latinLnBrk="0" hangingPunct="1">
                        <a:defRPr sz="1800" kern="1200">
                          <a:solidFill>
                            <a:schemeClr val="tx1"/>
                          </a:solidFill>
                          <a:latin typeface="Calibri"/>
                        </a:defRPr>
                      </a:lvl5pPr>
                      <a:lvl6pPr marL="2286000" algn="r" defTabSz="914400" rtl="1" eaLnBrk="1" latinLnBrk="0" hangingPunct="1">
                        <a:defRPr sz="1800" kern="1200">
                          <a:solidFill>
                            <a:schemeClr val="tx1"/>
                          </a:solidFill>
                          <a:latin typeface="Calibri"/>
                        </a:defRPr>
                      </a:lvl6pPr>
                      <a:lvl7pPr marL="2743200" algn="r" defTabSz="914400" rtl="1" eaLnBrk="1" latinLnBrk="0" hangingPunct="1">
                        <a:defRPr sz="1800" kern="1200">
                          <a:solidFill>
                            <a:schemeClr val="tx1"/>
                          </a:solidFill>
                          <a:latin typeface="Calibri"/>
                        </a:defRPr>
                      </a:lvl7pPr>
                      <a:lvl8pPr marL="3200400" algn="r" defTabSz="914400" rtl="1" eaLnBrk="1" latinLnBrk="0" hangingPunct="1">
                        <a:defRPr sz="1800" kern="1200">
                          <a:solidFill>
                            <a:schemeClr val="tx1"/>
                          </a:solidFill>
                          <a:latin typeface="Calibri"/>
                        </a:defRPr>
                      </a:lvl8pPr>
                      <a:lvl9pPr marL="3657600" algn="r" defTabSz="914400" rtl="1" eaLnBrk="1" latinLnBrk="0" hangingPunct="1">
                        <a:defRPr sz="1800" kern="1200">
                          <a:solidFill>
                            <a:schemeClr val="tx1"/>
                          </a:solidFill>
                          <a:latin typeface="Calibri"/>
                        </a:defRPr>
                      </a:lvl9pPr>
                    </a:lstStyle>
                    <a:p>
                      <a:pPr marL="0" marR="0" lvl="0" indent="0" algn="ctr" rtl="1">
                        <a:lnSpc>
                          <a:spcPct val="100000"/>
                        </a:lnSpc>
                        <a:spcBef>
                          <a:spcPts val="0"/>
                        </a:spcBef>
                        <a:spcAft>
                          <a:spcPts val="0"/>
                        </a:spcAft>
                        <a:buClr>
                          <a:srgbClr val="404040"/>
                        </a:buClr>
                        <a:buSzPts val="1200"/>
                        <a:buFont typeface="Sakkal Majalla"/>
                        <a:buNone/>
                      </a:pPr>
                      <a:endParaRPr sz="1600" u="none" strike="noStrike" cap="none" dirty="0">
                        <a:solidFill>
                          <a:schemeClr val="bg2">
                            <a:lumMod val="10000"/>
                          </a:schemeClr>
                        </a:solidFill>
                        <a:latin typeface="Neo Sans Arabic Medium" panose="020B0704030504040204" pitchFamily="34" charset="-78"/>
                        <a:cs typeface="Neo Sans Arabic Medium" panose="020B0704030504040204" pitchFamily="34" charset="-78"/>
                      </a:endParaRPr>
                    </a:p>
                  </a:txBody>
                  <a:tcPr marL="91450" marR="91450" marT="45725" marB="45725" anchor="ctr">
                    <a:lnL w="12700" cap="flat" cmpd="sng" algn="ctr">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w="12700" cmpd="sng">
                      <a:noFill/>
                      <a:prstDash val="solid"/>
                    </a:lnTlToBr>
                    <a:lnBlToTr w="12700" cmpd="sng">
                      <a:noFill/>
                      <a:prstDash val="solid"/>
                    </a:lnBlToTr>
                    <a:noFill/>
                  </a:tcPr>
                </a:tc>
                <a:extLst>
                  <a:ext uri="{0D108BD9-81ED-4DB2-BD59-A6C34878D82A}">
                    <a16:rowId xmlns:a16="http://schemas.microsoft.com/office/drawing/2014/main" val="443227846"/>
                  </a:ext>
                </a:extLst>
              </a:tr>
              <a:tr h="262689">
                <a:tc gridSpan="3">
                  <a:txBody>
                    <a:bodyPr/>
                    <a:lstStyle>
                      <a:lvl1pPr marL="0" algn="r" defTabSz="914400" rtl="1" eaLnBrk="1" latinLnBrk="0" hangingPunct="1">
                        <a:defRPr sz="1800" kern="1200">
                          <a:solidFill>
                            <a:schemeClr val="tx1"/>
                          </a:solidFill>
                          <a:latin typeface="Calibri"/>
                        </a:defRPr>
                      </a:lvl1pPr>
                      <a:lvl2pPr marL="457200" algn="r" defTabSz="914400" rtl="1" eaLnBrk="1" latinLnBrk="0" hangingPunct="1">
                        <a:defRPr sz="1800" kern="1200">
                          <a:solidFill>
                            <a:schemeClr val="tx1"/>
                          </a:solidFill>
                          <a:latin typeface="Calibri"/>
                        </a:defRPr>
                      </a:lvl2pPr>
                      <a:lvl3pPr marL="914400" algn="r" defTabSz="914400" rtl="1" eaLnBrk="1" latinLnBrk="0" hangingPunct="1">
                        <a:defRPr sz="1800" kern="1200">
                          <a:solidFill>
                            <a:schemeClr val="tx1"/>
                          </a:solidFill>
                          <a:latin typeface="Calibri"/>
                        </a:defRPr>
                      </a:lvl3pPr>
                      <a:lvl4pPr marL="1371600" algn="r" defTabSz="914400" rtl="1" eaLnBrk="1" latinLnBrk="0" hangingPunct="1">
                        <a:defRPr sz="1800" kern="1200">
                          <a:solidFill>
                            <a:schemeClr val="tx1"/>
                          </a:solidFill>
                          <a:latin typeface="Calibri"/>
                        </a:defRPr>
                      </a:lvl4pPr>
                      <a:lvl5pPr marL="1828800" algn="r" defTabSz="914400" rtl="1" eaLnBrk="1" latinLnBrk="0" hangingPunct="1">
                        <a:defRPr sz="1800" kern="1200">
                          <a:solidFill>
                            <a:schemeClr val="tx1"/>
                          </a:solidFill>
                          <a:latin typeface="Calibri"/>
                        </a:defRPr>
                      </a:lvl5pPr>
                      <a:lvl6pPr marL="2286000" algn="r" defTabSz="914400" rtl="1" eaLnBrk="1" latinLnBrk="0" hangingPunct="1">
                        <a:defRPr sz="1800" kern="1200">
                          <a:solidFill>
                            <a:schemeClr val="tx1"/>
                          </a:solidFill>
                          <a:latin typeface="Calibri"/>
                        </a:defRPr>
                      </a:lvl6pPr>
                      <a:lvl7pPr marL="2743200" algn="r" defTabSz="914400" rtl="1" eaLnBrk="1" latinLnBrk="0" hangingPunct="1">
                        <a:defRPr sz="1800" kern="1200">
                          <a:solidFill>
                            <a:schemeClr val="tx1"/>
                          </a:solidFill>
                          <a:latin typeface="Calibri"/>
                        </a:defRPr>
                      </a:lvl7pPr>
                      <a:lvl8pPr marL="3200400" algn="r" defTabSz="914400" rtl="1" eaLnBrk="1" latinLnBrk="0" hangingPunct="1">
                        <a:defRPr sz="1800" kern="1200">
                          <a:solidFill>
                            <a:schemeClr val="tx1"/>
                          </a:solidFill>
                          <a:latin typeface="Calibri"/>
                        </a:defRPr>
                      </a:lvl8pPr>
                      <a:lvl9pPr marL="3657600" algn="r" defTabSz="914400" rtl="1" eaLnBrk="1" latinLnBrk="0" hangingPunct="1">
                        <a:defRPr sz="1800" kern="1200">
                          <a:solidFill>
                            <a:schemeClr val="tx1"/>
                          </a:solidFill>
                          <a:latin typeface="Calibri"/>
                        </a:defRPr>
                      </a:lvl9pPr>
                    </a:lstStyle>
                    <a:p>
                      <a:pPr marL="0" marR="0" lvl="0" indent="0" algn="ctr" rtl="1">
                        <a:lnSpc>
                          <a:spcPct val="100000"/>
                        </a:lnSpc>
                        <a:spcBef>
                          <a:spcPts val="0"/>
                        </a:spcBef>
                        <a:spcAft>
                          <a:spcPts val="0"/>
                        </a:spcAft>
                        <a:buClr>
                          <a:srgbClr val="404040"/>
                        </a:buClr>
                        <a:buSzPct val="100000"/>
                        <a:buFont typeface="+mj-lt"/>
                        <a:buNone/>
                      </a:pPr>
                      <a:r>
                        <a:rPr lang="ar-SA" sz="1600" u="none" strike="noStrike" cap="none" dirty="0">
                          <a:latin typeface="Neo Sans Arabic Medium" panose="020B0704030504040204" pitchFamily="34" charset="-78"/>
                          <a:cs typeface="Neo Sans Arabic Medium" panose="020B0704030504040204" pitchFamily="34" charset="-78"/>
                        </a:rPr>
                        <a:t>الحلول</a:t>
                      </a:r>
                      <a:endParaRPr lang="en-US" sz="1600" u="none" strike="noStrike" cap="none" dirty="0">
                        <a:latin typeface="Neo Sans Arabic Medium" panose="020B0704030504040204" pitchFamily="34" charset="-78"/>
                        <a:cs typeface="Neo Sans Arabic Medium" panose="020B0704030504040204" pitchFamily="34" charset="-78"/>
                      </a:endParaRPr>
                    </a:p>
                  </a:txBody>
                  <a:tcPr marL="91450" marR="91450" marT="45725" marB="45725" anchor="ctr">
                    <a:lnL w="12700" cap="flat" cmpd="sng">
                      <a:solidFill>
                        <a:srgbClr val="000000"/>
                      </a:solidFill>
                      <a:prstDash val="solid"/>
                      <a:round/>
                      <a:headEnd type="none" w="sm" len="sm"/>
                      <a:tailEnd type="none" w="sm" len="sm"/>
                    </a:lnL>
                    <a:lnR w="12700" cap="flat" cmpd="sng" algn="ctr">
                      <a:solidFill>
                        <a:sysClr val="windowText" lastClr="000000"/>
                      </a:solidFill>
                      <a:prstDash val="solid"/>
                      <a:round/>
                      <a:headEnd type="none" w="med" len="med"/>
                      <a:tailEnd type="none" w="med" len="med"/>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w="12700" cmpd="sng">
                      <a:noFill/>
                      <a:prstDash val="solid"/>
                    </a:lnTlToBr>
                    <a:lnBlToTr w="12700" cmpd="sng">
                      <a:noFill/>
                      <a:prstDash val="solid"/>
                    </a:lnBlToTr>
                    <a:solidFill>
                      <a:srgbClr val="88C656"/>
                    </a:solidFill>
                  </a:tcPr>
                </a:tc>
                <a:tc hMerge="1">
                  <a:txBody>
                    <a:bodyPr/>
                    <a:lstStyle/>
                    <a:p>
                      <a:pPr marL="0" marR="0" lvl="0" indent="0" algn="r" rtl="1">
                        <a:lnSpc>
                          <a:spcPct val="100000"/>
                        </a:lnSpc>
                        <a:spcBef>
                          <a:spcPts val="0"/>
                        </a:spcBef>
                        <a:spcAft>
                          <a:spcPts val="0"/>
                        </a:spcAft>
                        <a:buClr>
                          <a:srgbClr val="404040"/>
                        </a:buClr>
                        <a:buSzPct val="100000"/>
                        <a:buFont typeface="+mj-lt"/>
                        <a:buNone/>
                      </a:pPr>
                      <a:endParaRPr lang="en-US" sz="1800" u="none" strike="noStrike" cap="none" dirty="0">
                        <a:latin typeface="Lina sans Medium" panose="00000600000000000000" pitchFamily="50" charset="-78"/>
                        <a:cs typeface="Lina sans Medium" panose="00000600000000000000" pitchFamily="50" charset="-78"/>
                      </a:endParaRPr>
                    </a:p>
                  </a:txBody>
                  <a:tcPr marL="91450" marR="91450" marT="45725" marB="457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w="12700" cmpd="sng">
                      <a:noFill/>
                      <a:prstDash val="solid"/>
                    </a:lnTlToBr>
                    <a:lnBlToTr w="12700" cmpd="sng">
                      <a:noFill/>
                      <a:prstDash val="solid"/>
                    </a:lnBlToTr>
                    <a:noFill/>
                  </a:tcPr>
                </a:tc>
                <a:tc hMerge="1">
                  <a:txBody>
                    <a:bodyPr/>
                    <a:lstStyle/>
                    <a:p>
                      <a:pPr marL="0" marR="0" lvl="0" indent="0" algn="r" rtl="1">
                        <a:lnSpc>
                          <a:spcPct val="100000"/>
                        </a:lnSpc>
                        <a:spcBef>
                          <a:spcPts val="0"/>
                        </a:spcBef>
                        <a:spcAft>
                          <a:spcPts val="0"/>
                        </a:spcAft>
                        <a:buClr>
                          <a:srgbClr val="404040"/>
                        </a:buClr>
                        <a:buSzPct val="100000"/>
                        <a:buFont typeface="+mj-lt"/>
                        <a:buNone/>
                      </a:pPr>
                      <a:endParaRPr lang="en-US" sz="1800" u="none" strike="noStrike" cap="none" dirty="0">
                        <a:latin typeface="Lina sans Medium" panose="00000600000000000000" pitchFamily="50" charset="-78"/>
                        <a:cs typeface="Lina sans Medium" panose="00000600000000000000" pitchFamily="50" charset="-78"/>
                      </a:endParaRPr>
                    </a:p>
                  </a:txBody>
                  <a:tcPr marL="91450" marR="91450" marT="45725" marB="457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w="12700" cmpd="sng">
                      <a:noFill/>
                      <a:prstDash val="solid"/>
                    </a:lnTlToBr>
                    <a:lnBlToTr w="12700" cmpd="sng">
                      <a:noFill/>
                      <a:prstDash val="solid"/>
                    </a:lnBlToTr>
                    <a:noFill/>
                  </a:tcPr>
                </a:tc>
                <a:tc gridSpan="3">
                  <a:txBody>
                    <a:bodyPr/>
                    <a:lstStyle>
                      <a:lvl1pPr marL="0" algn="r" defTabSz="914400" rtl="1" eaLnBrk="1" latinLnBrk="0" hangingPunct="1">
                        <a:defRPr sz="1800" kern="1200">
                          <a:solidFill>
                            <a:schemeClr val="tx1"/>
                          </a:solidFill>
                          <a:latin typeface="Calibri"/>
                        </a:defRPr>
                      </a:lvl1pPr>
                      <a:lvl2pPr marL="457200" algn="r" defTabSz="914400" rtl="1" eaLnBrk="1" latinLnBrk="0" hangingPunct="1">
                        <a:defRPr sz="1800" kern="1200">
                          <a:solidFill>
                            <a:schemeClr val="tx1"/>
                          </a:solidFill>
                          <a:latin typeface="Calibri"/>
                        </a:defRPr>
                      </a:lvl2pPr>
                      <a:lvl3pPr marL="914400" algn="r" defTabSz="914400" rtl="1" eaLnBrk="1" latinLnBrk="0" hangingPunct="1">
                        <a:defRPr sz="1800" kern="1200">
                          <a:solidFill>
                            <a:schemeClr val="tx1"/>
                          </a:solidFill>
                          <a:latin typeface="Calibri"/>
                        </a:defRPr>
                      </a:lvl3pPr>
                      <a:lvl4pPr marL="1371600" algn="r" defTabSz="914400" rtl="1" eaLnBrk="1" latinLnBrk="0" hangingPunct="1">
                        <a:defRPr sz="1800" kern="1200">
                          <a:solidFill>
                            <a:schemeClr val="tx1"/>
                          </a:solidFill>
                          <a:latin typeface="Calibri"/>
                        </a:defRPr>
                      </a:lvl4pPr>
                      <a:lvl5pPr marL="1828800" algn="r" defTabSz="914400" rtl="1" eaLnBrk="1" latinLnBrk="0" hangingPunct="1">
                        <a:defRPr sz="1800" kern="1200">
                          <a:solidFill>
                            <a:schemeClr val="tx1"/>
                          </a:solidFill>
                          <a:latin typeface="Calibri"/>
                        </a:defRPr>
                      </a:lvl5pPr>
                      <a:lvl6pPr marL="2286000" algn="r" defTabSz="914400" rtl="1" eaLnBrk="1" latinLnBrk="0" hangingPunct="1">
                        <a:defRPr sz="1800" kern="1200">
                          <a:solidFill>
                            <a:schemeClr val="tx1"/>
                          </a:solidFill>
                          <a:latin typeface="Calibri"/>
                        </a:defRPr>
                      </a:lvl6pPr>
                      <a:lvl7pPr marL="2743200" algn="r" defTabSz="914400" rtl="1" eaLnBrk="1" latinLnBrk="0" hangingPunct="1">
                        <a:defRPr sz="1800" kern="1200">
                          <a:solidFill>
                            <a:schemeClr val="tx1"/>
                          </a:solidFill>
                          <a:latin typeface="Calibri"/>
                        </a:defRPr>
                      </a:lvl7pPr>
                      <a:lvl8pPr marL="3200400" algn="r" defTabSz="914400" rtl="1" eaLnBrk="1" latinLnBrk="0" hangingPunct="1">
                        <a:defRPr sz="1800" kern="1200">
                          <a:solidFill>
                            <a:schemeClr val="tx1"/>
                          </a:solidFill>
                          <a:latin typeface="Calibri"/>
                        </a:defRPr>
                      </a:lvl8pPr>
                      <a:lvl9pPr marL="3657600" algn="r" defTabSz="914400" rtl="1" eaLnBrk="1" latinLnBrk="0" hangingPunct="1">
                        <a:defRPr sz="1800" kern="1200">
                          <a:solidFill>
                            <a:schemeClr val="tx1"/>
                          </a:solidFill>
                          <a:latin typeface="Calibri"/>
                        </a:defRPr>
                      </a:lvl9pPr>
                    </a:lstStyle>
                    <a:p>
                      <a:pPr marL="0" marR="0" lvl="0" indent="0" algn="ctr" rtl="1">
                        <a:lnSpc>
                          <a:spcPct val="100000"/>
                        </a:lnSpc>
                        <a:spcBef>
                          <a:spcPts val="0"/>
                        </a:spcBef>
                        <a:spcAft>
                          <a:spcPts val="0"/>
                        </a:spcAft>
                        <a:buClr>
                          <a:srgbClr val="404040"/>
                        </a:buClr>
                        <a:buSzPct val="100000"/>
                        <a:buFont typeface="+mj-lt"/>
                        <a:buNone/>
                      </a:pPr>
                      <a:r>
                        <a:rPr lang="ar-SA" sz="1600" u="none" strike="noStrike" cap="none" dirty="0">
                          <a:latin typeface="Neo Sans Arabic Medium" panose="020B0704030504040204" pitchFamily="34" charset="-78"/>
                          <a:cs typeface="Neo Sans Arabic Medium" panose="020B0704030504040204" pitchFamily="34" charset="-78"/>
                        </a:rPr>
                        <a:t>المخاطر</a:t>
                      </a:r>
                      <a:endParaRPr lang="en-US" sz="1600" u="none" strike="noStrike" cap="none" dirty="0">
                        <a:latin typeface="Neo Sans Arabic Medium" panose="020B0704030504040204" pitchFamily="34" charset="-78"/>
                        <a:cs typeface="Neo Sans Arabic Medium" panose="020B0704030504040204" pitchFamily="34" charset="-78"/>
                      </a:endParaRPr>
                    </a:p>
                  </a:txBody>
                  <a:tcPr marL="91450" marR="91450" marT="45725" marB="45725" anchor="ctr">
                    <a:lnL w="12700" cap="flat" cmpd="sng" algn="ctr">
                      <a:solidFill>
                        <a:sysClr val="windowText" lastClr="000000"/>
                      </a:solidFill>
                      <a:prstDash val="solid"/>
                      <a:round/>
                      <a:headEnd type="none" w="med" len="med"/>
                      <a:tailEnd type="none" w="med" len="med"/>
                    </a:lnL>
                    <a:lnR w="12700" cap="flat" cmpd="sng">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w="12700" cmpd="sng">
                      <a:noFill/>
                      <a:prstDash val="solid"/>
                    </a:lnTlToBr>
                    <a:lnBlToTr w="12700" cmpd="sng">
                      <a:noFill/>
                      <a:prstDash val="solid"/>
                    </a:lnBlToTr>
                    <a:solidFill>
                      <a:srgbClr val="88C656"/>
                    </a:solidFill>
                  </a:tcPr>
                </a:tc>
                <a:tc hMerge="1">
                  <a:txBody>
                    <a:bodyPr/>
                    <a:lstStyle/>
                    <a:p>
                      <a:pPr marL="0" marR="0" lvl="0" indent="0" algn="ctr" defTabSz="914400" rtl="1" eaLnBrk="1" fontAlgn="auto" latinLnBrk="0" hangingPunct="1">
                        <a:lnSpc>
                          <a:spcPct val="100000"/>
                        </a:lnSpc>
                        <a:spcBef>
                          <a:spcPts val="0"/>
                        </a:spcBef>
                        <a:spcAft>
                          <a:spcPts val="0"/>
                        </a:spcAft>
                        <a:buClr>
                          <a:srgbClr val="404040"/>
                        </a:buClr>
                        <a:buSzPts val="1200"/>
                        <a:buFont typeface="Sakkal Majalla"/>
                        <a:buNone/>
                        <a:tabLst/>
                        <a:defRPr/>
                      </a:pPr>
                      <a:endParaRPr lang="ar-SA" sz="1800" u="none" strike="noStrike" cap="none" dirty="0">
                        <a:latin typeface="Lina sans Medium" panose="00000600000000000000" pitchFamily="50" charset="-78"/>
                        <a:cs typeface="Lina sans Medium" panose="00000600000000000000" pitchFamily="50" charset="-78"/>
                      </a:endParaRPr>
                    </a:p>
                  </a:txBody>
                  <a:tcPr marL="91450" marR="91450" marT="45725" marB="45725" anchor="ctr">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w="12700" cmpd="sng">
                      <a:noFill/>
                      <a:prstDash val="solid"/>
                    </a:lnTlToBr>
                    <a:lnBlToTr w="12700" cmpd="sng">
                      <a:noFill/>
                      <a:prstDash val="solid"/>
                    </a:lnBlToTr>
                    <a:noFill/>
                  </a:tcPr>
                </a:tc>
                <a:tc hMerge="1">
                  <a:txBody>
                    <a:bodyPr/>
                    <a:lstStyle/>
                    <a:p>
                      <a:pPr marL="0" marR="0" lvl="0" indent="0" algn="ctr" rtl="1">
                        <a:lnSpc>
                          <a:spcPct val="100000"/>
                        </a:lnSpc>
                        <a:spcBef>
                          <a:spcPts val="0"/>
                        </a:spcBef>
                        <a:spcAft>
                          <a:spcPts val="0"/>
                        </a:spcAft>
                        <a:buClr>
                          <a:srgbClr val="404040"/>
                        </a:buClr>
                        <a:buSzPts val="1200"/>
                        <a:buFont typeface="Sakkal Majalla"/>
                        <a:buNone/>
                      </a:pPr>
                      <a:endParaRPr sz="1800" u="none" strike="noStrike" cap="none" dirty="0">
                        <a:solidFill>
                          <a:schemeClr val="bg2">
                            <a:lumMod val="10000"/>
                          </a:schemeClr>
                        </a:solidFill>
                        <a:latin typeface="IBM Plex Sans" panose="020B0503050203000203" pitchFamily="34" charset="0"/>
                        <a:cs typeface="Lina sans Medium" panose="00000600000000000000" pitchFamily="50" charset="-78"/>
                      </a:endParaRPr>
                    </a:p>
                  </a:txBody>
                  <a:tcPr marL="91450" marR="91450" marT="45725" marB="45725" anchor="ctr">
                    <a:lnL w="12700" cap="flat" cmpd="sng" algn="ctr">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w="12700" cmpd="sng">
                      <a:noFill/>
                      <a:prstDash val="solid"/>
                    </a:lnTlToBr>
                    <a:lnBlToTr w="12700" cmpd="sng">
                      <a:noFill/>
                      <a:prstDash val="solid"/>
                    </a:lnBlToTr>
                    <a:noFill/>
                  </a:tcPr>
                </a:tc>
                <a:extLst>
                  <a:ext uri="{0D108BD9-81ED-4DB2-BD59-A6C34878D82A}">
                    <a16:rowId xmlns:a16="http://schemas.microsoft.com/office/drawing/2014/main" val="321659486"/>
                  </a:ext>
                </a:extLst>
              </a:tr>
              <a:tr h="453730">
                <a:tc gridSpan="3">
                  <a:txBody>
                    <a:bodyPr/>
                    <a:lstStyle>
                      <a:lvl1pPr marL="0" algn="r" defTabSz="914400" rtl="1" eaLnBrk="1" latinLnBrk="0" hangingPunct="1">
                        <a:defRPr sz="1800" kern="1200">
                          <a:solidFill>
                            <a:schemeClr val="tx1"/>
                          </a:solidFill>
                          <a:latin typeface="Calibri"/>
                        </a:defRPr>
                      </a:lvl1pPr>
                      <a:lvl2pPr marL="457200" algn="r" defTabSz="914400" rtl="1" eaLnBrk="1" latinLnBrk="0" hangingPunct="1">
                        <a:defRPr sz="1800" kern="1200">
                          <a:solidFill>
                            <a:schemeClr val="tx1"/>
                          </a:solidFill>
                          <a:latin typeface="Calibri"/>
                        </a:defRPr>
                      </a:lvl2pPr>
                      <a:lvl3pPr marL="914400" algn="r" defTabSz="914400" rtl="1" eaLnBrk="1" latinLnBrk="0" hangingPunct="1">
                        <a:defRPr sz="1800" kern="1200">
                          <a:solidFill>
                            <a:schemeClr val="tx1"/>
                          </a:solidFill>
                          <a:latin typeface="Calibri"/>
                        </a:defRPr>
                      </a:lvl3pPr>
                      <a:lvl4pPr marL="1371600" algn="r" defTabSz="914400" rtl="1" eaLnBrk="1" latinLnBrk="0" hangingPunct="1">
                        <a:defRPr sz="1800" kern="1200">
                          <a:solidFill>
                            <a:schemeClr val="tx1"/>
                          </a:solidFill>
                          <a:latin typeface="Calibri"/>
                        </a:defRPr>
                      </a:lvl4pPr>
                      <a:lvl5pPr marL="1828800" algn="r" defTabSz="914400" rtl="1" eaLnBrk="1" latinLnBrk="0" hangingPunct="1">
                        <a:defRPr sz="1800" kern="1200">
                          <a:solidFill>
                            <a:schemeClr val="tx1"/>
                          </a:solidFill>
                          <a:latin typeface="Calibri"/>
                        </a:defRPr>
                      </a:lvl5pPr>
                      <a:lvl6pPr marL="2286000" algn="r" defTabSz="914400" rtl="1" eaLnBrk="1" latinLnBrk="0" hangingPunct="1">
                        <a:defRPr sz="1800" kern="1200">
                          <a:solidFill>
                            <a:schemeClr val="tx1"/>
                          </a:solidFill>
                          <a:latin typeface="Calibri"/>
                        </a:defRPr>
                      </a:lvl6pPr>
                      <a:lvl7pPr marL="2743200" algn="r" defTabSz="914400" rtl="1" eaLnBrk="1" latinLnBrk="0" hangingPunct="1">
                        <a:defRPr sz="1800" kern="1200">
                          <a:solidFill>
                            <a:schemeClr val="tx1"/>
                          </a:solidFill>
                          <a:latin typeface="Calibri"/>
                        </a:defRPr>
                      </a:lvl7pPr>
                      <a:lvl8pPr marL="3200400" algn="r" defTabSz="914400" rtl="1" eaLnBrk="1" latinLnBrk="0" hangingPunct="1">
                        <a:defRPr sz="1800" kern="1200">
                          <a:solidFill>
                            <a:schemeClr val="tx1"/>
                          </a:solidFill>
                          <a:latin typeface="Calibri"/>
                        </a:defRPr>
                      </a:lvl8pPr>
                      <a:lvl9pPr marL="3657600" algn="r" defTabSz="914400" rtl="1" eaLnBrk="1" latinLnBrk="0" hangingPunct="1">
                        <a:defRPr sz="1800" kern="1200">
                          <a:solidFill>
                            <a:schemeClr val="tx1"/>
                          </a:solidFill>
                          <a:latin typeface="Calibri"/>
                        </a:defRPr>
                      </a:lvl9pPr>
                    </a:lstStyle>
                    <a:p>
                      <a:pPr marL="0" marR="0" lvl="0" indent="0" algn="r" rtl="1">
                        <a:lnSpc>
                          <a:spcPct val="100000"/>
                        </a:lnSpc>
                        <a:spcBef>
                          <a:spcPts val="0"/>
                        </a:spcBef>
                        <a:spcAft>
                          <a:spcPts val="0"/>
                        </a:spcAft>
                        <a:buClr>
                          <a:srgbClr val="404040"/>
                        </a:buClr>
                        <a:buSzPct val="100000"/>
                        <a:buFont typeface="+mj-lt"/>
                        <a:buNone/>
                      </a:pPr>
                      <a:r>
                        <a:rPr lang="ar-SA" sz="1600" u="none" strike="noStrike" cap="none" dirty="0">
                          <a:latin typeface="Neo Sans Arabic Medium" panose="020B0704030504040204" pitchFamily="34" charset="-78"/>
                          <a:cs typeface="Neo Sans Arabic Medium" panose="020B0704030504040204" pitchFamily="34" charset="-78"/>
                        </a:rPr>
                        <a:t>استهداف أكثر من شريك لكل مبادرة </a:t>
                      </a:r>
                    </a:p>
                    <a:p>
                      <a:pPr marL="0" marR="0" lvl="0" indent="0" algn="r" rtl="1">
                        <a:lnSpc>
                          <a:spcPct val="100000"/>
                        </a:lnSpc>
                        <a:spcBef>
                          <a:spcPts val="0"/>
                        </a:spcBef>
                        <a:spcAft>
                          <a:spcPts val="0"/>
                        </a:spcAft>
                        <a:buClr>
                          <a:srgbClr val="404040"/>
                        </a:buClr>
                        <a:buSzPct val="100000"/>
                        <a:buFont typeface="+mj-lt"/>
                        <a:buNone/>
                      </a:pPr>
                      <a:r>
                        <a:rPr lang="ar-SA" sz="1600" u="none" strike="noStrike" cap="none" dirty="0">
                          <a:latin typeface="Neo Sans Arabic Medium" panose="020B0704030504040204" pitchFamily="34" charset="-78"/>
                          <a:cs typeface="Neo Sans Arabic Medium" panose="020B0704030504040204" pitchFamily="34" charset="-78"/>
                        </a:rPr>
                        <a:t>استهداف أكبر للشركات التي لديها مسؤولية اجتماعية</a:t>
                      </a:r>
                      <a:endParaRPr lang="en-US" sz="1600" u="none" strike="noStrike" cap="none" dirty="0">
                        <a:latin typeface="Neo Sans Arabic Medium" panose="020B0704030504040204" pitchFamily="34" charset="-78"/>
                        <a:cs typeface="Neo Sans Arabic Medium" panose="020B0704030504040204" pitchFamily="34" charset="-78"/>
                      </a:endParaRPr>
                    </a:p>
                  </a:txBody>
                  <a:tcPr marL="91450" marR="91450" marT="45725" marB="45725" anchor="ctr">
                    <a:lnL w="12700" cap="flat" cmpd="sng">
                      <a:solidFill>
                        <a:srgbClr val="000000"/>
                      </a:solidFill>
                      <a:prstDash val="solid"/>
                      <a:round/>
                      <a:headEnd type="none" w="sm" len="sm"/>
                      <a:tailEnd type="none" w="sm" len="sm"/>
                    </a:lnL>
                    <a:lnR w="12700" cap="flat" cmpd="sng" algn="ctr">
                      <a:solidFill>
                        <a:sysClr val="windowText" lastClr="000000"/>
                      </a:solidFill>
                      <a:prstDash val="solid"/>
                      <a:round/>
                      <a:headEnd type="none" w="med" len="med"/>
                      <a:tailEnd type="none" w="med" len="med"/>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w="12700" cmpd="sng">
                      <a:noFill/>
                      <a:prstDash val="solid"/>
                    </a:lnTlToBr>
                    <a:lnBlToTr w="12700" cmpd="sng">
                      <a:noFill/>
                      <a:prstDash val="solid"/>
                    </a:lnBlToTr>
                    <a:solidFill>
                      <a:schemeClr val="bg1"/>
                    </a:solidFill>
                  </a:tcPr>
                </a:tc>
                <a:tc hMerge="1">
                  <a:txBody>
                    <a:bodyPr/>
                    <a:lstStyle/>
                    <a:p>
                      <a:pPr marL="0" marR="0" lvl="0" indent="0" algn="r" rtl="1">
                        <a:lnSpc>
                          <a:spcPct val="100000"/>
                        </a:lnSpc>
                        <a:spcBef>
                          <a:spcPts val="0"/>
                        </a:spcBef>
                        <a:spcAft>
                          <a:spcPts val="0"/>
                        </a:spcAft>
                        <a:buClr>
                          <a:srgbClr val="404040"/>
                        </a:buClr>
                        <a:buSzPct val="100000"/>
                        <a:buFont typeface="+mj-lt"/>
                        <a:buNone/>
                      </a:pPr>
                      <a:endParaRPr lang="en-US" sz="1800" u="none" strike="noStrike" cap="none" dirty="0">
                        <a:latin typeface="Lina sans Medium" panose="00000600000000000000" pitchFamily="50" charset="-78"/>
                        <a:cs typeface="Lina sans Medium" panose="00000600000000000000" pitchFamily="50" charset="-78"/>
                      </a:endParaRPr>
                    </a:p>
                  </a:txBody>
                  <a:tcPr marL="91450" marR="91450" marT="45725" marB="457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w="12700" cmpd="sng">
                      <a:noFill/>
                      <a:prstDash val="solid"/>
                    </a:lnTlToBr>
                    <a:lnBlToTr w="12700" cmpd="sng">
                      <a:noFill/>
                      <a:prstDash val="solid"/>
                    </a:lnBlToTr>
                    <a:noFill/>
                  </a:tcPr>
                </a:tc>
                <a:tc hMerge="1">
                  <a:txBody>
                    <a:bodyPr/>
                    <a:lstStyle/>
                    <a:p>
                      <a:pPr marL="0" marR="0" lvl="0" indent="0" algn="r" rtl="1">
                        <a:lnSpc>
                          <a:spcPct val="100000"/>
                        </a:lnSpc>
                        <a:spcBef>
                          <a:spcPts val="0"/>
                        </a:spcBef>
                        <a:spcAft>
                          <a:spcPts val="0"/>
                        </a:spcAft>
                        <a:buClr>
                          <a:srgbClr val="404040"/>
                        </a:buClr>
                        <a:buSzPct val="100000"/>
                        <a:buFont typeface="+mj-lt"/>
                        <a:buNone/>
                      </a:pPr>
                      <a:endParaRPr lang="en-US" sz="1800" u="none" strike="noStrike" cap="none" dirty="0">
                        <a:latin typeface="Lina sans Medium" panose="00000600000000000000" pitchFamily="50" charset="-78"/>
                        <a:cs typeface="Lina sans Medium" panose="00000600000000000000" pitchFamily="50" charset="-78"/>
                      </a:endParaRPr>
                    </a:p>
                  </a:txBody>
                  <a:tcPr marL="91450" marR="91450" marT="45725" marB="457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w="12700" cmpd="sng">
                      <a:noFill/>
                      <a:prstDash val="solid"/>
                    </a:lnTlToBr>
                    <a:lnBlToTr w="12700" cmpd="sng">
                      <a:noFill/>
                      <a:prstDash val="solid"/>
                    </a:lnBlToTr>
                    <a:noFill/>
                  </a:tcPr>
                </a:tc>
                <a:tc gridSpan="3">
                  <a:txBody>
                    <a:bodyPr/>
                    <a:lstStyle>
                      <a:lvl1pPr marL="0" algn="r" defTabSz="914400" rtl="1" eaLnBrk="1" latinLnBrk="0" hangingPunct="1">
                        <a:defRPr sz="1800" kern="1200">
                          <a:solidFill>
                            <a:schemeClr val="tx1"/>
                          </a:solidFill>
                          <a:latin typeface="Calibri"/>
                        </a:defRPr>
                      </a:lvl1pPr>
                      <a:lvl2pPr marL="457200" algn="r" defTabSz="914400" rtl="1" eaLnBrk="1" latinLnBrk="0" hangingPunct="1">
                        <a:defRPr sz="1800" kern="1200">
                          <a:solidFill>
                            <a:schemeClr val="tx1"/>
                          </a:solidFill>
                          <a:latin typeface="Calibri"/>
                        </a:defRPr>
                      </a:lvl2pPr>
                      <a:lvl3pPr marL="914400" algn="r" defTabSz="914400" rtl="1" eaLnBrk="1" latinLnBrk="0" hangingPunct="1">
                        <a:defRPr sz="1800" kern="1200">
                          <a:solidFill>
                            <a:schemeClr val="tx1"/>
                          </a:solidFill>
                          <a:latin typeface="Calibri"/>
                        </a:defRPr>
                      </a:lvl3pPr>
                      <a:lvl4pPr marL="1371600" algn="r" defTabSz="914400" rtl="1" eaLnBrk="1" latinLnBrk="0" hangingPunct="1">
                        <a:defRPr sz="1800" kern="1200">
                          <a:solidFill>
                            <a:schemeClr val="tx1"/>
                          </a:solidFill>
                          <a:latin typeface="Calibri"/>
                        </a:defRPr>
                      </a:lvl4pPr>
                      <a:lvl5pPr marL="1828800" algn="r" defTabSz="914400" rtl="1" eaLnBrk="1" latinLnBrk="0" hangingPunct="1">
                        <a:defRPr sz="1800" kern="1200">
                          <a:solidFill>
                            <a:schemeClr val="tx1"/>
                          </a:solidFill>
                          <a:latin typeface="Calibri"/>
                        </a:defRPr>
                      </a:lvl5pPr>
                      <a:lvl6pPr marL="2286000" algn="r" defTabSz="914400" rtl="1" eaLnBrk="1" latinLnBrk="0" hangingPunct="1">
                        <a:defRPr sz="1800" kern="1200">
                          <a:solidFill>
                            <a:schemeClr val="tx1"/>
                          </a:solidFill>
                          <a:latin typeface="Calibri"/>
                        </a:defRPr>
                      </a:lvl6pPr>
                      <a:lvl7pPr marL="2743200" algn="r" defTabSz="914400" rtl="1" eaLnBrk="1" latinLnBrk="0" hangingPunct="1">
                        <a:defRPr sz="1800" kern="1200">
                          <a:solidFill>
                            <a:schemeClr val="tx1"/>
                          </a:solidFill>
                          <a:latin typeface="Calibri"/>
                        </a:defRPr>
                      </a:lvl7pPr>
                      <a:lvl8pPr marL="3200400" algn="r" defTabSz="914400" rtl="1" eaLnBrk="1" latinLnBrk="0" hangingPunct="1">
                        <a:defRPr sz="1800" kern="1200">
                          <a:solidFill>
                            <a:schemeClr val="tx1"/>
                          </a:solidFill>
                          <a:latin typeface="Calibri"/>
                        </a:defRPr>
                      </a:lvl8pPr>
                      <a:lvl9pPr marL="3657600" algn="r" defTabSz="914400" rtl="1" eaLnBrk="1" latinLnBrk="0" hangingPunct="1">
                        <a:defRPr sz="1800" kern="1200">
                          <a:solidFill>
                            <a:schemeClr val="tx1"/>
                          </a:solidFill>
                          <a:latin typeface="Calibri"/>
                        </a:defRPr>
                      </a:lvl9pPr>
                    </a:lstStyle>
                    <a:p>
                      <a:pPr marL="0" marR="0" lvl="0" indent="0" algn="r" rtl="1">
                        <a:lnSpc>
                          <a:spcPct val="100000"/>
                        </a:lnSpc>
                        <a:spcBef>
                          <a:spcPts val="0"/>
                        </a:spcBef>
                        <a:spcAft>
                          <a:spcPts val="0"/>
                        </a:spcAft>
                        <a:buClr>
                          <a:srgbClr val="404040"/>
                        </a:buClr>
                        <a:buSzPct val="100000"/>
                        <a:buFont typeface="+mj-lt"/>
                        <a:buNone/>
                      </a:pPr>
                      <a:r>
                        <a:rPr lang="ar-SA" sz="1600" u="none" strike="noStrike" cap="none" dirty="0">
                          <a:latin typeface="Neo Sans Arabic Medium" panose="020B0704030504040204" pitchFamily="34" charset="-78"/>
                          <a:cs typeface="Neo Sans Arabic Medium" panose="020B0704030504040204" pitchFamily="34" charset="-78"/>
                        </a:rPr>
                        <a:t>عدم تفاعل الشركاء </a:t>
                      </a:r>
                      <a:endParaRPr lang="en-US" sz="1600" u="none" strike="noStrike" cap="none" dirty="0">
                        <a:latin typeface="Neo Sans Arabic Medium" panose="020B0704030504040204" pitchFamily="34" charset="-78"/>
                        <a:cs typeface="Neo Sans Arabic Medium" panose="020B0704030504040204" pitchFamily="34" charset="-78"/>
                      </a:endParaRPr>
                    </a:p>
                  </a:txBody>
                  <a:tcPr marL="91450" marR="91450" marT="45725" marB="45725" anchor="ctr">
                    <a:lnL w="12700" cap="flat" cmpd="sng" algn="ctr">
                      <a:solidFill>
                        <a:sysClr val="windowText" lastClr="000000"/>
                      </a:solidFill>
                      <a:prstDash val="solid"/>
                      <a:round/>
                      <a:headEnd type="none" w="med" len="med"/>
                      <a:tailEnd type="none" w="med" len="med"/>
                    </a:lnL>
                    <a:lnR w="12700" cap="flat" cmpd="sng">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w="12700" cmpd="sng">
                      <a:noFill/>
                      <a:prstDash val="solid"/>
                    </a:lnTlToBr>
                    <a:lnBlToTr w="12700" cmpd="sng">
                      <a:noFill/>
                      <a:prstDash val="solid"/>
                    </a:lnBlToTr>
                    <a:solidFill>
                      <a:schemeClr val="bg1"/>
                    </a:solidFill>
                  </a:tcPr>
                </a:tc>
                <a:tc hMerge="1">
                  <a:txBody>
                    <a:bodyPr/>
                    <a:lstStyle/>
                    <a:p>
                      <a:pPr marL="0" marR="0" lvl="0" indent="0" algn="ctr" defTabSz="914400" rtl="1" eaLnBrk="1" fontAlgn="auto" latinLnBrk="0" hangingPunct="1">
                        <a:lnSpc>
                          <a:spcPct val="100000"/>
                        </a:lnSpc>
                        <a:spcBef>
                          <a:spcPts val="0"/>
                        </a:spcBef>
                        <a:spcAft>
                          <a:spcPts val="0"/>
                        </a:spcAft>
                        <a:buClr>
                          <a:srgbClr val="404040"/>
                        </a:buClr>
                        <a:buSzPts val="1200"/>
                        <a:buFont typeface="Sakkal Majalla"/>
                        <a:buNone/>
                        <a:tabLst/>
                        <a:defRPr/>
                      </a:pPr>
                      <a:endParaRPr lang="ar-SA" sz="1800" u="none" strike="noStrike" cap="none" dirty="0">
                        <a:latin typeface="Lina sans Medium" panose="00000600000000000000" pitchFamily="50" charset="-78"/>
                        <a:cs typeface="Lina sans Medium" panose="00000600000000000000" pitchFamily="50" charset="-78"/>
                      </a:endParaRPr>
                    </a:p>
                  </a:txBody>
                  <a:tcPr marL="91450" marR="91450" marT="45725" marB="45725" anchor="ctr">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w="12700" cmpd="sng">
                      <a:noFill/>
                      <a:prstDash val="solid"/>
                    </a:lnTlToBr>
                    <a:lnBlToTr w="12700" cmpd="sng">
                      <a:noFill/>
                      <a:prstDash val="solid"/>
                    </a:lnBlToTr>
                    <a:noFill/>
                  </a:tcPr>
                </a:tc>
                <a:tc hMerge="1">
                  <a:txBody>
                    <a:bodyPr/>
                    <a:lstStyle/>
                    <a:p>
                      <a:pPr marL="0" marR="0" lvl="0" indent="0" algn="ctr" rtl="1">
                        <a:lnSpc>
                          <a:spcPct val="100000"/>
                        </a:lnSpc>
                        <a:spcBef>
                          <a:spcPts val="0"/>
                        </a:spcBef>
                        <a:spcAft>
                          <a:spcPts val="0"/>
                        </a:spcAft>
                        <a:buClr>
                          <a:srgbClr val="404040"/>
                        </a:buClr>
                        <a:buSzPts val="1200"/>
                        <a:buFont typeface="Sakkal Majalla"/>
                        <a:buNone/>
                      </a:pPr>
                      <a:endParaRPr sz="1800" u="none" strike="noStrike" cap="none" dirty="0">
                        <a:solidFill>
                          <a:schemeClr val="bg2">
                            <a:lumMod val="10000"/>
                          </a:schemeClr>
                        </a:solidFill>
                        <a:latin typeface="IBM Plex Sans" panose="020B0503050203000203" pitchFamily="34" charset="0"/>
                        <a:cs typeface="Lina sans Medium" panose="00000600000000000000" pitchFamily="50" charset="-78"/>
                      </a:endParaRPr>
                    </a:p>
                  </a:txBody>
                  <a:tcPr marL="91450" marR="91450" marT="45725" marB="45725" anchor="ctr">
                    <a:lnL w="12700" cap="flat" cmpd="sng" algn="ctr">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w="12700" cmpd="sng">
                      <a:noFill/>
                      <a:prstDash val="solid"/>
                    </a:lnTlToBr>
                    <a:lnBlToTr w="12700" cmpd="sng">
                      <a:noFill/>
                      <a:prstDash val="solid"/>
                    </a:lnBlToTr>
                    <a:noFill/>
                  </a:tcPr>
                </a:tc>
                <a:extLst>
                  <a:ext uri="{0D108BD9-81ED-4DB2-BD59-A6C34878D82A}">
                    <a16:rowId xmlns:a16="http://schemas.microsoft.com/office/drawing/2014/main" val="2950162020"/>
                  </a:ext>
                </a:extLst>
              </a:tr>
              <a:tr h="262689">
                <a:tc gridSpan="3">
                  <a:txBody>
                    <a:bodyPr/>
                    <a:lstStyle>
                      <a:lvl1pPr marL="0" algn="r" defTabSz="914400" rtl="1" eaLnBrk="1" latinLnBrk="0" hangingPunct="1">
                        <a:defRPr sz="1800" kern="1200">
                          <a:solidFill>
                            <a:schemeClr val="tx1"/>
                          </a:solidFill>
                          <a:latin typeface="Calibri"/>
                        </a:defRPr>
                      </a:lvl1pPr>
                      <a:lvl2pPr marL="457200" algn="r" defTabSz="914400" rtl="1" eaLnBrk="1" latinLnBrk="0" hangingPunct="1">
                        <a:defRPr sz="1800" kern="1200">
                          <a:solidFill>
                            <a:schemeClr val="tx1"/>
                          </a:solidFill>
                          <a:latin typeface="Calibri"/>
                        </a:defRPr>
                      </a:lvl2pPr>
                      <a:lvl3pPr marL="914400" algn="r" defTabSz="914400" rtl="1" eaLnBrk="1" latinLnBrk="0" hangingPunct="1">
                        <a:defRPr sz="1800" kern="1200">
                          <a:solidFill>
                            <a:schemeClr val="tx1"/>
                          </a:solidFill>
                          <a:latin typeface="Calibri"/>
                        </a:defRPr>
                      </a:lvl3pPr>
                      <a:lvl4pPr marL="1371600" algn="r" defTabSz="914400" rtl="1" eaLnBrk="1" latinLnBrk="0" hangingPunct="1">
                        <a:defRPr sz="1800" kern="1200">
                          <a:solidFill>
                            <a:schemeClr val="tx1"/>
                          </a:solidFill>
                          <a:latin typeface="Calibri"/>
                        </a:defRPr>
                      </a:lvl4pPr>
                      <a:lvl5pPr marL="1828800" algn="r" defTabSz="914400" rtl="1" eaLnBrk="1" latinLnBrk="0" hangingPunct="1">
                        <a:defRPr sz="1800" kern="1200">
                          <a:solidFill>
                            <a:schemeClr val="tx1"/>
                          </a:solidFill>
                          <a:latin typeface="Calibri"/>
                        </a:defRPr>
                      </a:lvl5pPr>
                      <a:lvl6pPr marL="2286000" algn="r" defTabSz="914400" rtl="1" eaLnBrk="1" latinLnBrk="0" hangingPunct="1">
                        <a:defRPr sz="1800" kern="1200">
                          <a:solidFill>
                            <a:schemeClr val="tx1"/>
                          </a:solidFill>
                          <a:latin typeface="Calibri"/>
                        </a:defRPr>
                      </a:lvl6pPr>
                      <a:lvl7pPr marL="2743200" algn="r" defTabSz="914400" rtl="1" eaLnBrk="1" latinLnBrk="0" hangingPunct="1">
                        <a:defRPr sz="1800" kern="1200">
                          <a:solidFill>
                            <a:schemeClr val="tx1"/>
                          </a:solidFill>
                          <a:latin typeface="Calibri"/>
                        </a:defRPr>
                      </a:lvl7pPr>
                      <a:lvl8pPr marL="3200400" algn="r" defTabSz="914400" rtl="1" eaLnBrk="1" latinLnBrk="0" hangingPunct="1">
                        <a:defRPr sz="1800" kern="1200">
                          <a:solidFill>
                            <a:schemeClr val="tx1"/>
                          </a:solidFill>
                          <a:latin typeface="Calibri"/>
                        </a:defRPr>
                      </a:lvl8pPr>
                      <a:lvl9pPr marL="3657600" algn="r" defTabSz="914400" rtl="1" eaLnBrk="1" latinLnBrk="0" hangingPunct="1">
                        <a:defRPr sz="1800" kern="1200">
                          <a:solidFill>
                            <a:schemeClr val="tx1"/>
                          </a:solidFill>
                          <a:latin typeface="Calibri"/>
                        </a:defRPr>
                      </a:lvl9pPr>
                    </a:lstStyle>
                    <a:p>
                      <a:pPr marL="0" marR="0" lvl="0" indent="0" algn="r" rtl="1">
                        <a:lnSpc>
                          <a:spcPct val="100000"/>
                        </a:lnSpc>
                        <a:spcBef>
                          <a:spcPts val="0"/>
                        </a:spcBef>
                        <a:spcAft>
                          <a:spcPts val="0"/>
                        </a:spcAft>
                        <a:buClr>
                          <a:srgbClr val="404040"/>
                        </a:buClr>
                        <a:buSzPct val="100000"/>
                        <a:buFont typeface="+mj-lt"/>
                        <a:buNone/>
                      </a:pPr>
                      <a:endParaRPr lang="en-US" sz="1600" u="none" strike="noStrike" cap="none" dirty="0">
                        <a:latin typeface="Neo Sans Arabic Medium" panose="020B0704030504040204" pitchFamily="34" charset="-78"/>
                        <a:cs typeface="Neo Sans Arabic Medium" panose="020B0704030504040204" pitchFamily="34" charset="-78"/>
                      </a:endParaRPr>
                    </a:p>
                  </a:txBody>
                  <a:tcPr marL="91450" marR="91450" marT="45725" marB="45725" anchor="ctr">
                    <a:lnL w="12700" cap="flat" cmpd="sng">
                      <a:solidFill>
                        <a:srgbClr val="000000"/>
                      </a:solidFill>
                      <a:prstDash val="solid"/>
                      <a:round/>
                      <a:headEnd type="none" w="sm" len="sm"/>
                      <a:tailEnd type="none" w="sm" len="sm"/>
                    </a:lnL>
                    <a:lnR w="12700" cap="flat" cmpd="sng" algn="ctr">
                      <a:solidFill>
                        <a:sysClr val="windowText" lastClr="000000"/>
                      </a:solidFill>
                      <a:prstDash val="solid"/>
                      <a:round/>
                      <a:headEnd type="none" w="med" len="med"/>
                      <a:tailEnd type="none" w="med" len="med"/>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w="12700" cmpd="sng">
                      <a:noFill/>
                      <a:prstDash val="solid"/>
                    </a:lnTlToBr>
                    <a:lnBlToTr w="12700" cmpd="sng">
                      <a:noFill/>
                      <a:prstDash val="solid"/>
                    </a:lnBlToTr>
                    <a:solidFill>
                      <a:schemeClr val="bg1"/>
                    </a:solidFill>
                  </a:tcPr>
                </a:tc>
                <a:tc hMerge="1">
                  <a:txBody>
                    <a:bodyPr/>
                    <a:lstStyle/>
                    <a:p>
                      <a:endParaRPr lang="en-US"/>
                    </a:p>
                  </a:txBody>
                  <a:tcPr/>
                </a:tc>
                <a:tc hMerge="1">
                  <a:txBody>
                    <a:bodyPr/>
                    <a:lstStyle/>
                    <a:p>
                      <a:endParaRPr lang="en-US"/>
                    </a:p>
                  </a:txBody>
                  <a:tcPr/>
                </a:tc>
                <a:tc gridSpan="3">
                  <a:txBody>
                    <a:bodyPr/>
                    <a:lstStyle>
                      <a:lvl1pPr marL="0" algn="r" defTabSz="914400" rtl="1" eaLnBrk="1" latinLnBrk="0" hangingPunct="1">
                        <a:defRPr sz="1800" kern="1200">
                          <a:solidFill>
                            <a:schemeClr val="tx1"/>
                          </a:solidFill>
                          <a:latin typeface="Calibri"/>
                        </a:defRPr>
                      </a:lvl1pPr>
                      <a:lvl2pPr marL="457200" algn="r" defTabSz="914400" rtl="1" eaLnBrk="1" latinLnBrk="0" hangingPunct="1">
                        <a:defRPr sz="1800" kern="1200">
                          <a:solidFill>
                            <a:schemeClr val="tx1"/>
                          </a:solidFill>
                          <a:latin typeface="Calibri"/>
                        </a:defRPr>
                      </a:lvl2pPr>
                      <a:lvl3pPr marL="914400" algn="r" defTabSz="914400" rtl="1" eaLnBrk="1" latinLnBrk="0" hangingPunct="1">
                        <a:defRPr sz="1800" kern="1200">
                          <a:solidFill>
                            <a:schemeClr val="tx1"/>
                          </a:solidFill>
                          <a:latin typeface="Calibri"/>
                        </a:defRPr>
                      </a:lvl3pPr>
                      <a:lvl4pPr marL="1371600" algn="r" defTabSz="914400" rtl="1" eaLnBrk="1" latinLnBrk="0" hangingPunct="1">
                        <a:defRPr sz="1800" kern="1200">
                          <a:solidFill>
                            <a:schemeClr val="tx1"/>
                          </a:solidFill>
                          <a:latin typeface="Calibri"/>
                        </a:defRPr>
                      </a:lvl4pPr>
                      <a:lvl5pPr marL="1828800" algn="r" defTabSz="914400" rtl="1" eaLnBrk="1" latinLnBrk="0" hangingPunct="1">
                        <a:defRPr sz="1800" kern="1200">
                          <a:solidFill>
                            <a:schemeClr val="tx1"/>
                          </a:solidFill>
                          <a:latin typeface="Calibri"/>
                        </a:defRPr>
                      </a:lvl5pPr>
                      <a:lvl6pPr marL="2286000" algn="r" defTabSz="914400" rtl="1" eaLnBrk="1" latinLnBrk="0" hangingPunct="1">
                        <a:defRPr sz="1800" kern="1200">
                          <a:solidFill>
                            <a:schemeClr val="tx1"/>
                          </a:solidFill>
                          <a:latin typeface="Calibri"/>
                        </a:defRPr>
                      </a:lvl6pPr>
                      <a:lvl7pPr marL="2743200" algn="r" defTabSz="914400" rtl="1" eaLnBrk="1" latinLnBrk="0" hangingPunct="1">
                        <a:defRPr sz="1800" kern="1200">
                          <a:solidFill>
                            <a:schemeClr val="tx1"/>
                          </a:solidFill>
                          <a:latin typeface="Calibri"/>
                        </a:defRPr>
                      </a:lvl7pPr>
                      <a:lvl8pPr marL="3200400" algn="r" defTabSz="914400" rtl="1" eaLnBrk="1" latinLnBrk="0" hangingPunct="1">
                        <a:defRPr sz="1800" kern="1200">
                          <a:solidFill>
                            <a:schemeClr val="tx1"/>
                          </a:solidFill>
                          <a:latin typeface="Calibri"/>
                        </a:defRPr>
                      </a:lvl8pPr>
                      <a:lvl9pPr marL="3657600" algn="r" defTabSz="914400" rtl="1" eaLnBrk="1" latinLnBrk="0" hangingPunct="1">
                        <a:defRPr sz="1800" kern="1200">
                          <a:solidFill>
                            <a:schemeClr val="tx1"/>
                          </a:solidFill>
                          <a:latin typeface="Calibri"/>
                        </a:defRPr>
                      </a:lvl9pPr>
                    </a:lstStyle>
                    <a:p>
                      <a:pPr marL="0" marR="0" lvl="0" indent="0" algn="r" rtl="1">
                        <a:lnSpc>
                          <a:spcPct val="100000"/>
                        </a:lnSpc>
                        <a:spcBef>
                          <a:spcPts val="0"/>
                        </a:spcBef>
                        <a:spcAft>
                          <a:spcPts val="0"/>
                        </a:spcAft>
                        <a:buClr>
                          <a:srgbClr val="404040"/>
                        </a:buClr>
                        <a:buSzPct val="100000"/>
                        <a:buFont typeface="+mj-lt"/>
                        <a:buNone/>
                      </a:pPr>
                      <a:endParaRPr lang="en-US" sz="1600" u="none" strike="noStrike" cap="none" dirty="0">
                        <a:latin typeface="Neo Sans Arabic Medium" panose="020B0704030504040204" pitchFamily="34" charset="-78"/>
                        <a:cs typeface="Neo Sans Arabic Medium" panose="020B0704030504040204" pitchFamily="34" charset="-78"/>
                      </a:endParaRPr>
                    </a:p>
                  </a:txBody>
                  <a:tcPr marL="91450" marR="91450" marT="45725" marB="45725" anchor="ctr">
                    <a:lnL w="12700" cap="flat" cmpd="sng" algn="ctr">
                      <a:solidFill>
                        <a:sysClr val="windowText" lastClr="000000"/>
                      </a:solidFill>
                      <a:prstDash val="solid"/>
                      <a:round/>
                      <a:headEnd type="none" w="med" len="med"/>
                      <a:tailEnd type="none" w="med" len="med"/>
                    </a:lnL>
                    <a:lnR w="12700" cap="flat" cmpd="sng">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w="12700" cmpd="sng">
                      <a:noFill/>
                      <a:prstDash val="solid"/>
                    </a:lnTlToBr>
                    <a:lnBlToTr w="12700" cmpd="sng">
                      <a:noFill/>
                      <a:prstDash val="solid"/>
                    </a:lnBlToTr>
                    <a:solidFill>
                      <a:schemeClr val="bg1"/>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805983456"/>
                  </a:ext>
                </a:extLst>
              </a:tr>
              <a:tr h="262689">
                <a:tc gridSpan="3">
                  <a:txBody>
                    <a:bodyPr/>
                    <a:lstStyle>
                      <a:lvl1pPr marL="0" algn="r" defTabSz="914400" rtl="1" eaLnBrk="1" latinLnBrk="0" hangingPunct="1">
                        <a:defRPr sz="1800" kern="1200">
                          <a:solidFill>
                            <a:schemeClr val="tx1"/>
                          </a:solidFill>
                          <a:latin typeface="Calibri"/>
                        </a:defRPr>
                      </a:lvl1pPr>
                      <a:lvl2pPr marL="457200" algn="r" defTabSz="914400" rtl="1" eaLnBrk="1" latinLnBrk="0" hangingPunct="1">
                        <a:defRPr sz="1800" kern="1200">
                          <a:solidFill>
                            <a:schemeClr val="tx1"/>
                          </a:solidFill>
                          <a:latin typeface="Calibri"/>
                        </a:defRPr>
                      </a:lvl2pPr>
                      <a:lvl3pPr marL="914400" algn="r" defTabSz="914400" rtl="1" eaLnBrk="1" latinLnBrk="0" hangingPunct="1">
                        <a:defRPr sz="1800" kern="1200">
                          <a:solidFill>
                            <a:schemeClr val="tx1"/>
                          </a:solidFill>
                          <a:latin typeface="Calibri"/>
                        </a:defRPr>
                      </a:lvl3pPr>
                      <a:lvl4pPr marL="1371600" algn="r" defTabSz="914400" rtl="1" eaLnBrk="1" latinLnBrk="0" hangingPunct="1">
                        <a:defRPr sz="1800" kern="1200">
                          <a:solidFill>
                            <a:schemeClr val="tx1"/>
                          </a:solidFill>
                          <a:latin typeface="Calibri"/>
                        </a:defRPr>
                      </a:lvl4pPr>
                      <a:lvl5pPr marL="1828800" algn="r" defTabSz="914400" rtl="1" eaLnBrk="1" latinLnBrk="0" hangingPunct="1">
                        <a:defRPr sz="1800" kern="1200">
                          <a:solidFill>
                            <a:schemeClr val="tx1"/>
                          </a:solidFill>
                          <a:latin typeface="Calibri"/>
                        </a:defRPr>
                      </a:lvl5pPr>
                      <a:lvl6pPr marL="2286000" algn="r" defTabSz="914400" rtl="1" eaLnBrk="1" latinLnBrk="0" hangingPunct="1">
                        <a:defRPr sz="1800" kern="1200">
                          <a:solidFill>
                            <a:schemeClr val="tx1"/>
                          </a:solidFill>
                          <a:latin typeface="Calibri"/>
                        </a:defRPr>
                      </a:lvl6pPr>
                      <a:lvl7pPr marL="2743200" algn="r" defTabSz="914400" rtl="1" eaLnBrk="1" latinLnBrk="0" hangingPunct="1">
                        <a:defRPr sz="1800" kern="1200">
                          <a:solidFill>
                            <a:schemeClr val="tx1"/>
                          </a:solidFill>
                          <a:latin typeface="Calibri"/>
                        </a:defRPr>
                      </a:lvl7pPr>
                      <a:lvl8pPr marL="3200400" algn="r" defTabSz="914400" rtl="1" eaLnBrk="1" latinLnBrk="0" hangingPunct="1">
                        <a:defRPr sz="1800" kern="1200">
                          <a:solidFill>
                            <a:schemeClr val="tx1"/>
                          </a:solidFill>
                          <a:latin typeface="Calibri"/>
                        </a:defRPr>
                      </a:lvl8pPr>
                      <a:lvl9pPr marL="3657600" algn="r" defTabSz="914400" rtl="1" eaLnBrk="1" latinLnBrk="0" hangingPunct="1">
                        <a:defRPr sz="1800" kern="1200">
                          <a:solidFill>
                            <a:schemeClr val="tx1"/>
                          </a:solidFill>
                          <a:latin typeface="Calibri"/>
                        </a:defRPr>
                      </a:lvl9pPr>
                    </a:lstStyle>
                    <a:p>
                      <a:pPr marL="0" marR="0" lvl="0" indent="0" algn="r" rtl="1">
                        <a:lnSpc>
                          <a:spcPct val="100000"/>
                        </a:lnSpc>
                        <a:spcBef>
                          <a:spcPts val="0"/>
                        </a:spcBef>
                        <a:spcAft>
                          <a:spcPts val="0"/>
                        </a:spcAft>
                        <a:buClr>
                          <a:srgbClr val="404040"/>
                        </a:buClr>
                        <a:buSzPct val="100000"/>
                        <a:buFont typeface="+mj-lt"/>
                        <a:buNone/>
                      </a:pPr>
                      <a:endParaRPr lang="en-US" sz="1600" u="none" strike="noStrike" cap="none" dirty="0">
                        <a:latin typeface="Neo Sans Arabic Medium" panose="020B0704030504040204" pitchFamily="34" charset="-78"/>
                        <a:cs typeface="Neo Sans Arabic Medium" panose="020B0704030504040204" pitchFamily="34" charset="-78"/>
                      </a:endParaRPr>
                    </a:p>
                  </a:txBody>
                  <a:tcPr marL="91450" marR="91450" marT="45725" marB="45725" anchor="ctr">
                    <a:lnL w="12700" cap="flat" cmpd="sng">
                      <a:solidFill>
                        <a:srgbClr val="000000"/>
                      </a:solidFill>
                      <a:prstDash val="solid"/>
                      <a:round/>
                      <a:headEnd type="none" w="sm" len="sm"/>
                      <a:tailEnd type="none" w="sm" len="sm"/>
                    </a:lnL>
                    <a:lnR w="12700" cap="flat" cmpd="sng" algn="ctr">
                      <a:solidFill>
                        <a:sysClr val="windowText" lastClr="000000"/>
                      </a:solidFill>
                      <a:prstDash val="solid"/>
                      <a:round/>
                      <a:headEnd type="none" w="med" len="med"/>
                      <a:tailEnd type="none" w="med" len="med"/>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w="12700" cmpd="sng">
                      <a:noFill/>
                      <a:prstDash val="solid"/>
                    </a:lnTlToBr>
                    <a:lnBlToTr w="12700" cmpd="sng">
                      <a:noFill/>
                      <a:prstDash val="solid"/>
                    </a:lnBlToTr>
                    <a:solidFill>
                      <a:schemeClr val="bg1"/>
                    </a:solidFill>
                  </a:tcPr>
                </a:tc>
                <a:tc hMerge="1">
                  <a:txBody>
                    <a:bodyPr/>
                    <a:lstStyle/>
                    <a:p>
                      <a:endParaRPr lang="en-US"/>
                    </a:p>
                  </a:txBody>
                  <a:tcPr/>
                </a:tc>
                <a:tc hMerge="1">
                  <a:txBody>
                    <a:bodyPr/>
                    <a:lstStyle/>
                    <a:p>
                      <a:endParaRPr lang="en-US"/>
                    </a:p>
                  </a:txBody>
                  <a:tcPr/>
                </a:tc>
                <a:tc gridSpan="3">
                  <a:txBody>
                    <a:bodyPr/>
                    <a:lstStyle>
                      <a:lvl1pPr marL="0" algn="r" defTabSz="914400" rtl="1" eaLnBrk="1" latinLnBrk="0" hangingPunct="1">
                        <a:defRPr sz="1800" kern="1200">
                          <a:solidFill>
                            <a:schemeClr val="tx1"/>
                          </a:solidFill>
                          <a:latin typeface="Calibri"/>
                        </a:defRPr>
                      </a:lvl1pPr>
                      <a:lvl2pPr marL="457200" algn="r" defTabSz="914400" rtl="1" eaLnBrk="1" latinLnBrk="0" hangingPunct="1">
                        <a:defRPr sz="1800" kern="1200">
                          <a:solidFill>
                            <a:schemeClr val="tx1"/>
                          </a:solidFill>
                          <a:latin typeface="Calibri"/>
                        </a:defRPr>
                      </a:lvl2pPr>
                      <a:lvl3pPr marL="914400" algn="r" defTabSz="914400" rtl="1" eaLnBrk="1" latinLnBrk="0" hangingPunct="1">
                        <a:defRPr sz="1800" kern="1200">
                          <a:solidFill>
                            <a:schemeClr val="tx1"/>
                          </a:solidFill>
                          <a:latin typeface="Calibri"/>
                        </a:defRPr>
                      </a:lvl3pPr>
                      <a:lvl4pPr marL="1371600" algn="r" defTabSz="914400" rtl="1" eaLnBrk="1" latinLnBrk="0" hangingPunct="1">
                        <a:defRPr sz="1800" kern="1200">
                          <a:solidFill>
                            <a:schemeClr val="tx1"/>
                          </a:solidFill>
                          <a:latin typeface="Calibri"/>
                        </a:defRPr>
                      </a:lvl4pPr>
                      <a:lvl5pPr marL="1828800" algn="r" defTabSz="914400" rtl="1" eaLnBrk="1" latinLnBrk="0" hangingPunct="1">
                        <a:defRPr sz="1800" kern="1200">
                          <a:solidFill>
                            <a:schemeClr val="tx1"/>
                          </a:solidFill>
                          <a:latin typeface="Calibri"/>
                        </a:defRPr>
                      </a:lvl5pPr>
                      <a:lvl6pPr marL="2286000" algn="r" defTabSz="914400" rtl="1" eaLnBrk="1" latinLnBrk="0" hangingPunct="1">
                        <a:defRPr sz="1800" kern="1200">
                          <a:solidFill>
                            <a:schemeClr val="tx1"/>
                          </a:solidFill>
                          <a:latin typeface="Calibri"/>
                        </a:defRPr>
                      </a:lvl6pPr>
                      <a:lvl7pPr marL="2743200" algn="r" defTabSz="914400" rtl="1" eaLnBrk="1" latinLnBrk="0" hangingPunct="1">
                        <a:defRPr sz="1800" kern="1200">
                          <a:solidFill>
                            <a:schemeClr val="tx1"/>
                          </a:solidFill>
                          <a:latin typeface="Calibri"/>
                        </a:defRPr>
                      </a:lvl7pPr>
                      <a:lvl8pPr marL="3200400" algn="r" defTabSz="914400" rtl="1" eaLnBrk="1" latinLnBrk="0" hangingPunct="1">
                        <a:defRPr sz="1800" kern="1200">
                          <a:solidFill>
                            <a:schemeClr val="tx1"/>
                          </a:solidFill>
                          <a:latin typeface="Calibri"/>
                        </a:defRPr>
                      </a:lvl8pPr>
                      <a:lvl9pPr marL="3657600" algn="r" defTabSz="914400" rtl="1" eaLnBrk="1" latinLnBrk="0" hangingPunct="1">
                        <a:defRPr sz="1800" kern="1200">
                          <a:solidFill>
                            <a:schemeClr val="tx1"/>
                          </a:solidFill>
                          <a:latin typeface="Calibri"/>
                        </a:defRPr>
                      </a:lvl9pPr>
                    </a:lstStyle>
                    <a:p>
                      <a:pPr marL="0" marR="0" lvl="0" indent="0" algn="r" rtl="1">
                        <a:lnSpc>
                          <a:spcPct val="100000"/>
                        </a:lnSpc>
                        <a:spcBef>
                          <a:spcPts val="0"/>
                        </a:spcBef>
                        <a:spcAft>
                          <a:spcPts val="0"/>
                        </a:spcAft>
                        <a:buClr>
                          <a:srgbClr val="404040"/>
                        </a:buClr>
                        <a:buSzPct val="100000"/>
                        <a:buFont typeface="+mj-lt"/>
                        <a:buNone/>
                      </a:pPr>
                      <a:endParaRPr lang="en-US" sz="1600" u="none" strike="noStrike" cap="none" dirty="0">
                        <a:latin typeface="Neo Sans Arabic Medium" panose="020B0704030504040204" pitchFamily="34" charset="-78"/>
                        <a:cs typeface="Neo Sans Arabic Medium" panose="020B0704030504040204" pitchFamily="34" charset="-78"/>
                      </a:endParaRPr>
                    </a:p>
                  </a:txBody>
                  <a:tcPr marL="91450" marR="91450" marT="45725" marB="45725" anchor="ctr">
                    <a:lnL w="12700" cap="flat" cmpd="sng" algn="ctr">
                      <a:solidFill>
                        <a:sysClr val="windowText" lastClr="000000"/>
                      </a:solidFill>
                      <a:prstDash val="solid"/>
                      <a:round/>
                      <a:headEnd type="none" w="med" len="med"/>
                      <a:tailEnd type="none" w="med" len="med"/>
                    </a:lnL>
                    <a:lnR w="12700" cap="flat" cmpd="sng">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w="12700" cmpd="sng">
                      <a:noFill/>
                      <a:prstDash val="solid"/>
                    </a:lnTlToBr>
                    <a:lnBlToTr w="12700" cmpd="sng">
                      <a:noFill/>
                      <a:prstDash val="solid"/>
                    </a:lnBlToTr>
                    <a:solidFill>
                      <a:schemeClr val="bg1"/>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2842781639"/>
                  </a:ext>
                </a:extLst>
              </a:tr>
            </a:tbl>
          </a:graphicData>
        </a:graphic>
      </p:graphicFrame>
    </p:spTree>
    <p:extLst>
      <p:ext uri="{BB962C8B-B14F-4D97-AF65-F5344CB8AC3E}">
        <p14:creationId xmlns:p14="http://schemas.microsoft.com/office/powerpoint/2010/main" val="352102702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noEditPoints="1"/>
          </p:cNvSpPr>
          <p:nvPr>
            <p:ph type="ctrTitle"/>
          </p:nvPr>
        </p:nvSpPr>
        <p:spPr>
          <a:xfrm>
            <a:off x="384930" y="185417"/>
            <a:ext cx="11071743" cy="681357"/>
          </a:xfrm>
          <a:ln>
            <a:noFill/>
          </a:ln>
        </p:spPr>
        <p:txBody>
          <a:bodyPr/>
          <a:lstStyle/>
          <a:p>
            <a:r>
              <a:rPr lang="ar-SA" dirty="0">
                <a:latin typeface="Arial" panose="020B0604020202020204" pitchFamily="34" charset="0"/>
                <a:cs typeface="Arial" panose="020B0604020202020204" pitchFamily="34" charset="0"/>
              </a:rPr>
              <a:t>نظرية التغيير لإدارة الدعم </a:t>
            </a:r>
            <a:endParaRPr lang="en-US" dirty="0">
              <a:latin typeface="Arial" panose="020B0604020202020204" pitchFamily="34" charset="0"/>
              <a:cs typeface="Arial" panose="020B0604020202020204" pitchFamily="34" charset="0"/>
            </a:endParaRPr>
          </a:p>
        </p:txBody>
      </p:sp>
      <p:sp>
        <p:nvSpPr>
          <p:cNvPr id="18" name="مستطيل 17">
            <a:extLst>
              <a:ext uri="{FF2B5EF4-FFF2-40B4-BE49-F238E27FC236}">
                <a16:creationId xmlns:a16="http://schemas.microsoft.com/office/drawing/2014/main" id="{9320BD7C-F268-9F8E-A999-676306744CF0}"/>
              </a:ext>
            </a:extLst>
          </p:cNvPr>
          <p:cNvSpPr/>
          <p:nvPr/>
        </p:nvSpPr>
        <p:spPr>
          <a:xfrm>
            <a:off x="410133" y="146680"/>
            <a:ext cx="11315513" cy="681357"/>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ar-SA" sz="2400" b="1" i="0" u="none" strike="noStrike" kern="1200" cap="none" spc="0" normalizeH="0" baseline="0" noProof="0" dirty="0">
                <a:ln>
                  <a:noFill/>
                </a:ln>
                <a:solidFill>
                  <a:srgbClr val="713C66"/>
                </a:solidFill>
                <a:effectLst/>
                <a:uLnTx/>
                <a:uFillTx/>
                <a:latin typeface="Arial" panose="020B0604020202020204" pitchFamily="34" charset="0"/>
                <a:ea typeface="+mn-ea"/>
                <a:cs typeface="Arial" panose="020B0604020202020204" pitchFamily="34" charset="0"/>
              </a:rPr>
              <a:t>خارطة النتيجة طويلة المدى 6.1</a:t>
            </a:r>
            <a:endParaRPr kumimoji="0" lang="ar-YE" sz="2400" b="1" i="0" u="none" strike="noStrike" kern="1200" cap="none" spc="0" normalizeH="0" baseline="0" noProof="0" dirty="0">
              <a:ln>
                <a:noFill/>
              </a:ln>
              <a:solidFill>
                <a:srgbClr val="713C66"/>
              </a:solidFill>
              <a:effectLst/>
              <a:uLnTx/>
              <a:uFillTx/>
              <a:latin typeface="Arial" panose="020B0604020202020204" pitchFamily="34" charset="0"/>
              <a:ea typeface="+mn-ea"/>
              <a:cs typeface="Arial" panose="020B0604020202020204" pitchFamily="34" charset="0"/>
            </a:endParaRPr>
          </a:p>
        </p:txBody>
      </p:sp>
      <p:graphicFrame>
        <p:nvGraphicFramePr>
          <p:cNvPr id="3" name="جدول 2">
            <a:extLst>
              <a:ext uri="{FF2B5EF4-FFF2-40B4-BE49-F238E27FC236}">
                <a16:creationId xmlns:a16="http://schemas.microsoft.com/office/drawing/2014/main" id="{DA8050A5-4DC7-3C77-AD17-DA575FFD763D}"/>
              </a:ext>
            </a:extLst>
          </p:cNvPr>
          <p:cNvGraphicFramePr>
            <a:graphicFrameLocks noGrp="1"/>
          </p:cNvGraphicFramePr>
          <p:nvPr>
            <p:extLst>
              <p:ext uri="{D42A27DB-BD31-4B8C-83A1-F6EECF244321}">
                <p14:modId xmlns:p14="http://schemas.microsoft.com/office/powerpoint/2010/main" val="4242576324"/>
              </p:ext>
            </p:extLst>
          </p:nvPr>
        </p:nvGraphicFramePr>
        <p:xfrm>
          <a:off x="794859" y="3958023"/>
          <a:ext cx="10930785" cy="2225040"/>
        </p:xfrm>
        <a:graphic>
          <a:graphicData uri="http://schemas.openxmlformats.org/drawingml/2006/table">
            <a:tbl>
              <a:tblPr firstRow="1" bandRow="1"/>
              <a:tblGrid>
                <a:gridCol w="918143">
                  <a:extLst>
                    <a:ext uri="{9D8B030D-6E8A-4147-A177-3AD203B41FA5}">
                      <a16:colId xmlns:a16="http://schemas.microsoft.com/office/drawing/2014/main" val="3430439615"/>
                    </a:ext>
                  </a:extLst>
                </a:gridCol>
                <a:gridCol w="818584">
                  <a:extLst>
                    <a:ext uri="{9D8B030D-6E8A-4147-A177-3AD203B41FA5}">
                      <a16:colId xmlns:a16="http://schemas.microsoft.com/office/drawing/2014/main" val="1465469830"/>
                    </a:ext>
                  </a:extLst>
                </a:gridCol>
                <a:gridCol w="818584">
                  <a:extLst>
                    <a:ext uri="{9D8B030D-6E8A-4147-A177-3AD203B41FA5}">
                      <a16:colId xmlns:a16="http://schemas.microsoft.com/office/drawing/2014/main" val="3202173955"/>
                    </a:ext>
                  </a:extLst>
                </a:gridCol>
                <a:gridCol w="818584">
                  <a:extLst>
                    <a:ext uri="{9D8B030D-6E8A-4147-A177-3AD203B41FA5}">
                      <a16:colId xmlns:a16="http://schemas.microsoft.com/office/drawing/2014/main" val="3399804829"/>
                    </a:ext>
                  </a:extLst>
                </a:gridCol>
                <a:gridCol w="1042047">
                  <a:extLst>
                    <a:ext uri="{9D8B030D-6E8A-4147-A177-3AD203B41FA5}">
                      <a16:colId xmlns:a16="http://schemas.microsoft.com/office/drawing/2014/main" val="683178435"/>
                    </a:ext>
                  </a:extLst>
                </a:gridCol>
                <a:gridCol w="832200">
                  <a:extLst>
                    <a:ext uri="{9D8B030D-6E8A-4147-A177-3AD203B41FA5}">
                      <a16:colId xmlns:a16="http://schemas.microsoft.com/office/drawing/2014/main" val="2329544200"/>
                    </a:ext>
                  </a:extLst>
                </a:gridCol>
                <a:gridCol w="5137600">
                  <a:extLst>
                    <a:ext uri="{9D8B030D-6E8A-4147-A177-3AD203B41FA5}">
                      <a16:colId xmlns:a16="http://schemas.microsoft.com/office/drawing/2014/main" val="3824057711"/>
                    </a:ext>
                  </a:extLst>
                </a:gridCol>
                <a:gridCol w="545043">
                  <a:extLst>
                    <a:ext uri="{9D8B030D-6E8A-4147-A177-3AD203B41FA5}">
                      <a16:colId xmlns:a16="http://schemas.microsoft.com/office/drawing/2014/main" val="2445604948"/>
                    </a:ext>
                  </a:extLst>
                </a:gridCol>
              </a:tblGrid>
              <a:tr h="219272">
                <a:tc gridSpan="8">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pPr algn="ctr"/>
                      <a:r>
                        <a:rPr lang="ar-SA" sz="1400" b="1" i="0" u="none" strike="noStrike" kern="1200" cap="none" dirty="0">
                          <a:solidFill>
                            <a:schemeClr val="bg1"/>
                          </a:solidFill>
                          <a:effectLst/>
                          <a:highlight>
                            <a:srgbClr val="FFFF00"/>
                          </a:highlight>
                          <a:latin typeface="Ping AR + LT" panose="00000500000000000000" pitchFamily="50" charset="-78"/>
                          <a:ea typeface="Ping AR + LT" panose="00000500000000000000" pitchFamily="50" charset="-78"/>
                          <a:cs typeface="Arial" panose="020B0604020202020204" pitchFamily="34" charset="0"/>
                          <a:sym typeface="Arial"/>
                        </a:rPr>
                        <a:t>مؤشرات الأداء</a:t>
                      </a:r>
                      <a:endParaRPr lang="en-US" sz="1400" b="1" i="0" u="none" strike="noStrike" kern="1200" cap="none" dirty="0">
                        <a:solidFill>
                          <a:schemeClr val="bg1"/>
                        </a:solidFill>
                        <a:effectLst/>
                        <a:highlight>
                          <a:srgbClr val="FFFF00"/>
                        </a:highlight>
                        <a:latin typeface="Ping AR + LT" panose="00000500000000000000" pitchFamily="50" charset="-78"/>
                        <a:ea typeface="Ping AR + LT" panose="00000500000000000000" pitchFamily="50" charset="-78"/>
                        <a:cs typeface="Arial" panose="020B0604020202020204" pitchFamily="34" charset="0"/>
                        <a:sym typeface="Aria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latin typeface="Bahij TheSansArabic SemiBold" panose="02040503050201020203" pitchFamily="18" charset="-78"/>
                        <a:cs typeface="Bahij TheSansArabic SemiBold" panose="02040503050201020203" pitchFamily="18" charset="-78"/>
                      </a:endParaRPr>
                    </a:p>
                  </a:txBody>
                  <a:tcPr/>
                </a:tc>
                <a:tc hMerge="1">
                  <a:txBody>
                    <a:bodyPr/>
                    <a:lstStyle/>
                    <a:p>
                      <a:endParaRPr lang="en-US">
                        <a:latin typeface="Bahij TheSansArabic SemiBold" panose="02040503050201020203" pitchFamily="18" charset="-78"/>
                        <a:cs typeface="Bahij TheSansArabic SemiBold" panose="02040503050201020203" pitchFamily="18" charset="-78"/>
                      </a:endParaRPr>
                    </a:p>
                  </a:txBody>
                  <a:tcPr/>
                </a:tc>
                <a:tc hMerge="1">
                  <a:txBody>
                    <a:bodyPr/>
                    <a:lstStyle/>
                    <a:p>
                      <a:endParaRPr lang="en-US" dirty="0">
                        <a:latin typeface="Bahij TheSansArabic SemiBold" panose="02040503050201020203" pitchFamily="18" charset="-78"/>
                        <a:cs typeface="Bahij TheSansArabic SemiBold" panose="02040503050201020203" pitchFamily="18" charset="-78"/>
                      </a:endParaRPr>
                    </a:p>
                  </a:txBody>
                  <a:tcPr>
                    <a:lnL w="12700" cap="flat" cmpd="sng" algn="ctr">
                      <a:solidFill>
                        <a:srgbClr val="13100D"/>
                      </a:solidFill>
                      <a:prstDash val="solid"/>
                      <a:round/>
                      <a:headEnd type="none" w="med" len="med"/>
                      <a:tailEnd type="none" w="med" len="med"/>
                    </a:lnL>
                  </a:tcPr>
                </a:tc>
                <a:tc hMerge="1">
                  <a:txBody>
                    <a:bodyPr/>
                    <a:lstStyle/>
                    <a:p>
                      <a:pPr algn="ctr"/>
                      <a:endParaRPr lang="en-US" dirty="0">
                        <a:latin typeface="Bahij TheSansArabic SemiBold" panose="02040503050201020203" pitchFamily="18" charset="-78"/>
                        <a:cs typeface="Bahij TheSansArabic SemiBold" panose="02040503050201020203" pitchFamily="18" charset="-78"/>
                      </a:endParaRPr>
                    </a:p>
                  </a:txBody>
                  <a:tcPr anchor="ctr"/>
                </a:tc>
                <a:extLst>
                  <a:ext uri="{0D108BD9-81ED-4DB2-BD59-A6C34878D82A}">
                    <a16:rowId xmlns:a16="http://schemas.microsoft.com/office/drawing/2014/main" val="3442036755"/>
                  </a:ext>
                </a:extLst>
              </a:tr>
              <a:tr h="199338">
                <a:tc gridSpan="6">
                  <a:txBody>
                    <a:bodyPr/>
                    <a:lstStyle>
                      <a:lvl1pPr marL="0" algn="r" defTabSz="914400" rtl="1" eaLnBrk="1" latinLnBrk="0" hangingPunct="1">
                        <a:defRPr sz="1800" kern="1200">
                          <a:solidFill>
                            <a:schemeClr val="tx1"/>
                          </a:solidFill>
                          <a:latin typeface="Arial"/>
                        </a:defRPr>
                      </a:lvl1pPr>
                      <a:lvl2pPr marL="457200" algn="r" defTabSz="914400" rtl="1" eaLnBrk="1" latinLnBrk="0" hangingPunct="1">
                        <a:defRPr sz="1800" kern="1200">
                          <a:solidFill>
                            <a:schemeClr val="tx1"/>
                          </a:solidFill>
                          <a:latin typeface="Arial"/>
                        </a:defRPr>
                      </a:lvl2pPr>
                      <a:lvl3pPr marL="914400" algn="r" defTabSz="914400" rtl="1" eaLnBrk="1" latinLnBrk="0" hangingPunct="1">
                        <a:defRPr sz="1800" kern="1200">
                          <a:solidFill>
                            <a:schemeClr val="tx1"/>
                          </a:solidFill>
                          <a:latin typeface="Arial"/>
                        </a:defRPr>
                      </a:lvl3pPr>
                      <a:lvl4pPr marL="1371600" algn="r" defTabSz="914400" rtl="1" eaLnBrk="1" latinLnBrk="0" hangingPunct="1">
                        <a:defRPr sz="1800" kern="1200">
                          <a:solidFill>
                            <a:schemeClr val="tx1"/>
                          </a:solidFill>
                          <a:latin typeface="Arial"/>
                        </a:defRPr>
                      </a:lvl4pPr>
                      <a:lvl5pPr marL="1828800" algn="r" defTabSz="914400" rtl="1" eaLnBrk="1" latinLnBrk="0" hangingPunct="1">
                        <a:defRPr sz="1800" kern="1200">
                          <a:solidFill>
                            <a:schemeClr val="tx1"/>
                          </a:solidFill>
                          <a:latin typeface="Arial"/>
                        </a:defRPr>
                      </a:lvl5pPr>
                      <a:lvl6pPr marL="2286000" algn="r" defTabSz="914400" rtl="1" eaLnBrk="1" latinLnBrk="0" hangingPunct="1">
                        <a:defRPr sz="1800" kern="1200">
                          <a:solidFill>
                            <a:schemeClr val="tx1"/>
                          </a:solidFill>
                          <a:latin typeface="Arial"/>
                        </a:defRPr>
                      </a:lvl6pPr>
                      <a:lvl7pPr marL="2743200" algn="r" defTabSz="914400" rtl="1" eaLnBrk="1" latinLnBrk="0" hangingPunct="1">
                        <a:defRPr sz="1800" kern="1200">
                          <a:solidFill>
                            <a:schemeClr val="tx1"/>
                          </a:solidFill>
                          <a:latin typeface="Arial"/>
                        </a:defRPr>
                      </a:lvl7pPr>
                      <a:lvl8pPr marL="3200400" algn="r" defTabSz="914400" rtl="1" eaLnBrk="1" latinLnBrk="0" hangingPunct="1">
                        <a:defRPr sz="1800" kern="1200">
                          <a:solidFill>
                            <a:schemeClr val="tx1"/>
                          </a:solidFill>
                          <a:latin typeface="Arial"/>
                        </a:defRPr>
                      </a:lvl8pPr>
                      <a:lvl9pPr marL="3657600" algn="r" defTabSz="914400" rtl="1" eaLnBrk="1" latinLnBrk="0" hangingPunct="1">
                        <a:defRPr sz="1800" kern="1200">
                          <a:solidFill>
                            <a:schemeClr val="tx1"/>
                          </a:solidFill>
                          <a:latin typeface="Arial"/>
                        </a:defRPr>
                      </a:lvl9pPr>
                    </a:lstStyle>
                    <a:p>
                      <a:pPr algn="ctr"/>
                      <a:r>
                        <a:rPr lang="ar-SA" sz="1200" b="1" i="0" u="none" strike="noStrike" kern="1200" cap="none" dirty="0">
                          <a:solidFill>
                            <a:schemeClr val="bg1"/>
                          </a:solidFill>
                          <a:effectLst/>
                          <a:latin typeface="Ping AR + LT" panose="00000500000000000000" pitchFamily="50" charset="-78"/>
                          <a:ea typeface="Ping AR + LT" panose="00000500000000000000" pitchFamily="50" charset="-78"/>
                          <a:cs typeface="Arial" panose="020B0604020202020204" pitchFamily="34" charset="0"/>
                          <a:sym typeface="Arial"/>
                        </a:rPr>
                        <a:t>المستهدف</a:t>
                      </a:r>
                      <a:endParaRPr lang="en-US" sz="1200" b="1" i="0" u="none" strike="noStrike" kern="1200" cap="none" dirty="0">
                        <a:solidFill>
                          <a:schemeClr val="bg1"/>
                        </a:solidFill>
                        <a:effectLst/>
                        <a:latin typeface="Ping AR + LT" panose="00000500000000000000" pitchFamily="50" charset="-78"/>
                        <a:ea typeface="Ping AR + LT" panose="00000500000000000000" pitchFamily="50" charset="-78"/>
                        <a:cs typeface="Arial" panose="020B0604020202020204" pitchFamily="34" charset="0"/>
                        <a:sym typeface="Aria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hMerge="1">
                  <a:txBody>
                    <a:bodyPr/>
                    <a:lstStyle/>
                    <a:p>
                      <a:endParaRPr lang="en-US"/>
                    </a:p>
                  </a:txBody>
                  <a:tcPr/>
                </a:tc>
                <a:tc hMerge="1">
                  <a:txBody>
                    <a:bodyPr/>
                    <a:lstStyle/>
                    <a:p>
                      <a:endParaRPr lang="en-US"/>
                    </a:p>
                  </a:txBody>
                  <a:tcPr/>
                </a:tc>
                <a:tc hMerge="1">
                  <a:txBody>
                    <a:bodyPr/>
                    <a:lstStyle/>
                    <a:p>
                      <a:pPr algn="ctr"/>
                      <a:r>
                        <a:rPr lang="ar-SA" sz="1400" dirty="0">
                          <a:latin typeface="Bahij TheSansArabic SemiBold" panose="02040503050201020203" pitchFamily="18" charset="-78"/>
                          <a:cs typeface="Bahij TheSansArabic SemiBold" panose="02040503050201020203" pitchFamily="18" charset="-78"/>
                        </a:rPr>
                        <a:t>المستهدف الاستراتيجي</a:t>
                      </a:r>
                      <a:endParaRPr lang="en-US" sz="1400" dirty="0">
                        <a:latin typeface="Bahij TheSansArabic SemiBold" panose="02040503050201020203" pitchFamily="18" charset="-78"/>
                        <a:cs typeface="Bahij TheSansArabic SemiBold" panose="02040503050201020203" pitchFamily="18" charset="-78"/>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mpd="sng">
                      <a:solidFill>
                        <a:sysClr val="window" lastClr="FFFFFF"/>
                      </a:solidFill>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9BBB59">
                        <a:tint val="40000"/>
                      </a:srgbClr>
                    </a:solidFill>
                  </a:tcPr>
                </a:tc>
                <a:tc hMerge="1">
                  <a:txBody>
                    <a:bodyPr/>
                    <a:lstStyle/>
                    <a:p>
                      <a:pPr algn="ctr"/>
                      <a:endParaRPr lang="en-US" sz="1400" dirty="0">
                        <a:latin typeface="Bahij TheSansArabic SemiBold" panose="02040503050201020203" pitchFamily="18" charset="-78"/>
                        <a:cs typeface="Bahij TheSansArabic SemiBold" panose="02040503050201020203" pitchFamily="18" charset="-78"/>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mpd="sng">
                      <a:solidFill>
                        <a:sysClr val="window" lastClr="FFFFFF"/>
                      </a:solidFill>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9BBB59">
                        <a:tint val="40000"/>
                      </a:srgbClr>
                    </a:solidFill>
                  </a:tcPr>
                </a:tc>
                <a:tc hMerge="1">
                  <a:txBody>
                    <a:bodyPr/>
                    <a:lstStyle/>
                    <a:p>
                      <a:pPr algn="ctr"/>
                      <a:endParaRPr lang="en-US" sz="1400" dirty="0">
                        <a:latin typeface="Bahij TheSansArabic SemiBold" panose="02040503050201020203" pitchFamily="18" charset="-78"/>
                        <a:cs typeface="Bahij TheSansArabic SemiBold" panose="02040503050201020203" pitchFamily="18" charset="-78"/>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mpd="sng">
                      <a:solidFill>
                        <a:sysClr val="window" lastClr="FFFFFF"/>
                      </a:solidFill>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9BBB59">
                        <a:tint val="40000"/>
                      </a:srgbClr>
                    </a:solidFill>
                  </a:tcPr>
                </a:tc>
                <a:tc rowSpan="2">
                  <a:txBody>
                    <a:bodyPr/>
                    <a:lstStyle>
                      <a:lvl1pPr marL="0" algn="r" defTabSz="914400" rtl="1" eaLnBrk="1" latinLnBrk="0" hangingPunct="1">
                        <a:defRPr sz="1800" kern="1200">
                          <a:solidFill>
                            <a:schemeClr val="tx1"/>
                          </a:solidFill>
                          <a:latin typeface="Arial"/>
                        </a:defRPr>
                      </a:lvl1pPr>
                      <a:lvl2pPr marL="457200" algn="r" defTabSz="914400" rtl="1" eaLnBrk="1" latinLnBrk="0" hangingPunct="1">
                        <a:defRPr sz="1800" kern="1200">
                          <a:solidFill>
                            <a:schemeClr val="tx1"/>
                          </a:solidFill>
                          <a:latin typeface="Arial"/>
                        </a:defRPr>
                      </a:lvl2pPr>
                      <a:lvl3pPr marL="914400" algn="r" defTabSz="914400" rtl="1" eaLnBrk="1" latinLnBrk="0" hangingPunct="1">
                        <a:defRPr sz="1800" kern="1200">
                          <a:solidFill>
                            <a:schemeClr val="tx1"/>
                          </a:solidFill>
                          <a:latin typeface="Arial"/>
                        </a:defRPr>
                      </a:lvl3pPr>
                      <a:lvl4pPr marL="1371600" algn="r" defTabSz="914400" rtl="1" eaLnBrk="1" latinLnBrk="0" hangingPunct="1">
                        <a:defRPr sz="1800" kern="1200">
                          <a:solidFill>
                            <a:schemeClr val="tx1"/>
                          </a:solidFill>
                          <a:latin typeface="Arial"/>
                        </a:defRPr>
                      </a:lvl4pPr>
                      <a:lvl5pPr marL="1828800" algn="r" defTabSz="914400" rtl="1" eaLnBrk="1" latinLnBrk="0" hangingPunct="1">
                        <a:defRPr sz="1800" kern="1200">
                          <a:solidFill>
                            <a:schemeClr val="tx1"/>
                          </a:solidFill>
                          <a:latin typeface="Arial"/>
                        </a:defRPr>
                      </a:lvl5pPr>
                      <a:lvl6pPr marL="2286000" algn="r" defTabSz="914400" rtl="1" eaLnBrk="1" latinLnBrk="0" hangingPunct="1">
                        <a:defRPr sz="1800" kern="1200">
                          <a:solidFill>
                            <a:schemeClr val="tx1"/>
                          </a:solidFill>
                          <a:latin typeface="Arial"/>
                        </a:defRPr>
                      </a:lvl6pPr>
                      <a:lvl7pPr marL="2743200" algn="r" defTabSz="914400" rtl="1" eaLnBrk="1" latinLnBrk="0" hangingPunct="1">
                        <a:defRPr sz="1800" kern="1200">
                          <a:solidFill>
                            <a:schemeClr val="tx1"/>
                          </a:solidFill>
                          <a:latin typeface="Arial"/>
                        </a:defRPr>
                      </a:lvl7pPr>
                      <a:lvl8pPr marL="3200400" algn="r" defTabSz="914400" rtl="1" eaLnBrk="1" latinLnBrk="0" hangingPunct="1">
                        <a:defRPr sz="1800" kern="1200">
                          <a:solidFill>
                            <a:schemeClr val="tx1"/>
                          </a:solidFill>
                          <a:latin typeface="Arial"/>
                        </a:defRPr>
                      </a:lvl8pPr>
                      <a:lvl9pPr marL="3657600" algn="r" defTabSz="914400" rtl="1" eaLnBrk="1" latinLnBrk="0" hangingPunct="1">
                        <a:defRPr sz="1800" kern="1200">
                          <a:solidFill>
                            <a:schemeClr val="tx1"/>
                          </a:solidFill>
                          <a:latin typeface="Arial"/>
                        </a:defRPr>
                      </a:lvl9pPr>
                    </a:lstStyle>
                    <a:p>
                      <a:pPr algn="ctr"/>
                      <a:r>
                        <a:rPr lang="ar-SA" sz="1200" b="1" i="0" u="none" strike="noStrike" kern="1200" cap="none" dirty="0">
                          <a:solidFill>
                            <a:schemeClr val="bg1"/>
                          </a:solidFill>
                          <a:effectLst/>
                          <a:latin typeface="Ping AR + LT" panose="00000500000000000000" pitchFamily="50" charset="-78"/>
                          <a:ea typeface="Ping AR + LT" panose="00000500000000000000" pitchFamily="50" charset="-78"/>
                          <a:cs typeface="Arial" panose="020B0604020202020204" pitchFamily="34" charset="0"/>
                          <a:sym typeface="Arial"/>
                        </a:rPr>
                        <a:t>* المؤشر</a:t>
                      </a:r>
                      <a:endParaRPr lang="en-US" sz="1200" b="1" i="0" u="none" strike="noStrike" kern="1200" cap="none" dirty="0">
                        <a:solidFill>
                          <a:schemeClr val="bg1"/>
                        </a:solidFill>
                        <a:effectLst/>
                        <a:latin typeface="Ping AR + LT" panose="00000500000000000000" pitchFamily="50" charset="-78"/>
                        <a:ea typeface="Ping AR + LT" panose="00000500000000000000" pitchFamily="50" charset="-78"/>
                        <a:cs typeface="Arial" panose="020B0604020202020204" pitchFamily="34" charset="0"/>
                        <a:sym typeface="Aria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rowSpan="2">
                  <a:txBody>
                    <a:bodyPr/>
                    <a:lstStyle>
                      <a:lvl1pPr marL="0" algn="r" defTabSz="914400" rtl="1" eaLnBrk="1" latinLnBrk="0" hangingPunct="1">
                        <a:defRPr sz="1800" kern="1200">
                          <a:solidFill>
                            <a:schemeClr val="tx1"/>
                          </a:solidFill>
                          <a:latin typeface="Arial"/>
                        </a:defRPr>
                      </a:lvl1pPr>
                      <a:lvl2pPr marL="457200" algn="r" defTabSz="914400" rtl="1" eaLnBrk="1" latinLnBrk="0" hangingPunct="1">
                        <a:defRPr sz="1800" kern="1200">
                          <a:solidFill>
                            <a:schemeClr val="tx1"/>
                          </a:solidFill>
                          <a:latin typeface="Arial"/>
                        </a:defRPr>
                      </a:lvl2pPr>
                      <a:lvl3pPr marL="914400" algn="r" defTabSz="914400" rtl="1" eaLnBrk="1" latinLnBrk="0" hangingPunct="1">
                        <a:defRPr sz="1800" kern="1200">
                          <a:solidFill>
                            <a:schemeClr val="tx1"/>
                          </a:solidFill>
                          <a:latin typeface="Arial"/>
                        </a:defRPr>
                      </a:lvl3pPr>
                      <a:lvl4pPr marL="1371600" algn="r" defTabSz="914400" rtl="1" eaLnBrk="1" latinLnBrk="0" hangingPunct="1">
                        <a:defRPr sz="1800" kern="1200">
                          <a:solidFill>
                            <a:schemeClr val="tx1"/>
                          </a:solidFill>
                          <a:latin typeface="Arial"/>
                        </a:defRPr>
                      </a:lvl4pPr>
                      <a:lvl5pPr marL="1828800" algn="r" defTabSz="914400" rtl="1" eaLnBrk="1" latinLnBrk="0" hangingPunct="1">
                        <a:defRPr sz="1800" kern="1200">
                          <a:solidFill>
                            <a:schemeClr val="tx1"/>
                          </a:solidFill>
                          <a:latin typeface="Arial"/>
                        </a:defRPr>
                      </a:lvl5pPr>
                      <a:lvl6pPr marL="2286000" algn="r" defTabSz="914400" rtl="1" eaLnBrk="1" latinLnBrk="0" hangingPunct="1">
                        <a:defRPr sz="1800" kern="1200">
                          <a:solidFill>
                            <a:schemeClr val="tx1"/>
                          </a:solidFill>
                          <a:latin typeface="Arial"/>
                        </a:defRPr>
                      </a:lvl6pPr>
                      <a:lvl7pPr marL="2743200" algn="r" defTabSz="914400" rtl="1" eaLnBrk="1" latinLnBrk="0" hangingPunct="1">
                        <a:defRPr sz="1800" kern="1200">
                          <a:solidFill>
                            <a:schemeClr val="tx1"/>
                          </a:solidFill>
                          <a:latin typeface="Arial"/>
                        </a:defRPr>
                      </a:lvl7pPr>
                      <a:lvl8pPr marL="3200400" algn="r" defTabSz="914400" rtl="1" eaLnBrk="1" latinLnBrk="0" hangingPunct="1">
                        <a:defRPr sz="1800" kern="1200">
                          <a:solidFill>
                            <a:schemeClr val="tx1"/>
                          </a:solidFill>
                          <a:latin typeface="Arial"/>
                        </a:defRPr>
                      </a:lvl8pPr>
                      <a:lvl9pPr marL="3657600" algn="r" defTabSz="914400" rtl="1" eaLnBrk="1" latinLnBrk="0" hangingPunct="1">
                        <a:defRPr sz="1800" kern="1200">
                          <a:solidFill>
                            <a:schemeClr val="tx1"/>
                          </a:solidFill>
                          <a:latin typeface="Arial"/>
                        </a:defRPr>
                      </a:lvl9pPr>
                    </a:lstStyle>
                    <a:p>
                      <a:pPr marL="0" marR="0" algn="ctr" defTabSz="914400" rtl="0" eaLnBrk="1" latinLnBrk="0" hangingPunct="1">
                        <a:lnSpc>
                          <a:spcPct val="100000"/>
                        </a:lnSpc>
                        <a:spcBef>
                          <a:spcPts val="0"/>
                        </a:spcBef>
                        <a:spcAft>
                          <a:spcPts val="0"/>
                        </a:spcAft>
                        <a:buClr>
                          <a:srgbClr val="000000"/>
                        </a:buClr>
                        <a:buFont typeface="Arial"/>
                      </a:pPr>
                      <a:r>
                        <a:rPr lang="ar-SA" sz="1200" b="1" i="0" u="none" strike="noStrike" kern="1200" cap="none" dirty="0">
                          <a:solidFill>
                            <a:schemeClr val="bg1"/>
                          </a:solidFill>
                          <a:effectLst/>
                          <a:latin typeface="Ping AR + LT" panose="00000500000000000000" pitchFamily="50" charset="-78"/>
                          <a:ea typeface="Ping AR + LT" panose="00000500000000000000" pitchFamily="50" charset="-78"/>
                          <a:cs typeface="Arial" panose="020B0604020202020204" pitchFamily="34" charset="0"/>
                          <a:sym typeface="Arial"/>
                        </a:rPr>
                        <a:t>م</a:t>
                      </a:r>
                      <a:endParaRPr lang="en-US" sz="1200" b="1" i="0" u="none" strike="noStrike" kern="1200" cap="none" dirty="0">
                        <a:solidFill>
                          <a:schemeClr val="bg1"/>
                        </a:solidFill>
                        <a:effectLst/>
                        <a:latin typeface="Ping AR + LT" panose="00000500000000000000" pitchFamily="50" charset="-78"/>
                        <a:ea typeface="Ping AR + LT" panose="00000500000000000000" pitchFamily="50" charset="-78"/>
                        <a:cs typeface="Arial" panose="020B0604020202020204" pitchFamily="34" charset="0"/>
                        <a:sym typeface="Aria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extLst>
                  <a:ext uri="{0D108BD9-81ED-4DB2-BD59-A6C34878D82A}">
                    <a16:rowId xmlns:a16="http://schemas.microsoft.com/office/drawing/2014/main" val="1357961229"/>
                  </a:ext>
                </a:extLst>
              </a:tr>
              <a:tr h="199338">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r>
                        <a:rPr lang="ar-SA" sz="1200" b="1" i="0" u="none" strike="noStrike" kern="1200" cap="none" dirty="0">
                          <a:solidFill>
                            <a:schemeClr val="bg1"/>
                          </a:solidFill>
                          <a:effectLst/>
                          <a:latin typeface="Ping AR + LT" panose="00000500000000000000" pitchFamily="50" charset="-78"/>
                          <a:ea typeface="Ping AR + LT" panose="00000500000000000000" pitchFamily="50" charset="-78"/>
                          <a:cs typeface="Arial" panose="020B0604020202020204" pitchFamily="34" charset="0"/>
                          <a:sym typeface="Arial"/>
                        </a:rPr>
                        <a:t>الإجمالي</a:t>
                      </a:r>
                      <a:endParaRPr lang="en-US" sz="1200" b="1" i="0" u="none" strike="noStrike" kern="1200" cap="none" dirty="0">
                        <a:solidFill>
                          <a:schemeClr val="bg1"/>
                        </a:solidFill>
                        <a:effectLst/>
                        <a:latin typeface="Ping AR + LT" panose="00000500000000000000" pitchFamily="50" charset="-78"/>
                        <a:ea typeface="Ping AR + LT" panose="00000500000000000000" pitchFamily="50" charset="-78"/>
                        <a:cs typeface="Arial" panose="020B0604020202020204" pitchFamily="34" charset="0"/>
                        <a:sym typeface="Aria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kumimoji="0" lang="ar-SA" sz="1200" b="0" i="0" u="none" strike="noStrike" kern="1200" cap="none" spc="0" normalizeH="0" baseline="0" noProof="0" dirty="0">
                          <a:ln>
                            <a:noFill/>
                          </a:ln>
                          <a:solidFill>
                            <a:prstClr val="white"/>
                          </a:solidFill>
                          <a:effectLst/>
                          <a:uLnTx/>
                          <a:uFillTx/>
                          <a:latin typeface="Calibri"/>
                          <a:ea typeface="+mn-ea"/>
                          <a:cs typeface="Arial" panose="020B0604020202020204" pitchFamily="34" charset="0"/>
                          <a:sym typeface="Arial"/>
                        </a:rPr>
                        <a:t>2029</a:t>
                      </a:r>
                      <a:endParaRPr lang="en-US" sz="1200" b="1" i="0" u="none" strike="noStrike" kern="1200" cap="none" dirty="0">
                        <a:solidFill>
                          <a:schemeClr val="bg1"/>
                        </a:solidFill>
                        <a:effectLst/>
                        <a:latin typeface="Ping AR + LT" panose="00000500000000000000" pitchFamily="50" charset="-78"/>
                        <a:ea typeface="Ping AR + LT" panose="00000500000000000000" pitchFamily="50" charset="-78"/>
                        <a:cs typeface="Arial" panose="020B0604020202020204" pitchFamily="34" charset="0"/>
                        <a:sym typeface="Aria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ar-SA" sz="1200" b="0" i="0" u="none" strike="noStrike" kern="1200" cap="none" spc="0" normalizeH="0" baseline="0" noProof="0" dirty="0">
                          <a:ln>
                            <a:noFill/>
                          </a:ln>
                          <a:solidFill>
                            <a:prstClr val="white"/>
                          </a:solidFill>
                          <a:effectLst/>
                          <a:uLnTx/>
                          <a:uFillTx/>
                          <a:latin typeface="Calibri"/>
                          <a:ea typeface="+mn-ea"/>
                          <a:cs typeface="Arial" panose="020B0604020202020204" pitchFamily="34" charset="0"/>
                          <a:sym typeface="Arial"/>
                        </a:rPr>
                        <a:t>2028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r>
                        <a:rPr lang="ar-SA" sz="1200" b="1" i="0" u="none" strike="noStrike" kern="1200" cap="none" dirty="0">
                          <a:solidFill>
                            <a:schemeClr val="bg1"/>
                          </a:solidFill>
                          <a:effectLst/>
                          <a:latin typeface="Ping AR + LT" panose="00000500000000000000" pitchFamily="50" charset="-78"/>
                          <a:ea typeface="Ping AR + LT" panose="00000500000000000000" pitchFamily="50" charset="-78"/>
                          <a:cs typeface="Arial" panose="020B0604020202020204" pitchFamily="34" charset="0"/>
                          <a:sym typeface="Arial"/>
                        </a:rPr>
                        <a:t>2027</a:t>
                      </a:r>
                      <a:endParaRPr lang="en-US" sz="1200" b="1" i="0" u="none" strike="noStrike" kern="1200" cap="none" dirty="0">
                        <a:solidFill>
                          <a:schemeClr val="bg1"/>
                        </a:solidFill>
                        <a:effectLst/>
                        <a:latin typeface="Ping AR + LT" panose="00000500000000000000" pitchFamily="50" charset="-78"/>
                        <a:ea typeface="Ping AR + LT" panose="00000500000000000000" pitchFamily="50" charset="-78"/>
                        <a:cs typeface="Arial" panose="020B0604020202020204" pitchFamily="34" charset="0"/>
                        <a:sym typeface="Aria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r>
                        <a:rPr lang="ar-SA" sz="1200" b="1" i="0" u="none" strike="noStrike" kern="1200" cap="none" dirty="0">
                          <a:solidFill>
                            <a:schemeClr val="bg1"/>
                          </a:solidFill>
                          <a:effectLst/>
                          <a:latin typeface="Ping AR + LT" panose="00000500000000000000" pitchFamily="50" charset="-78"/>
                          <a:ea typeface="Ping AR + LT" panose="00000500000000000000" pitchFamily="50" charset="-78"/>
                          <a:cs typeface="Arial" panose="020B0604020202020204" pitchFamily="34" charset="0"/>
                          <a:sym typeface="Arial"/>
                        </a:rPr>
                        <a:t>2026</a:t>
                      </a:r>
                      <a:endParaRPr lang="en-US" sz="1200" b="1" i="0" u="none" strike="noStrike" kern="1200" cap="none" dirty="0">
                        <a:solidFill>
                          <a:schemeClr val="bg1"/>
                        </a:solidFill>
                        <a:effectLst/>
                        <a:latin typeface="Ping AR + LT" panose="00000500000000000000" pitchFamily="50" charset="-78"/>
                        <a:ea typeface="Ping AR + LT" panose="00000500000000000000" pitchFamily="50" charset="-78"/>
                        <a:cs typeface="Arial" panose="020B0604020202020204" pitchFamily="34" charset="0"/>
                        <a:sym typeface="Aria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r>
                        <a:rPr lang="ar-SA" sz="1200" b="1" i="0" u="none" strike="noStrike" kern="1200" cap="none" dirty="0">
                          <a:solidFill>
                            <a:schemeClr val="bg1"/>
                          </a:solidFill>
                          <a:effectLst/>
                          <a:latin typeface="Ping AR + LT" panose="00000500000000000000" pitchFamily="50" charset="-78"/>
                          <a:ea typeface="Ping AR + LT" panose="00000500000000000000" pitchFamily="50" charset="-78"/>
                          <a:cs typeface="Arial" panose="020B0604020202020204" pitchFamily="34" charset="0"/>
                          <a:sym typeface="Arial"/>
                        </a:rPr>
                        <a:t>2025</a:t>
                      </a:r>
                      <a:endParaRPr lang="en-US" sz="1200" b="1" i="0" u="none" strike="noStrike" kern="1200" cap="none" dirty="0">
                        <a:solidFill>
                          <a:schemeClr val="bg1"/>
                        </a:solidFill>
                        <a:effectLst/>
                        <a:latin typeface="Ping AR + LT" panose="00000500000000000000" pitchFamily="50" charset="-78"/>
                        <a:ea typeface="Ping AR + LT" panose="00000500000000000000" pitchFamily="50" charset="-78"/>
                        <a:cs typeface="Arial" panose="020B0604020202020204" pitchFamily="34" charset="0"/>
                        <a:sym typeface="Aria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vMerge="1">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r>
                        <a:rPr lang="ar-SA" sz="1600" dirty="0">
                          <a:latin typeface="Bahij TheSansArabic SemiBold" panose="02040503050201020203" pitchFamily="18" charset="-78"/>
                          <a:cs typeface="Bahij TheSansArabic SemiBold" panose="02040503050201020203" pitchFamily="18" charset="-78"/>
                        </a:rPr>
                        <a:t>المؤشر</a:t>
                      </a:r>
                      <a:endParaRPr lang="en-US" sz="1600" dirty="0">
                        <a:latin typeface="Bahij TheSansArabic SemiBold" panose="02040503050201020203" pitchFamily="18" charset="-78"/>
                        <a:cs typeface="Bahij TheSansArabic SemiBold" panose="02040503050201020203" pitchFamily="18" charset="-78"/>
                      </a:endParaRPr>
                    </a:p>
                  </a:txBody>
                  <a:tcPr anchor="ct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9BBB59">
                        <a:tint val="40000"/>
                      </a:srgbClr>
                    </a:solidFill>
                  </a:tcPr>
                </a:tc>
                <a:tc vMerge="1">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r>
                        <a:rPr lang="ar-SA" sz="1600" dirty="0">
                          <a:latin typeface="Bahij TheSansArabic SemiBold" panose="02040503050201020203" pitchFamily="18" charset="-78"/>
                          <a:cs typeface="Bahij TheSansArabic SemiBold" panose="02040503050201020203" pitchFamily="18" charset="-78"/>
                        </a:rPr>
                        <a:t>م</a:t>
                      </a:r>
                      <a:endParaRPr lang="en-US" sz="1600" dirty="0">
                        <a:latin typeface="Bahij TheSansArabic SemiBold" panose="02040503050201020203" pitchFamily="18" charset="-78"/>
                        <a:cs typeface="Bahij TheSansArabic SemiBold" panose="02040503050201020203" pitchFamily="18" charset="-78"/>
                      </a:endParaRPr>
                    </a:p>
                  </a:txBody>
                  <a:tcPr anchor="ct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9BBB59">
                        <a:tint val="40000"/>
                      </a:srgbClr>
                    </a:solidFill>
                  </a:tcPr>
                </a:tc>
                <a:extLst>
                  <a:ext uri="{0D108BD9-81ED-4DB2-BD59-A6C34878D82A}">
                    <a16:rowId xmlns:a16="http://schemas.microsoft.com/office/drawing/2014/main" val="909576039"/>
                  </a:ext>
                </a:extLst>
              </a:tr>
              <a:tr h="199338">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rtl="1"/>
                      <a:r>
                        <a:rPr lang="ar-SA" sz="1200" b="0" i="0" u="none" strike="noStrike" kern="1200" cap="none" dirty="0">
                          <a:solidFill>
                            <a:schemeClr val="tx1"/>
                          </a:solidFill>
                          <a:effectLst/>
                          <a:latin typeface="Calibri"/>
                          <a:ea typeface="+mn-ea"/>
                          <a:cs typeface="Arial" panose="020B0604020202020204" pitchFamily="34" charset="0"/>
                          <a:sym typeface="Arial"/>
                        </a:rPr>
                        <a:t>60%</a:t>
                      </a:r>
                      <a:endParaRPr lang="en-US" sz="1200" b="0" i="0" u="none" strike="noStrike" kern="1200" cap="none" dirty="0">
                        <a:solidFill>
                          <a:schemeClr val="tx1"/>
                        </a:solidFill>
                        <a:effectLst/>
                        <a:latin typeface="Calibri"/>
                        <a:ea typeface="+mn-ea"/>
                        <a:cs typeface="Arial" panose="020B0604020202020204" pitchFamily="34" charset="0"/>
                        <a:sym typeface="Aria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ar-SA" sz="1200" b="0" i="0" u="none" strike="noStrike" kern="1200" cap="none" spc="0" normalizeH="0" baseline="0" noProof="0" dirty="0">
                          <a:ln>
                            <a:noFill/>
                          </a:ln>
                          <a:solidFill>
                            <a:prstClr val="black"/>
                          </a:solidFill>
                          <a:effectLst/>
                          <a:uLnTx/>
                          <a:uFillTx/>
                          <a:latin typeface="Calibri"/>
                          <a:ea typeface="+mn-ea"/>
                          <a:cs typeface="Arial" panose="020B0604020202020204" pitchFamily="34" charset="0"/>
                          <a:sym typeface="Arial"/>
                        </a:rPr>
                        <a:t>15%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ar-SA" sz="1200" b="0" i="0" u="none" strike="noStrike" kern="1200" cap="none" spc="0" normalizeH="0" baseline="0" noProof="0" dirty="0">
                          <a:ln>
                            <a:noFill/>
                          </a:ln>
                          <a:solidFill>
                            <a:prstClr val="black"/>
                          </a:solidFill>
                          <a:effectLst/>
                          <a:uLnTx/>
                          <a:uFillTx/>
                          <a:latin typeface="Calibri"/>
                          <a:ea typeface="+mn-ea"/>
                          <a:cs typeface="Arial" panose="020B0604020202020204" pitchFamily="34" charset="0"/>
                          <a:sym typeface="Arial"/>
                        </a:rPr>
                        <a:t>15%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ar-SA" sz="1200" b="0" i="0" u="none" strike="noStrike" kern="1200" cap="none" spc="0" normalizeH="0" baseline="0" noProof="0" dirty="0">
                          <a:ln>
                            <a:noFill/>
                          </a:ln>
                          <a:solidFill>
                            <a:prstClr val="black"/>
                          </a:solidFill>
                          <a:effectLst/>
                          <a:uLnTx/>
                          <a:uFillTx/>
                          <a:latin typeface="Calibri"/>
                          <a:ea typeface="+mn-ea"/>
                          <a:cs typeface="Arial" panose="020B0604020202020204" pitchFamily="34" charset="0"/>
                          <a:sym typeface="Arial"/>
                        </a:rPr>
                        <a:t>15%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ar-SA" sz="1200" b="0" i="0" u="none" strike="noStrike" kern="1200" cap="none" spc="0" normalizeH="0" baseline="0" noProof="0" dirty="0">
                          <a:ln>
                            <a:noFill/>
                          </a:ln>
                          <a:solidFill>
                            <a:prstClr val="black"/>
                          </a:solidFill>
                          <a:effectLst/>
                          <a:uLnTx/>
                          <a:uFillTx/>
                          <a:latin typeface="Calibri"/>
                          <a:ea typeface="+mn-ea"/>
                          <a:cs typeface="Arial" panose="020B0604020202020204" pitchFamily="34" charset="0"/>
                          <a:sym typeface="Arial"/>
                        </a:rPr>
                        <a:t>10%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rtl="1"/>
                      <a:r>
                        <a:rPr lang="ar-SA" sz="1200" b="0" i="0" u="none" strike="noStrike" kern="1200" cap="none" dirty="0">
                          <a:solidFill>
                            <a:schemeClr val="tx1"/>
                          </a:solidFill>
                          <a:effectLst/>
                          <a:latin typeface="Calibri"/>
                          <a:ea typeface="+mn-ea"/>
                          <a:cs typeface="Arial" panose="020B0604020202020204" pitchFamily="34" charset="0"/>
                          <a:sym typeface="Arial"/>
                        </a:rPr>
                        <a:t>5%</a:t>
                      </a:r>
                      <a:endParaRPr lang="en-US" sz="1200" b="0" i="0" u="none" strike="noStrike" kern="1200" cap="none" dirty="0">
                        <a:solidFill>
                          <a:schemeClr val="tx1"/>
                        </a:solidFill>
                        <a:effectLst/>
                        <a:latin typeface="Calibri"/>
                        <a:ea typeface="+mn-ea"/>
                        <a:cs typeface="Arial" panose="020B0604020202020204" pitchFamily="34" charset="0"/>
                        <a:sym typeface="Aria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r" defTabSz="914400" rtl="1" eaLnBrk="1" latinLnBrk="0" hangingPunct="1">
                        <a:defRPr sz="1800" kern="1200">
                          <a:solidFill>
                            <a:schemeClr val="tx1"/>
                          </a:solidFill>
                          <a:latin typeface="Arial"/>
                        </a:defRPr>
                      </a:lvl1pPr>
                      <a:lvl2pPr marL="457200" algn="r" defTabSz="914400" rtl="1" eaLnBrk="1" latinLnBrk="0" hangingPunct="1">
                        <a:defRPr sz="1800" kern="1200">
                          <a:solidFill>
                            <a:schemeClr val="tx1"/>
                          </a:solidFill>
                          <a:latin typeface="Arial"/>
                        </a:defRPr>
                      </a:lvl2pPr>
                      <a:lvl3pPr marL="914400" algn="r" defTabSz="914400" rtl="1" eaLnBrk="1" latinLnBrk="0" hangingPunct="1">
                        <a:defRPr sz="1800" kern="1200">
                          <a:solidFill>
                            <a:schemeClr val="tx1"/>
                          </a:solidFill>
                          <a:latin typeface="Arial"/>
                        </a:defRPr>
                      </a:lvl3pPr>
                      <a:lvl4pPr marL="1371600" algn="r" defTabSz="914400" rtl="1" eaLnBrk="1" latinLnBrk="0" hangingPunct="1">
                        <a:defRPr sz="1800" kern="1200">
                          <a:solidFill>
                            <a:schemeClr val="tx1"/>
                          </a:solidFill>
                          <a:latin typeface="Arial"/>
                        </a:defRPr>
                      </a:lvl4pPr>
                      <a:lvl5pPr marL="1828800" algn="r" defTabSz="914400" rtl="1" eaLnBrk="1" latinLnBrk="0" hangingPunct="1">
                        <a:defRPr sz="1800" kern="1200">
                          <a:solidFill>
                            <a:schemeClr val="tx1"/>
                          </a:solidFill>
                          <a:latin typeface="Arial"/>
                        </a:defRPr>
                      </a:lvl5pPr>
                      <a:lvl6pPr marL="2286000" algn="r" defTabSz="914400" rtl="1" eaLnBrk="1" latinLnBrk="0" hangingPunct="1">
                        <a:defRPr sz="1800" kern="1200">
                          <a:solidFill>
                            <a:schemeClr val="tx1"/>
                          </a:solidFill>
                          <a:latin typeface="Arial"/>
                        </a:defRPr>
                      </a:lvl6pPr>
                      <a:lvl7pPr marL="2743200" algn="r" defTabSz="914400" rtl="1" eaLnBrk="1" latinLnBrk="0" hangingPunct="1">
                        <a:defRPr sz="1800" kern="1200">
                          <a:solidFill>
                            <a:schemeClr val="tx1"/>
                          </a:solidFill>
                          <a:latin typeface="Arial"/>
                        </a:defRPr>
                      </a:lvl7pPr>
                      <a:lvl8pPr marL="3200400" algn="r" defTabSz="914400" rtl="1" eaLnBrk="1" latinLnBrk="0" hangingPunct="1">
                        <a:defRPr sz="1800" kern="1200">
                          <a:solidFill>
                            <a:schemeClr val="tx1"/>
                          </a:solidFill>
                          <a:latin typeface="Arial"/>
                        </a:defRPr>
                      </a:lvl8pPr>
                      <a:lvl9pPr marL="3657600" algn="r" defTabSz="914400" rtl="1" eaLnBrk="1" latinLnBrk="0" hangingPunct="1">
                        <a:defRPr sz="1800" kern="1200">
                          <a:solidFill>
                            <a:schemeClr val="tx1"/>
                          </a:solidFill>
                          <a:latin typeface="Arial"/>
                        </a:defRPr>
                      </a:lvl9pPr>
                    </a:lstStyle>
                    <a:p>
                      <a:pPr marL="0" marR="0" lvl="0" indent="0" algn="justLow" defTabSz="914400" rtl="1" eaLnBrk="1" fontAlgn="auto" latinLnBrk="0" hangingPunct="1">
                        <a:lnSpc>
                          <a:spcPct val="115000"/>
                        </a:lnSpc>
                        <a:spcBef>
                          <a:spcPts val="0"/>
                        </a:spcBef>
                        <a:spcAft>
                          <a:spcPts val="0"/>
                        </a:spcAft>
                        <a:buClrTx/>
                        <a:buSzTx/>
                        <a:buFont typeface="+mj-lt"/>
                        <a:buNone/>
                        <a:tabLst/>
                        <a:defRPr/>
                      </a:pPr>
                      <a:r>
                        <a:rPr lang="ar-SA" sz="1200" b="0" i="0" u="none" strike="noStrike" kern="1200" cap="none" noProof="0" dirty="0">
                          <a:solidFill>
                            <a:schemeClr val="tx1"/>
                          </a:solidFill>
                          <a:effectLst/>
                          <a:latin typeface="Calibri"/>
                          <a:ea typeface="+mn-ea"/>
                          <a:cs typeface="Arial" panose="020B0604020202020204" pitchFamily="34" charset="0"/>
                          <a:sym typeface="Arial"/>
                        </a:rPr>
                        <a:t>معدل نمو الدخل</a:t>
                      </a:r>
                    </a:p>
                  </a:txBody>
                  <a:tcPr marL="13342" marR="13342" marT="8895" marB="889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marL="0" marR="0" algn="ctr" defTabSz="914400" rtl="0" eaLnBrk="1" latinLnBrk="0" hangingPunct="1">
                        <a:lnSpc>
                          <a:spcPct val="100000"/>
                        </a:lnSpc>
                        <a:spcBef>
                          <a:spcPts val="0"/>
                        </a:spcBef>
                        <a:spcAft>
                          <a:spcPts val="0"/>
                        </a:spcAft>
                        <a:buClr>
                          <a:srgbClr val="000000"/>
                        </a:buClr>
                        <a:buFont typeface="Arial"/>
                      </a:pPr>
                      <a:r>
                        <a:rPr lang="ar-SA" sz="1200" b="0" i="0" u="none" strike="noStrike" kern="1200" cap="none" dirty="0">
                          <a:solidFill>
                            <a:schemeClr val="bg1"/>
                          </a:solidFill>
                          <a:effectLst/>
                          <a:latin typeface="Calibri"/>
                          <a:ea typeface="+mn-ea"/>
                          <a:cs typeface="Arial" panose="020B0604020202020204" pitchFamily="34" charset="0"/>
                          <a:sym typeface="Arial"/>
                        </a:rPr>
                        <a:t>ط 1</a:t>
                      </a:r>
                      <a:endParaRPr lang="en-US" sz="1200" b="0" i="0" u="none" strike="noStrike" kern="1200" cap="none" dirty="0">
                        <a:solidFill>
                          <a:schemeClr val="bg1"/>
                        </a:solidFill>
                        <a:effectLst/>
                        <a:latin typeface="Calibri"/>
                        <a:ea typeface="+mn-ea"/>
                        <a:cs typeface="Arial" panose="020B0604020202020204" pitchFamily="34" charset="0"/>
                        <a:sym typeface="Aria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extLst>
                  <a:ext uri="{0D108BD9-81ED-4DB2-BD59-A6C34878D82A}">
                    <a16:rowId xmlns:a16="http://schemas.microsoft.com/office/drawing/2014/main" val="2886824079"/>
                  </a:ext>
                </a:extLst>
              </a:tr>
              <a:tr h="199338">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rtl="1"/>
                      <a:r>
                        <a:rPr lang="ar-SA" sz="1200" b="0" i="0" u="none" strike="noStrike" kern="1200" cap="none" dirty="0">
                          <a:solidFill>
                            <a:schemeClr val="tx1"/>
                          </a:solidFill>
                          <a:effectLst/>
                          <a:latin typeface="Calibri"/>
                          <a:ea typeface="+mn-ea"/>
                          <a:cs typeface="Arial" panose="020B0604020202020204" pitchFamily="34" charset="0"/>
                          <a:sym typeface="Arial"/>
                        </a:rPr>
                        <a:t> 45%</a:t>
                      </a:r>
                      <a:endParaRPr lang="en-US" sz="1200" b="0" i="0" u="none" strike="noStrike" kern="1200" cap="none" dirty="0">
                        <a:solidFill>
                          <a:schemeClr val="tx1"/>
                        </a:solidFill>
                        <a:effectLst/>
                        <a:latin typeface="Calibri"/>
                        <a:ea typeface="+mn-ea"/>
                        <a:cs typeface="Arial" panose="020B0604020202020204" pitchFamily="34" charset="0"/>
                        <a:sym typeface="Aria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ar-SA" sz="1200" b="0" i="0" u="none" strike="noStrike" kern="1200" cap="none" spc="0" normalizeH="0" baseline="0" noProof="0" dirty="0">
                          <a:ln>
                            <a:noFill/>
                          </a:ln>
                          <a:solidFill>
                            <a:prstClr val="black"/>
                          </a:solidFill>
                          <a:effectLst/>
                          <a:uLnTx/>
                          <a:uFillTx/>
                          <a:latin typeface="Calibri"/>
                          <a:ea typeface="+mn-ea"/>
                          <a:cs typeface="Arial" panose="020B0604020202020204" pitchFamily="34" charset="0"/>
                          <a:sym typeface="Arial"/>
                        </a:rPr>
                        <a:t>15%</a:t>
                      </a:r>
                      <a:endParaRPr kumimoji="0" lang="en-US" sz="1200" b="0" i="0" u="none" strike="noStrike" kern="1200" cap="none" spc="0" normalizeH="0" baseline="0" noProof="0" dirty="0">
                        <a:ln>
                          <a:noFill/>
                        </a:ln>
                        <a:solidFill>
                          <a:prstClr val="black"/>
                        </a:solidFill>
                        <a:effectLst/>
                        <a:uLnTx/>
                        <a:uFillTx/>
                        <a:latin typeface="Calibri"/>
                        <a:ea typeface="+mn-ea"/>
                        <a:cs typeface="Arial" panose="020B0604020202020204" pitchFamily="34" charset="0"/>
                        <a:sym typeface="Aria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ar-SA" sz="1200" b="0" i="0" u="none" strike="noStrike" kern="1200" cap="none" spc="0" normalizeH="0" baseline="0" noProof="0" dirty="0">
                          <a:ln>
                            <a:noFill/>
                          </a:ln>
                          <a:solidFill>
                            <a:prstClr val="black"/>
                          </a:solidFill>
                          <a:effectLst/>
                          <a:uLnTx/>
                          <a:uFillTx/>
                          <a:latin typeface="Calibri"/>
                          <a:ea typeface="+mn-ea"/>
                          <a:cs typeface="Arial" panose="020B0604020202020204" pitchFamily="34" charset="0"/>
                          <a:sym typeface="Arial"/>
                        </a:rPr>
                        <a:t>10%</a:t>
                      </a:r>
                      <a:endParaRPr kumimoji="0" lang="en-US" sz="1200" b="0" i="0" u="none" strike="noStrike" kern="1200" cap="none" spc="0" normalizeH="0" baseline="0" noProof="0" dirty="0">
                        <a:ln>
                          <a:noFill/>
                        </a:ln>
                        <a:solidFill>
                          <a:prstClr val="black"/>
                        </a:solidFill>
                        <a:effectLst/>
                        <a:uLnTx/>
                        <a:uFillTx/>
                        <a:latin typeface="Calibri"/>
                        <a:ea typeface="+mn-ea"/>
                        <a:cs typeface="Arial" panose="020B0604020202020204" pitchFamily="34" charset="0"/>
                        <a:sym typeface="Aria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ar-SA" sz="1200" b="0" i="0" u="none" strike="noStrike" kern="1200" cap="none" spc="0" normalizeH="0" baseline="0" noProof="0" dirty="0">
                          <a:ln>
                            <a:noFill/>
                          </a:ln>
                          <a:solidFill>
                            <a:prstClr val="black"/>
                          </a:solidFill>
                          <a:effectLst/>
                          <a:uLnTx/>
                          <a:uFillTx/>
                          <a:latin typeface="Calibri"/>
                          <a:ea typeface="+mn-ea"/>
                          <a:cs typeface="Arial" panose="020B0604020202020204" pitchFamily="34" charset="0"/>
                          <a:sym typeface="Arial"/>
                        </a:rPr>
                        <a:t>10%</a:t>
                      </a:r>
                      <a:endParaRPr kumimoji="0" lang="en-US" sz="1200" b="0" i="0" u="none" strike="noStrike" kern="1200" cap="none" spc="0" normalizeH="0" baseline="0" noProof="0" dirty="0">
                        <a:ln>
                          <a:noFill/>
                        </a:ln>
                        <a:solidFill>
                          <a:prstClr val="black"/>
                        </a:solidFill>
                        <a:effectLst/>
                        <a:uLnTx/>
                        <a:uFillTx/>
                        <a:latin typeface="Calibri"/>
                        <a:ea typeface="+mn-ea"/>
                        <a:cs typeface="Arial" panose="020B0604020202020204" pitchFamily="34" charset="0"/>
                        <a:sym typeface="Aria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ar-SA" sz="1200" b="0" i="0" u="none" strike="noStrike" kern="1200" cap="none" spc="0" normalizeH="0" baseline="0" noProof="0" dirty="0">
                          <a:ln>
                            <a:noFill/>
                          </a:ln>
                          <a:solidFill>
                            <a:prstClr val="black"/>
                          </a:solidFill>
                          <a:effectLst/>
                          <a:uLnTx/>
                          <a:uFillTx/>
                          <a:latin typeface="Calibri"/>
                          <a:ea typeface="+mn-ea"/>
                          <a:cs typeface="Arial" panose="020B0604020202020204" pitchFamily="34" charset="0"/>
                          <a:sym typeface="Arial"/>
                        </a:rPr>
                        <a:t>5%</a:t>
                      </a:r>
                      <a:endParaRPr kumimoji="0" lang="en-US" sz="1200" b="0" i="0" u="none" strike="noStrike" kern="1200" cap="none" spc="0" normalizeH="0" baseline="0" noProof="0" dirty="0">
                        <a:ln>
                          <a:noFill/>
                        </a:ln>
                        <a:solidFill>
                          <a:prstClr val="black"/>
                        </a:solidFill>
                        <a:effectLst/>
                        <a:uLnTx/>
                        <a:uFillTx/>
                        <a:latin typeface="Calibri"/>
                        <a:ea typeface="+mn-ea"/>
                        <a:cs typeface="Arial" panose="020B0604020202020204" pitchFamily="34" charset="0"/>
                        <a:sym typeface="Aria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rtl="1"/>
                      <a:r>
                        <a:rPr lang="ar-SA" sz="1200" b="0" i="0" u="none" strike="noStrike" kern="1200" cap="none" dirty="0">
                          <a:solidFill>
                            <a:schemeClr val="tx1"/>
                          </a:solidFill>
                          <a:effectLst/>
                          <a:latin typeface="Calibri"/>
                          <a:ea typeface="+mn-ea"/>
                          <a:cs typeface="Arial" panose="020B0604020202020204" pitchFamily="34" charset="0"/>
                          <a:sym typeface="Arial"/>
                        </a:rPr>
                        <a:t>5%</a:t>
                      </a:r>
                      <a:endParaRPr lang="en-US" sz="1200" b="0" i="0" u="none" strike="noStrike" kern="1200" cap="none" dirty="0">
                        <a:solidFill>
                          <a:schemeClr val="tx1"/>
                        </a:solidFill>
                        <a:effectLst/>
                        <a:latin typeface="Calibri"/>
                        <a:ea typeface="+mn-ea"/>
                        <a:cs typeface="Arial" panose="020B0604020202020204" pitchFamily="34" charset="0"/>
                        <a:sym typeface="Aria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r" defTabSz="914400" rtl="1" eaLnBrk="1" latinLnBrk="0" hangingPunct="1">
                        <a:defRPr sz="1800" kern="1200">
                          <a:solidFill>
                            <a:schemeClr val="tx1"/>
                          </a:solidFill>
                          <a:latin typeface="Arial"/>
                        </a:defRPr>
                      </a:lvl1pPr>
                      <a:lvl2pPr marL="457200" algn="r" defTabSz="914400" rtl="1" eaLnBrk="1" latinLnBrk="0" hangingPunct="1">
                        <a:defRPr sz="1800" kern="1200">
                          <a:solidFill>
                            <a:schemeClr val="tx1"/>
                          </a:solidFill>
                          <a:latin typeface="Arial"/>
                        </a:defRPr>
                      </a:lvl2pPr>
                      <a:lvl3pPr marL="914400" algn="r" defTabSz="914400" rtl="1" eaLnBrk="1" latinLnBrk="0" hangingPunct="1">
                        <a:defRPr sz="1800" kern="1200">
                          <a:solidFill>
                            <a:schemeClr val="tx1"/>
                          </a:solidFill>
                          <a:latin typeface="Arial"/>
                        </a:defRPr>
                      </a:lvl3pPr>
                      <a:lvl4pPr marL="1371600" algn="r" defTabSz="914400" rtl="1" eaLnBrk="1" latinLnBrk="0" hangingPunct="1">
                        <a:defRPr sz="1800" kern="1200">
                          <a:solidFill>
                            <a:schemeClr val="tx1"/>
                          </a:solidFill>
                          <a:latin typeface="Arial"/>
                        </a:defRPr>
                      </a:lvl4pPr>
                      <a:lvl5pPr marL="1828800" algn="r" defTabSz="914400" rtl="1" eaLnBrk="1" latinLnBrk="0" hangingPunct="1">
                        <a:defRPr sz="1800" kern="1200">
                          <a:solidFill>
                            <a:schemeClr val="tx1"/>
                          </a:solidFill>
                          <a:latin typeface="Arial"/>
                        </a:defRPr>
                      </a:lvl5pPr>
                      <a:lvl6pPr marL="2286000" algn="r" defTabSz="914400" rtl="1" eaLnBrk="1" latinLnBrk="0" hangingPunct="1">
                        <a:defRPr sz="1800" kern="1200">
                          <a:solidFill>
                            <a:schemeClr val="tx1"/>
                          </a:solidFill>
                          <a:latin typeface="Arial"/>
                        </a:defRPr>
                      </a:lvl6pPr>
                      <a:lvl7pPr marL="2743200" algn="r" defTabSz="914400" rtl="1" eaLnBrk="1" latinLnBrk="0" hangingPunct="1">
                        <a:defRPr sz="1800" kern="1200">
                          <a:solidFill>
                            <a:schemeClr val="tx1"/>
                          </a:solidFill>
                          <a:latin typeface="Arial"/>
                        </a:defRPr>
                      </a:lvl7pPr>
                      <a:lvl8pPr marL="3200400" algn="r" defTabSz="914400" rtl="1" eaLnBrk="1" latinLnBrk="0" hangingPunct="1">
                        <a:defRPr sz="1800" kern="1200">
                          <a:solidFill>
                            <a:schemeClr val="tx1"/>
                          </a:solidFill>
                          <a:latin typeface="Arial"/>
                        </a:defRPr>
                      </a:lvl8pPr>
                      <a:lvl9pPr marL="3657600" algn="r" defTabSz="914400" rtl="1" eaLnBrk="1" latinLnBrk="0" hangingPunct="1">
                        <a:defRPr sz="1800" kern="1200">
                          <a:solidFill>
                            <a:schemeClr val="tx1"/>
                          </a:solidFill>
                          <a:latin typeface="Arial"/>
                        </a:defRPr>
                      </a:lvl9pPr>
                    </a:lstStyle>
                    <a:p>
                      <a:pPr marL="0" marR="0" lvl="0" indent="0" algn="justLow" defTabSz="914400" rtl="1" eaLnBrk="1" fontAlgn="auto" latinLnBrk="0" hangingPunct="1">
                        <a:lnSpc>
                          <a:spcPct val="115000"/>
                        </a:lnSpc>
                        <a:spcBef>
                          <a:spcPts val="0"/>
                        </a:spcBef>
                        <a:spcAft>
                          <a:spcPts val="0"/>
                        </a:spcAft>
                        <a:buClrTx/>
                        <a:buSzTx/>
                        <a:buFont typeface="+mj-lt"/>
                        <a:buNone/>
                        <a:tabLst/>
                        <a:defRPr/>
                      </a:pPr>
                      <a:r>
                        <a:rPr lang="ar-SA" sz="1200" b="0" i="0" u="none" strike="noStrike" kern="1200" cap="none" noProof="0" dirty="0">
                          <a:solidFill>
                            <a:schemeClr val="tx1"/>
                          </a:solidFill>
                          <a:effectLst/>
                          <a:latin typeface="Calibri"/>
                          <a:ea typeface="+mn-ea"/>
                          <a:cs typeface="Arial" panose="020B0604020202020204" pitchFamily="34" charset="0"/>
                          <a:sym typeface="Arial"/>
                        </a:rPr>
                        <a:t>معدل القدرة الذاتية على تغطية النفقات التشغيلية</a:t>
                      </a:r>
                    </a:p>
                  </a:txBody>
                  <a:tcPr marL="13342" marR="13342" marT="8895" marB="889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marL="0" marR="0" algn="ctr" defTabSz="914400" rtl="0" eaLnBrk="1" latinLnBrk="0" hangingPunct="1">
                        <a:lnSpc>
                          <a:spcPct val="100000"/>
                        </a:lnSpc>
                        <a:spcBef>
                          <a:spcPts val="0"/>
                        </a:spcBef>
                        <a:spcAft>
                          <a:spcPts val="0"/>
                        </a:spcAft>
                        <a:buClr>
                          <a:srgbClr val="000000"/>
                        </a:buClr>
                        <a:buFont typeface="Arial"/>
                      </a:pPr>
                      <a:r>
                        <a:rPr lang="ar-SA" sz="1200" b="0" i="0" u="none" strike="noStrike" kern="1200" cap="none" dirty="0">
                          <a:solidFill>
                            <a:schemeClr val="bg1"/>
                          </a:solidFill>
                          <a:effectLst/>
                          <a:latin typeface="Calibri"/>
                          <a:ea typeface="+mn-ea"/>
                          <a:cs typeface="Arial" panose="020B0604020202020204" pitchFamily="34" charset="0"/>
                          <a:sym typeface="Arial"/>
                        </a:rPr>
                        <a:t>ط 2</a:t>
                      </a:r>
                      <a:endParaRPr lang="en-US" sz="1200" b="0" i="0" u="none" strike="noStrike" kern="1200" cap="none" dirty="0">
                        <a:solidFill>
                          <a:schemeClr val="bg1"/>
                        </a:solidFill>
                        <a:effectLst/>
                        <a:latin typeface="Calibri"/>
                        <a:ea typeface="+mn-ea"/>
                        <a:cs typeface="Arial" panose="020B0604020202020204" pitchFamily="34" charset="0"/>
                        <a:sym typeface="Aria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extLst>
                  <a:ext uri="{0D108BD9-81ED-4DB2-BD59-A6C34878D82A}">
                    <a16:rowId xmlns:a16="http://schemas.microsoft.com/office/drawing/2014/main" val="1753952906"/>
                  </a:ext>
                </a:extLst>
              </a:tr>
              <a:tr h="199338">
                <a:tc>
                  <a:txBody>
                    <a:bodyPr/>
                    <a:lstStyle/>
                    <a:p>
                      <a:pPr algn="ctr" rtl="1"/>
                      <a:r>
                        <a:rPr lang="ar-SA" sz="1200" b="0" i="0" u="none" strike="noStrike" kern="1200" cap="none" dirty="0">
                          <a:solidFill>
                            <a:schemeClr val="tx1"/>
                          </a:solidFill>
                          <a:effectLst/>
                          <a:latin typeface="Calibri"/>
                          <a:ea typeface="+mn-ea"/>
                          <a:cs typeface="Arial" panose="020B0604020202020204" pitchFamily="34" charset="0"/>
                          <a:sym typeface="Arial"/>
                        </a:rPr>
                        <a:t>30 شهر</a:t>
                      </a:r>
                      <a:endParaRPr lang="en-US" sz="1200" b="0" i="0" u="none" strike="noStrike" kern="1200" cap="none" dirty="0">
                        <a:solidFill>
                          <a:schemeClr val="tx1"/>
                        </a:solidFill>
                        <a:effectLst/>
                        <a:latin typeface="Calibri"/>
                        <a:ea typeface="+mn-ea"/>
                        <a:cs typeface="Arial" panose="020B0604020202020204" pitchFamily="34" charset="0"/>
                        <a:sym typeface="Aria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ar-SA" sz="1200" b="0" i="0" u="none" strike="noStrike" kern="1200" cap="none" spc="0" normalizeH="0" baseline="0" noProof="0" dirty="0">
                          <a:ln>
                            <a:noFill/>
                          </a:ln>
                          <a:solidFill>
                            <a:prstClr val="black"/>
                          </a:solidFill>
                          <a:effectLst/>
                          <a:uLnTx/>
                          <a:uFillTx/>
                          <a:latin typeface="Calibri"/>
                          <a:ea typeface="+mn-ea"/>
                          <a:cs typeface="Arial" panose="020B0604020202020204" pitchFamily="34" charset="0"/>
                          <a:sym typeface="Arial"/>
                        </a:rPr>
                        <a:t>6 شهور</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ar-SA" sz="1200" b="0" i="0" u="none" strike="noStrike" kern="1200" cap="none" spc="0" normalizeH="0" baseline="0" noProof="0" dirty="0">
                          <a:ln>
                            <a:noFill/>
                          </a:ln>
                          <a:solidFill>
                            <a:prstClr val="black"/>
                          </a:solidFill>
                          <a:effectLst/>
                          <a:uLnTx/>
                          <a:uFillTx/>
                          <a:latin typeface="Calibri"/>
                          <a:ea typeface="+mn-ea"/>
                          <a:cs typeface="Arial" panose="020B0604020202020204" pitchFamily="34" charset="0"/>
                          <a:sym typeface="Arial"/>
                        </a:rPr>
                        <a:t>6 شهور</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ar-SA" sz="1200" b="0" i="0" u="none" strike="noStrike" kern="1200" cap="none" spc="0" normalizeH="0" baseline="0" noProof="0" dirty="0">
                          <a:ln>
                            <a:noFill/>
                          </a:ln>
                          <a:solidFill>
                            <a:prstClr val="black"/>
                          </a:solidFill>
                          <a:effectLst/>
                          <a:uLnTx/>
                          <a:uFillTx/>
                          <a:latin typeface="Calibri"/>
                          <a:ea typeface="+mn-ea"/>
                          <a:cs typeface="Arial" panose="020B0604020202020204" pitchFamily="34" charset="0"/>
                          <a:sym typeface="Arial"/>
                        </a:rPr>
                        <a:t>6 شهور</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ar-SA" sz="1200" b="0" i="0" u="none" strike="noStrike" kern="1200" cap="none" spc="0" normalizeH="0" baseline="0" noProof="0" dirty="0">
                          <a:ln>
                            <a:noFill/>
                          </a:ln>
                          <a:solidFill>
                            <a:prstClr val="black"/>
                          </a:solidFill>
                          <a:effectLst/>
                          <a:uLnTx/>
                          <a:uFillTx/>
                          <a:latin typeface="Calibri"/>
                          <a:ea typeface="+mn-ea"/>
                          <a:cs typeface="Arial" panose="020B0604020202020204" pitchFamily="34" charset="0"/>
                          <a:sym typeface="Arial"/>
                        </a:rPr>
                        <a:t>6 شهور</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ar-SA" sz="1200" b="0" i="0" u="none" strike="noStrike" kern="1200" cap="none" spc="0" normalizeH="0" baseline="0" noProof="0" dirty="0">
                          <a:ln>
                            <a:noFill/>
                          </a:ln>
                          <a:solidFill>
                            <a:prstClr val="black"/>
                          </a:solidFill>
                          <a:effectLst/>
                          <a:uLnTx/>
                          <a:uFillTx/>
                          <a:latin typeface="Calibri"/>
                          <a:ea typeface="+mn-ea"/>
                          <a:cs typeface="Arial" panose="020B0604020202020204" pitchFamily="34" charset="0"/>
                          <a:sym typeface="Arial"/>
                        </a:rPr>
                        <a:t>6 شهور</a:t>
                      </a:r>
                      <a:endParaRPr kumimoji="0" lang="en-US" sz="1200" b="0" i="0" u="none" strike="noStrike" kern="1200" cap="none" spc="0" normalizeH="0" baseline="0" noProof="0" dirty="0">
                        <a:ln>
                          <a:noFill/>
                        </a:ln>
                        <a:solidFill>
                          <a:prstClr val="black"/>
                        </a:solidFill>
                        <a:effectLst/>
                        <a:uLnTx/>
                        <a:uFillTx/>
                        <a:latin typeface="Calibri"/>
                        <a:ea typeface="+mn-ea"/>
                        <a:cs typeface="Arial" panose="020B0604020202020204" pitchFamily="34" charset="0"/>
                        <a:sym typeface="Aria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Low" defTabSz="914400" rtl="1" eaLnBrk="1" fontAlgn="auto" latinLnBrk="0" hangingPunct="1">
                        <a:lnSpc>
                          <a:spcPct val="115000"/>
                        </a:lnSpc>
                        <a:spcBef>
                          <a:spcPts val="0"/>
                        </a:spcBef>
                        <a:spcAft>
                          <a:spcPts val="0"/>
                        </a:spcAft>
                        <a:buClrTx/>
                        <a:buSzTx/>
                        <a:buFont typeface="+mj-lt"/>
                        <a:buNone/>
                        <a:tabLst/>
                        <a:defRPr/>
                      </a:pPr>
                      <a:r>
                        <a:rPr lang="ar-SA" sz="1200" b="0" i="0" u="none" strike="noStrike" kern="1200" cap="none" noProof="0" dirty="0">
                          <a:solidFill>
                            <a:schemeClr val="tx1"/>
                          </a:solidFill>
                          <a:effectLst/>
                          <a:latin typeface="Calibri"/>
                          <a:ea typeface="+mn-ea"/>
                          <a:cs typeface="Arial" panose="020B0604020202020204" pitchFamily="34" charset="0"/>
                          <a:sym typeface="Arial"/>
                        </a:rPr>
                        <a:t>حجم الاحتياطيات المالية</a:t>
                      </a:r>
                    </a:p>
                  </a:txBody>
                  <a:tcPr marL="13342" marR="13342" marT="8895" marB="889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algn="ctr" defTabSz="914400" rtl="0" eaLnBrk="1" latinLnBrk="0" hangingPunct="1">
                        <a:lnSpc>
                          <a:spcPct val="100000"/>
                        </a:lnSpc>
                        <a:spcBef>
                          <a:spcPts val="0"/>
                        </a:spcBef>
                        <a:spcAft>
                          <a:spcPts val="0"/>
                        </a:spcAft>
                        <a:buClr>
                          <a:srgbClr val="000000"/>
                        </a:buClr>
                        <a:buFont typeface="Arial"/>
                      </a:pPr>
                      <a:r>
                        <a:rPr lang="ar-SA" sz="1200" b="0" i="0" u="none" strike="noStrike" kern="1200" cap="none" dirty="0">
                          <a:solidFill>
                            <a:schemeClr val="bg1"/>
                          </a:solidFill>
                          <a:effectLst/>
                          <a:latin typeface="Calibri"/>
                          <a:ea typeface="+mn-ea"/>
                          <a:cs typeface="Arial" panose="020B0604020202020204" pitchFamily="34" charset="0"/>
                          <a:sym typeface="Arial"/>
                        </a:rPr>
                        <a:t>ط 3</a:t>
                      </a:r>
                      <a:endParaRPr lang="en-US" sz="1200" b="0" i="0" u="none" strike="noStrike" kern="1200" cap="none" dirty="0">
                        <a:solidFill>
                          <a:schemeClr val="bg1"/>
                        </a:solidFill>
                        <a:effectLst/>
                        <a:latin typeface="Calibri"/>
                        <a:ea typeface="+mn-ea"/>
                        <a:cs typeface="Arial" panose="020B0604020202020204" pitchFamily="34" charset="0"/>
                        <a:sym typeface="Aria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extLst>
                  <a:ext uri="{0D108BD9-81ED-4DB2-BD59-A6C34878D82A}">
                    <a16:rowId xmlns:a16="http://schemas.microsoft.com/office/drawing/2014/main" val="2753668373"/>
                  </a:ext>
                </a:extLst>
              </a:tr>
              <a:tr h="199338">
                <a:tc>
                  <a:txBody>
                    <a:bodyPr/>
                    <a:lstStyle/>
                    <a:p>
                      <a:pPr algn="ctr" rtl="1"/>
                      <a:r>
                        <a:rPr lang="ar-SA" sz="1200" b="0" i="0" u="none" strike="noStrike" kern="1200" cap="none" dirty="0">
                          <a:solidFill>
                            <a:schemeClr val="tx1"/>
                          </a:solidFill>
                          <a:effectLst/>
                          <a:latin typeface="Calibri"/>
                          <a:ea typeface="+mn-ea"/>
                          <a:cs typeface="Arial" panose="020B0604020202020204" pitchFamily="34" charset="0"/>
                          <a:sym typeface="Arial"/>
                        </a:rPr>
                        <a:t>25%</a:t>
                      </a:r>
                      <a:endParaRPr lang="en-US" sz="1200" b="0" i="0" u="none" strike="noStrike" kern="1200" cap="none" dirty="0">
                        <a:solidFill>
                          <a:schemeClr val="tx1"/>
                        </a:solidFill>
                        <a:effectLst/>
                        <a:latin typeface="Calibri"/>
                        <a:ea typeface="+mn-ea"/>
                        <a:cs typeface="Arial" panose="020B0604020202020204" pitchFamily="34" charset="0"/>
                        <a:sym typeface="Aria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ar-SA" sz="1200" b="0" i="0" u="none" strike="noStrike" kern="1200" cap="none" spc="0" normalizeH="0" baseline="0" noProof="0" dirty="0">
                          <a:ln>
                            <a:noFill/>
                          </a:ln>
                          <a:solidFill>
                            <a:prstClr val="black"/>
                          </a:solidFill>
                          <a:effectLst/>
                          <a:uLnTx/>
                          <a:uFillTx/>
                          <a:latin typeface="Calibri"/>
                          <a:ea typeface="+mn-ea"/>
                          <a:cs typeface="Arial" panose="020B0604020202020204" pitchFamily="34" charset="0"/>
                          <a:sym typeface="Arial"/>
                        </a:rPr>
                        <a:t>5%</a:t>
                      </a:r>
                      <a:endParaRPr kumimoji="0" lang="en-US" sz="1200" b="0" i="0" u="none" strike="noStrike" kern="1200" cap="none" spc="0" normalizeH="0" baseline="0" noProof="0" dirty="0">
                        <a:ln>
                          <a:noFill/>
                        </a:ln>
                        <a:solidFill>
                          <a:prstClr val="black"/>
                        </a:solidFill>
                        <a:effectLst/>
                        <a:uLnTx/>
                        <a:uFillTx/>
                        <a:latin typeface="Calibri"/>
                        <a:ea typeface="+mn-ea"/>
                        <a:cs typeface="Arial" panose="020B0604020202020204" pitchFamily="34" charset="0"/>
                        <a:sym typeface="Aria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ar-SA" sz="1200" b="0" i="0" u="none" strike="noStrike" kern="1200" cap="none" spc="0" normalizeH="0" baseline="0" noProof="0" dirty="0">
                          <a:ln>
                            <a:noFill/>
                          </a:ln>
                          <a:solidFill>
                            <a:prstClr val="black"/>
                          </a:solidFill>
                          <a:effectLst/>
                          <a:uLnTx/>
                          <a:uFillTx/>
                          <a:latin typeface="Calibri"/>
                          <a:ea typeface="+mn-ea"/>
                          <a:cs typeface="Arial" panose="020B0604020202020204" pitchFamily="34" charset="0"/>
                          <a:sym typeface="Arial"/>
                        </a:rPr>
                        <a:t>5%</a:t>
                      </a:r>
                      <a:endParaRPr kumimoji="0" lang="en-US" sz="1200" b="0" i="0" u="none" strike="noStrike" kern="1200" cap="none" spc="0" normalizeH="0" baseline="0" noProof="0" dirty="0">
                        <a:ln>
                          <a:noFill/>
                        </a:ln>
                        <a:solidFill>
                          <a:prstClr val="black"/>
                        </a:solidFill>
                        <a:effectLst/>
                        <a:uLnTx/>
                        <a:uFillTx/>
                        <a:latin typeface="Calibri"/>
                        <a:ea typeface="+mn-ea"/>
                        <a:cs typeface="Arial" panose="020B0604020202020204" pitchFamily="34" charset="0"/>
                        <a:sym typeface="Aria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ar-SA" sz="1200" b="0" i="0" u="none" strike="noStrike" kern="1200" cap="none" spc="0" normalizeH="0" baseline="0" noProof="0" dirty="0">
                          <a:ln>
                            <a:noFill/>
                          </a:ln>
                          <a:solidFill>
                            <a:prstClr val="black"/>
                          </a:solidFill>
                          <a:effectLst/>
                          <a:uLnTx/>
                          <a:uFillTx/>
                          <a:latin typeface="Calibri"/>
                          <a:ea typeface="+mn-ea"/>
                          <a:cs typeface="Arial" panose="020B0604020202020204" pitchFamily="34" charset="0"/>
                          <a:sym typeface="Arial"/>
                        </a:rPr>
                        <a:t>5%</a:t>
                      </a:r>
                      <a:endParaRPr kumimoji="0" lang="en-US" sz="1200" b="0" i="0" u="none" strike="noStrike" kern="1200" cap="none" spc="0" normalizeH="0" baseline="0" noProof="0" dirty="0">
                        <a:ln>
                          <a:noFill/>
                        </a:ln>
                        <a:solidFill>
                          <a:prstClr val="black"/>
                        </a:solidFill>
                        <a:effectLst/>
                        <a:uLnTx/>
                        <a:uFillTx/>
                        <a:latin typeface="Calibri"/>
                        <a:ea typeface="+mn-ea"/>
                        <a:cs typeface="Arial" panose="020B0604020202020204" pitchFamily="34" charset="0"/>
                        <a:sym typeface="Aria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ar-SA" sz="1200" b="0" i="0" u="none" strike="noStrike" kern="1200" cap="none" spc="0" normalizeH="0" baseline="0" noProof="0" dirty="0">
                          <a:ln>
                            <a:noFill/>
                          </a:ln>
                          <a:solidFill>
                            <a:prstClr val="black"/>
                          </a:solidFill>
                          <a:effectLst/>
                          <a:uLnTx/>
                          <a:uFillTx/>
                          <a:latin typeface="Calibri"/>
                          <a:ea typeface="+mn-ea"/>
                          <a:cs typeface="Arial" panose="020B0604020202020204" pitchFamily="34" charset="0"/>
                          <a:sym typeface="Arial"/>
                        </a:rPr>
                        <a:t>5%</a:t>
                      </a:r>
                      <a:endParaRPr kumimoji="0" lang="en-US" sz="1200" b="0" i="0" u="none" strike="noStrike" kern="1200" cap="none" spc="0" normalizeH="0" baseline="0" noProof="0" dirty="0">
                        <a:ln>
                          <a:noFill/>
                        </a:ln>
                        <a:solidFill>
                          <a:prstClr val="black"/>
                        </a:solidFill>
                        <a:effectLst/>
                        <a:uLnTx/>
                        <a:uFillTx/>
                        <a:latin typeface="Calibri"/>
                        <a:ea typeface="+mn-ea"/>
                        <a:cs typeface="Arial" panose="020B0604020202020204" pitchFamily="34" charset="0"/>
                        <a:sym typeface="Aria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1"/>
                      <a:r>
                        <a:rPr lang="ar-SA" sz="1200" b="0" i="0" u="none" strike="noStrike" kern="1200" cap="none" dirty="0">
                          <a:solidFill>
                            <a:schemeClr val="tx1"/>
                          </a:solidFill>
                          <a:effectLst/>
                          <a:latin typeface="Calibri"/>
                          <a:ea typeface="+mn-ea"/>
                          <a:cs typeface="Arial" panose="020B0604020202020204" pitchFamily="34" charset="0"/>
                          <a:sym typeface="Arial"/>
                        </a:rPr>
                        <a:t>5%</a:t>
                      </a:r>
                      <a:endParaRPr lang="en-US" sz="1200" b="0" i="0" u="none" strike="noStrike" kern="1200" cap="none" dirty="0">
                        <a:solidFill>
                          <a:schemeClr val="tx1"/>
                        </a:solidFill>
                        <a:effectLst/>
                        <a:latin typeface="Calibri"/>
                        <a:ea typeface="+mn-ea"/>
                        <a:cs typeface="Arial" panose="020B0604020202020204" pitchFamily="34" charset="0"/>
                        <a:sym typeface="Aria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Low" defTabSz="914400" rtl="1" eaLnBrk="1" fontAlgn="auto" latinLnBrk="0" hangingPunct="1">
                        <a:lnSpc>
                          <a:spcPct val="115000"/>
                        </a:lnSpc>
                        <a:spcBef>
                          <a:spcPts val="0"/>
                        </a:spcBef>
                        <a:spcAft>
                          <a:spcPts val="0"/>
                        </a:spcAft>
                        <a:buClrTx/>
                        <a:buSzTx/>
                        <a:buFont typeface="+mj-lt"/>
                        <a:buNone/>
                        <a:tabLst/>
                        <a:defRPr/>
                      </a:pPr>
                      <a:r>
                        <a:rPr lang="ar-SA" sz="1200" b="0" i="0" u="none" strike="noStrike" kern="1200" cap="none" noProof="0" dirty="0">
                          <a:solidFill>
                            <a:schemeClr val="tx1"/>
                          </a:solidFill>
                          <a:effectLst/>
                          <a:latin typeface="Calibri"/>
                          <a:ea typeface="+mn-ea"/>
                          <a:cs typeface="Arial" panose="020B0604020202020204" pitchFamily="34" charset="0"/>
                          <a:sym typeface="Arial"/>
                        </a:rPr>
                        <a:t>معدل نمو الأصول الثابتة</a:t>
                      </a:r>
                    </a:p>
                  </a:txBody>
                  <a:tcPr marL="13342" marR="13342" marT="8895" marB="889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algn="ctr" defTabSz="914400" rtl="0" eaLnBrk="1" latinLnBrk="0" hangingPunct="1">
                        <a:lnSpc>
                          <a:spcPct val="100000"/>
                        </a:lnSpc>
                        <a:spcBef>
                          <a:spcPts val="0"/>
                        </a:spcBef>
                        <a:spcAft>
                          <a:spcPts val="0"/>
                        </a:spcAft>
                        <a:buClr>
                          <a:srgbClr val="000000"/>
                        </a:buClr>
                        <a:buFont typeface="Arial"/>
                      </a:pPr>
                      <a:r>
                        <a:rPr lang="ar-SA" sz="1200" b="0" i="0" u="none" strike="noStrike" kern="1200" cap="none" dirty="0">
                          <a:solidFill>
                            <a:schemeClr val="bg1"/>
                          </a:solidFill>
                          <a:effectLst/>
                          <a:latin typeface="Calibri"/>
                          <a:ea typeface="+mn-ea"/>
                          <a:cs typeface="Arial" panose="020B0604020202020204" pitchFamily="34" charset="0"/>
                          <a:sym typeface="Arial"/>
                        </a:rPr>
                        <a:t>ط 4</a:t>
                      </a:r>
                      <a:endParaRPr lang="en-US" sz="1200" b="0" i="0" u="none" strike="noStrike" kern="1200" cap="none" dirty="0">
                        <a:solidFill>
                          <a:schemeClr val="bg1"/>
                        </a:solidFill>
                        <a:effectLst/>
                        <a:latin typeface="Calibri"/>
                        <a:ea typeface="+mn-ea"/>
                        <a:cs typeface="Arial" panose="020B0604020202020204" pitchFamily="34" charset="0"/>
                        <a:sym typeface="Aria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extLst>
                  <a:ext uri="{0D108BD9-81ED-4DB2-BD59-A6C34878D82A}">
                    <a16:rowId xmlns:a16="http://schemas.microsoft.com/office/drawing/2014/main" val="1479079589"/>
                  </a:ext>
                </a:extLst>
              </a:tr>
              <a:tr h="199338">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rtl="1"/>
                      <a:r>
                        <a:rPr lang="ar-SA" sz="1200" b="0" i="0" u="none" strike="noStrike" kern="1200" cap="none" dirty="0">
                          <a:solidFill>
                            <a:schemeClr val="tx1"/>
                          </a:solidFill>
                          <a:effectLst/>
                          <a:latin typeface="Calibri"/>
                          <a:ea typeface="+mn-ea"/>
                          <a:cs typeface="Arial" panose="020B0604020202020204" pitchFamily="34" charset="0"/>
                          <a:sym typeface="Arial"/>
                        </a:rPr>
                        <a:t>60%</a:t>
                      </a:r>
                      <a:endParaRPr lang="en-US" sz="1200" b="0" i="0" u="none" strike="noStrike" kern="1200" cap="none" dirty="0">
                        <a:solidFill>
                          <a:schemeClr val="tx1"/>
                        </a:solidFill>
                        <a:effectLst/>
                        <a:latin typeface="Calibri"/>
                        <a:ea typeface="+mn-ea"/>
                        <a:cs typeface="Arial" panose="020B0604020202020204" pitchFamily="34" charset="0"/>
                        <a:sym typeface="Aria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ar-SA" sz="1200" b="0" i="0" u="none" strike="noStrike" kern="1200" cap="none" spc="0" normalizeH="0" baseline="0" noProof="0" dirty="0">
                          <a:ln>
                            <a:noFill/>
                          </a:ln>
                          <a:solidFill>
                            <a:prstClr val="black"/>
                          </a:solidFill>
                          <a:effectLst/>
                          <a:uLnTx/>
                          <a:uFillTx/>
                          <a:latin typeface="Calibri"/>
                          <a:ea typeface="+mn-ea"/>
                          <a:cs typeface="Arial" panose="020B0604020202020204" pitchFamily="34" charset="0"/>
                          <a:sym typeface="Arial"/>
                        </a:rPr>
                        <a:t>15%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ar-SA" sz="1200" b="0" i="0" u="none" strike="noStrike" kern="1200" cap="none" spc="0" normalizeH="0" baseline="0" noProof="0" dirty="0">
                          <a:ln>
                            <a:noFill/>
                          </a:ln>
                          <a:solidFill>
                            <a:prstClr val="black"/>
                          </a:solidFill>
                          <a:effectLst/>
                          <a:uLnTx/>
                          <a:uFillTx/>
                          <a:latin typeface="Calibri"/>
                          <a:ea typeface="+mn-ea"/>
                          <a:cs typeface="Arial" panose="020B0604020202020204" pitchFamily="34" charset="0"/>
                          <a:sym typeface="Arial"/>
                        </a:rPr>
                        <a:t>15%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ar-SA" sz="1200" b="0" i="0" u="none" strike="noStrike" kern="1200" cap="none" spc="0" normalizeH="0" baseline="0" noProof="0" dirty="0">
                          <a:ln>
                            <a:noFill/>
                          </a:ln>
                          <a:solidFill>
                            <a:prstClr val="black"/>
                          </a:solidFill>
                          <a:effectLst/>
                          <a:uLnTx/>
                          <a:uFillTx/>
                          <a:latin typeface="Calibri"/>
                          <a:ea typeface="+mn-ea"/>
                          <a:cs typeface="Arial" panose="020B0604020202020204" pitchFamily="34" charset="0"/>
                          <a:sym typeface="Arial"/>
                        </a:rPr>
                        <a:t>15%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ar-SA" sz="1200" b="0" i="0" u="none" strike="noStrike" kern="1200" cap="none" spc="0" normalizeH="0" baseline="0" noProof="0" dirty="0">
                          <a:ln>
                            <a:noFill/>
                          </a:ln>
                          <a:solidFill>
                            <a:prstClr val="black"/>
                          </a:solidFill>
                          <a:effectLst/>
                          <a:uLnTx/>
                          <a:uFillTx/>
                          <a:latin typeface="Calibri"/>
                          <a:ea typeface="+mn-ea"/>
                          <a:cs typeface="Arial" panose="020B0604020202020204" pitchFamily="34" charset="0"/>
                          <a:sym typeface="Arial"/>
                        </a:rPr>
                        <a:t>10%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rtl="1"/>
                      <a:r>
                        <a:rPr lang="ar-SA" sz="1200" b="0" i="0" u="none" strike="noStrike" kern="1200" cap="none" dirty="0">
                          <a:solidFill>
                            <a:schemeClr val="tx1"/>
                          </a:solidFill>
                          <a:effectLst/>
                          <a:latin typeface="Calibri"/>
                          <a:ea typeface="+mn-ea"/>
                          <a:cs typeface="Arial" panose="020B0604020202020204" pitchFamily="34" charset="0"/>
                          <a:sym typeface="Arial"/>
                        </a:rPr>
                        <a:t>5%</a:t>
                      </a:r>
                      <a:endParaRPr lang="en-US" sz="1200" b="0" i="0" u="none" strike="noStrike" kern="1200" cap="none" dirty="0">
                        <a:solidFill>
                          <a:schemeClr val="tx1"/>
                        </a:solidFill>
                        <a:effectLst/>
                        <a:latin typeface="Calibri"/>
                        <a:ea typeface="+mn-ea"/>
                        <a:cs typeface="Arial" panose="020B0604020202020204" pitchFamily="34" charset="0"/>
                        <a:sym typeface="Aria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Low" defTabSz="914400" rtl="1" eaLnBrk="1" fontAlgn="auto" latinLnBrk="0" hangingPunct="1">
                        <a:lnSpc>
                          <a:spcPct val="115000"/>
                        </a:lnSpc>
                        <a:spcBef>
                          <a:spcPts val="0"/>
                        </a:spcBef>
                        <a:spcAft>
                          <a:spcPts val="0"/>
                        </a:spcAft>
                        <a:buClrTx/>
                        <a:buSzTx/>
                        <a:buFont typeface="+mj-lt"/>
                        <a:buNone/>
                        <a:tabLst/>
                        <a:defRPr/>
                      </a:pPr>
                      <a:r>
                        <a:rPr lang="ar-SA" sz="1200" b="0" i="0" u="none" strike="noStrike" kern="1200" cap="none" noProof="0" dirty="0">
                          <a:solidFill>
                            <a:schemeClr val="tx1"/>
                          </a:solidFill>
                          <a:effectLst/>
                          <a:latin typeface="Calibri"/>
                          <a:ea typeface="+mn-ea"/>
                          <a:cs typeface="Arial" panose="020B0604020202020204" pitchFamily="34" charset="0"/>
                          <a:sym typeface="Arial"/>
                        </a:rPr>
                        <a:t>حجم الأثر التنموي والاقتصادي المتحقق من خلال الجمعيات</a:t>
                      </a:r>
                    </a:p>
                  </a:txBody>
                  <a:tcPr marL="13342" marR="13342" marT="8895" marB="889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algn="ctr" defTabSz="914400" rtl="0" eaLnBrk="1" latinLnBrk="0" hangingPunct="1">
                        <a:lnSpc>
                          <a:spcPct val="100000"/>
                        </a:lnSpc>
                        <a:spcBef>
                          <a:spcPts val="0"/>
                        </a:spcBef>
                        <a:spcAft>
                          <a:spcPts val="0"/>
                        </a:spcAft>
                        <a:buClr>
                          <a:srgbClr val="000000"/>
                        </a:buClr>
                        <a:buFont typeface="Arial"/>
                      </a:pPr>
                      <a:r>
                        <a:rPr lang="ar-SA" sz="1200" b="0" i="0" u="none" strike="noStrike" kern="1200" cap="none" dirty="0">
                          <a:solidFill>
                            <a:schemeClr val="bg1"/>
                          </a:solidFill>
                          <a:effectLst/>
                          <a:latin typeface="Calibri"/>
                          <a:ea typeface="+mn-ea"/>
                          <a:cs typeface="Arial" panose="020B0604020202020204" pitchFamily="34" charset="0"/>
                          <a:sym typeface="Arial"/>
                        </a:rPr>
                        <a:t>ط 5</a:t>
                      </a:r>
                      <a:endParaRPr lang="en-US" sz="1200" b="0" i="0" u="none" strike="noStrike" kern="1200" cap="none" dirty="0">
                        <a:solidFill>
                          <a:schemeClr val="bg1"/>
                        </a:solidFill>
                        <a:effectLst/>
                        <a:latin typeface="Calibri"/>
                        <a:ea typeface="+mn-ea"/>
                        <a:cs typeface="Arial" panose="020B0604020202020204" pitchFamily="34" charset="0"/>
                        <a:sym typeface="Aria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extLst>
                  <a:ext uri="{0D108BD9-81ED-4DB2-BD59-A6C34878D82A}">
                    <a16:rowId xmlns:a16="http://schemas.microsoft.com/office/drawing/2014/main" val="2240089037"/>
                  </a:ext>
                </a:extLst>
              </a:tr>
            </a:tbl>
          </a:graphicData>
        </a:graphic>
      </p:graphicFrame>
      <p:graphicFrame>
        <p:nvGraphicFramePr>
          <p:cNvPr id="4" name="جدول 3">
            <a:extLst>
              <a:ext uri="{FF2B5EF4-FFF2-40B4-BE49-F238E27FC236}">
                <a16:creationId xmlns:a16="http://schemas.microsoft.com/office/drawing/2014/main" id="{980D4279-F663-E7BE-7394-701C9BF72BAA}"/>
              </a:ext>
            </a:extLst>
          </p:cNvPr>
          <p:cNvGraphicFramePr>
            <a:graphicFrameLocks noGrp="1"/>
          </p:cNvGraphicFramePr>
          <p:nvPr>
            <p:extLst>
              <p:ext uri="{D42A27DB-BD31-4B8C-83A1-F6EECF244321}">
                <p14:modId xmlns:p14="http://schemas.microsoft.com/office/powerpoint/2010/main" val="609096602"/>
              </p:ext>
            </p:extLst>
          </p:nvPr>
        </p:nvGraphicFramePr>
        <p:xfrm>
          <a:off x="806971" y="746006"/>
          <a:ext cx="10912619" cy="2787620"/>
        </p:xfrm>
        <a:graphic>
          <a:graphicData uri="http://schemas.openxmlformats.org/drawingml/2006/table">
            <a:tbl>
              <a:tblPr firstRow="1" bandRow="1"/>
              <a:tblGrid>
                <a:gridCol w="1600890">
                  <a:extLst>
                    <a:ext uri="{9D8B030D-6E8A-4147-A177-3AD203B41FA5}">
                      <a16:colId xmlns:a16="http://schemas.microsoft.com/office/drawing/2014/main" val="3010781221"/>
                    </a:ext>
                  </a:extLst>
                </a:gridCol>
                <a:gridCol w="1600890">
                  <a:extLst>
                    <a:ext uri="{9D8B030D-6E8A-4147-A177-3AD203B41FA5}">
                      <a16:colId xmlns:a16="http://schemas.microsoft.com/office/drawing/2014/main" val="4240909377"/>
                    </a:ext>
                  </a:extLst>
                </a:gridCol>
                <a:gridCol w="1600890">
                  <a:extLst>
                    <a:ext uri="{9D8B030D-6E8A-4147-A177-3AD203B41FA5}">
                      <a16:colId xmlns:a16="http://schemas.microsoft.com/office/drawing/2014/main" val="3928468232"/>
                    </a:ext>
                  </a:extLst>
                </a:gridCol>
                <a:gridCol w="1600890">
                  <a:extLst>
                    <a:ext uri="{9D8B030D-6E8A-4147-A177-3AD203B41FA5}">
                      <a16:colId xmlns:a16="http://schemas.microsoft.com/office/drawing/2014/main" val="2461665768"/>
                    </a:ext>
                  </a:extLst>
                </a:gridCol>
                <a:gridCol w="1555231">
                  <a:extLst>
                    <a:ext uri="{9D8B030D-6E8A-4147-A177-3AD203B41FA5}">
                      <a16:colId xmlns:a16="http://schemas.microsoft.com/office/drawing/2014/main" val="2012683775"/>
                    </a:ext>
                  </a:extLst>
                </a:gridCol>
                <a:gridCol w="1419994">
                  <a:extLst>
                    <a:ext uri="{9D8B030D-6E8A-4147-A177-3AD203B41FA5}">
                      <a16:colId xmlns:a16="http://schemas.microsoft.com/office/drawing/2014/main" val="943181072"/>
                    </a:ext>
                  </a:extLst>
                </a:gridCol>
                <a:gridCol w="1533834">
                  <a:extLst>
                    <a:ext uri="{9D8B030D-6E8A-4147-A177-3AD203B41FA5}">
                      <a16:colId xmlns:a16="http://schemas.microsoft.com/office/drawing/2014/main" val="4203308838"/>
                    </a:ext>
                  </a:extLst>
                </a:gridCol>
              </a:tblGrid>
              <a:tr h="269814">
                <a:tc gridSpan="7">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lang="ar-SA" sz="1400" b="0" kern="1200" dirty="0">
                          <a:solidFill>
                            <a:schemeClr val="tx1"/>
                          </a:solidFill>
                          <a:effectLst/>
                          <a:latin typeface="Arial" panose="020B0604020202020204" pitchFamily="34" charset="0"/>
                          <a:cs typeface="Arial" panose="020B0604020202020204" pitchFamily="34" charset="0"/>
                        </a:rPr>
                        <a:t>بطاقة النتيجة</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8CBAD"/>
                    </a:solidFill>
                  </a:tcPr>
                </a:tc>
                <a:tc hMerge="1">
                  <a:txBody>
                    <a:bodyPr/>
                    <a:lstStyle/>
                    <a:p>
                      <a:endParaRPr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8CBAD"/>
                    </a:solidFill>
                  </a:tcPr>
                </a:tc>
                <a:tc hMerge="1">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endParaRPr lang="ar-SA" sz="1400" b="0" kern="1200" dirty="0">
                        <a:solidFill>
                          <a:schemeClr val="tx1"/>
                        </a:solidFill>
                        <a:effectLst/>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8CBAD"/>
                    </a:solidFill>
                  </a:tcPr>
                </a:tc>
                <a:tc hMerge="1">
                  <a:txBody>
                    <a:bodyPr/>
                    <a:lstStyle/>
                    <a:p>
                      <a:endParaRPr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8CBAD"/>
                    </a:solidFill>
                  </a:tcPr>
                </a:tc>
                <a:tc hMerge="1">
                  <a:txBody>
                    <a:bodyPr/>
                    <a:lstStyle/>
                    <a:p>
                      <a:endParaRPr lang="en-US"/>
                    </a:p>
                  </a:txBody>
                  <a:tcPr/>
                </a:tc>
                <a:tc hMerge="1">
                  <a:txBody>
                    <a:bodyPr/>
                    <a:lstStyle/>
                    <a:p>
                      <a:endParaRPr lang="en-US"/>
                    </a:p>
                  </a:txBody>
                  <a:tcPr/>
                </a:tc>
                <a:tc hMerge="1">
                  <a:txBody>
                    <a:bodyPr/>
                    <a:lstStyle/>
                    <a:p>
                      <a:pPr algn="r" rtl="1"/>
                      <a:endParaRPr lang="en-US" sz="1600" dirty="0">
                        <a:latin typeface="Bahij TheSansArabic SemiBold" panose="02040503050201020203" pitchFamily="18" charset="-78"/>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extLst>
                  <a:ext uri="{0D108BD9-81ED-4DB2-BD59-A6C34878D82A}">
                    <a16:rowId xmlns:a16="http://schemas.microsoft.com/office/drawing/2014/main" val="1094020879"/>
                  </a:ext>
                </a:extLst>
              </a:tr>
              <a:tr h="512647">
                <a:tc gridSpan="6">
                  <a:txBody>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lang="ar-SA" sz="1600" b="0" kern="1200" dirty="0">
                          <a:solidFill>
                            <a:schemeClr val="accent1"/>
                          </a:solidFill>
                          <a:effectLst/>
                          <a:latin typeface="Arial" panose="020B0604020202020204" pitchFamily="34" charset="0"/>
                          <a:cs typeface="Arial" panose="020B0604020202020204" pitchFamily="34" charset="0"/>
                        </a:rPr>
                        <a:t>مناطق متمكنة ومستدامة مالياً قادرة على الإسهام في تعظيم الأثر التنموي والاقتصادي </a:t>
                      </a:r>
                    </a:p>
                  </a:txBody>
                  <a:tcPr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hMerge="1">
                  <a:txBody>
                    <a:bodyPr/>
                    <a:lstStyle/>
                    <a:p>
                      <a:endParaRPr dirty="0"/>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hMerge="1">
                  <a:txBody>
                    <a:bodyPr/>
                    <a:lstStyle/>
                    <a:p>
                      <a:pPr marL="0" marR="0" lvl="0" indent="0" algn="r" defTabSz="914400" rtl="1" eaLnBrk="1" fontAlgn="auto" latinLnBrk="0" hangingPunct="1">
                        <a:lnSpc>
                          <a:spcPct val="100000"/>
                        </a:lnSpc>
                        <a:spcBef>
                          <a:spcPts val="0"/>
                        </a:spcBef>
                        <a:spcAft>
                          <a:spcPts val="0"/>
                        </a:spcAft>
                        <a:buClrTx/>
                        <a:buSzTx/>
                        <a:buFontTx/>
                        <a:buNone/>
                        <a:tabLst/>
                        <a:defRPr/>
                      </a:pPr>
                      <a:endParaRPr lang="ar-SA" sz="1600" b="0" kern="1200" dirty="0">
                        <a:solidFill>
                          <a:schemeClr val="accent1"/>
                        </a:solidFill>
                        <a:effectLst/>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hMerge="1">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endParaRPr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hMerge="1">
                  <a:txBody>
                    <a:bodyPr/>
                    <a:lstStyle/>
                    <a:p>
                      <a:endParaRPr lang="en-US"/>
                    </a:p>
                  </a:txBody>
                  <a:tcPr/>
                </a:tc>
                <a:tc hMerge="1">
                  <a:txBody>
                    <a:bodyPr/>
                    <a:lstStyle/>
                    <a:p>
                      <a:endParaRPr lang="en-US"/>
                    </a:p>
                  </a:txBody>
                  <a:tcPr/>
                </a:tc>
                <a:tc>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pPr algn="ctr" rtl="1"/>
                      <a:r>
                        <a:rPr lang="ar-SA" sz="1600" dirty="0">
                          <a:cs typeface="Arial" panose="020B0604020202020204" pitchFamily="34" charset="0"/>
                        </a:rPr>
                        <a:t>النتيجة طويلة المدى</a:t>
                      </a:r>
                      <a:endParaRPr lang="en-US" sz="1600" dirty="0">
                        <a:latin typeface="Bahij TheSansArabic SemiBold" panose="02040503050201020203" pitchFamily="18" charset="-78"/>
                        <a:cs typeface="Arial" panose="020B0604020202020204" pitchFamily="34" charset="0"/>
                      </a:endParaRPr>
                    </a:p>
                  </a:txBody>
                  <a:tcPr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extLst>
                  <a:ext uri="{0D108BD9-81ED-4DB2-BD59-A6C34878D82A}">
                    <a16:rowId xmlns:a16="http://schemas.microsoft.com/office/drawing/2014/main" val="3869444330"/>
                  </a:ext>
                </a:extLst>
              </a:tr>
              <a:tr h="1025293">
                <a:tc gridSpan="6">
                  <a:txBody>
                    <a:bodyPr/>
                    <a:lstStyle/>
                    <a:p>
                      <a:pPr marL="0" marR="0" lvl="0" indent="0" algn="justLow" defTabSz="914400" rtl="1" eaLnBrk="1" fontAlgn="auto" latinLnBrk="0" hangingPunct="1">
                        <a:lnSpc>
                          <a:spcPct val="100000"/>
                        </a:lnSpc>
                        <a:spcBef>
                          <a:spcPts val="0"/>
                        </a:spcBef>
                        <a:spcAft>
                          <a:spcPts val="0"/>
                        </a:spcAft>
                        <a:buClrTx/>
                        <a:buSzTx/>
                        <a:buFontTx/>
                        <a:buNone/>
                        <a:tabLst/>
                        <a:defRPr/>
                      </a:pPr>
                      <a:r>
                        <a:rPr lang="ar-SA" sz="1400" b="0" i="0" u="none" strike="noStrike" kern="1200" cap="none" dirty="0">
                          <a:solidFill>
                            <a:schemeClr val="tx1"/>
                          </a:solidFill>
                          <a:effectLst/>
                          <a:latin typeface="Calibri"/>
                          <a:ea typeface="+mn-ea"/>
                          <a:cs typeface="Arial" panose="020B0604020202020204" pitchFamily="34" charset="0"/>
                          <a:sym typeface="Arial"/>
                        </a:rPr>
                        <a:t>تشير النتيجة إلى أهمية بناء جمعيات قوية ومستدامة مالياً في المناطق ومتطوعين قيادين حتى تمتلك القدرة على تنفيذ برامجها ومشاريعها بفعالية أكبر ولفترات طويلة، دون الاعتماد المستمر على التمويل الخارجي. الاستدامة المالية وإدارية تمكن هذه الجمعيات والمتطوعين  من التخطيط للمستقبل بثقة، وبالتالي تعظيم أثرها في تحسين الظروف الاقتصادية والاجتماعية للمجتمعات التي تخدمها. من خلال هذه الاستدامة، تستطيع الجمعيات أن تسهم بشكل أكبر في النمو والتطور الاقتصادي وتحقيق الأثر الاجتماعي</a:t>
                      </a:r>
                    </a:p>
                  </a:txBody>
                  <a:tcPr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hMerge="1">
                  <a:txBody>
                    <a:bodyPr/>
                    <a:lstStyle/>
                    <a:p>
                      <a:endParaRPr dirty="0"/>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hMerge="1">
                  <a:txBody>
                    <a:bodyPr/>
                    <a:lstStyle/>
                    <a:p>
                      <a:pPr marL="0" marR="0" lvl="0" indent="0" algn="justLow" defTabSz="914400" rtl="1" eaLnBrk="1" fontAlgn="auto" latinLnBrk="0" hangingPunct="1">
                        <a:lnSpc>
                          <a:spcPct val="100000"/>
                        </a:lnSpc>
                        <a:spcBef>
                          <a:spcPts val="0"/>
                        </a:spcBef>
                        <a:spcAft>
                          <a:spcPts val="0"/>
                        </a:spcAft>
                        <a:buClrTx/>
                        <a:buSzTx/>
                        <a:buFontTx/>
                        <a:buNone/>
                        <a:tabLst/>
                        <a:defRPr/>
                      </a:pPr>
                      <a:endParaRPr lang="ar-SA" sz="1400" b="0" i="0" u="none" strike="noStrike" kern="1200" cap="none" dirty="0">
                        <a:solidFill>
                          <a:schemeClr val="tx1"/>
                        </a:solidFill>
                        <a:effectLst/>
                        <a:latin typeface="Calibri"/>
                        <a:ea typeface="+mn-ea"/>
                        <a:cs typeface="+mn-cs"/>
                        <a:sym typeface="Aria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hMerge="1">
                  <a:txBody>
                    <a:bodyPr/>
                    <a:lstStyle>
                      <a:lvl1pPr marL="0" algn="r" defTabSz="914400" rtl="1" eaLnBrk="1" latinLnBrk="0" hangingPunct="1">
                        <a:defRPr sz="1800" kern="1200">
                          <a:solidFill>
                            <a:schemeClr val="tx1"/>
                          </a:solidFill>
                          <a:latin typeface="Arial"/>
                        </a:defRPr>
                      </a:lvl1pPr>
                      <a:lvl2pPr marL="457200" algn="r" defTabSz="914400" rtl="1" eaLnBrk="1" latinLnBrk="0" hangingPunct="1">
                        <a:defRPr sz="1800" kern="1200">
                          <a:solidFill>
                            <a:schemeClr val="tx1"/>
                          </a:solidFill>
                          <a:latin typeface="Arial"/>
                        </a:defRPr>
                      </a:lvl2pPr>
                      <a:lvl3pPr marL="914400" algn="r" defTabSz="914400" rtl="1" eaLnBrk="1" latinLnBrk="0" hangingPunct="1">
                        <a:defRPr sz="1800" kern="1200">
                          <a:solidFill>
                            <a:schemeClr val="tx1"/>
                          </a:solidFill>
                          <a:latin typeface="Arial"/>
                        </a:defRPr>
                      </a:lvl3pPr>
                      <a:lvl4pPr marL="1371600" algn="r" defTabSz="914400" rtl="1" eaLnBrk="1" latinLnBrk="0" hangingPunct="1">
                        <a:defRPr sz="1800" kern="1200">
                          <a:solidFill>
                            <a:schemeClr val="tx1"/>
                          </a:solidFill>
                          <a:latin typeface="Arial"/>
                        </a:defRPr>
                      </a:lvl4pPr>
                      <a:lvl5pPr marL="1828800" algn="r" defTabSz="914400" rtl="1" eaLnBrk="1" latinLnBrk="0" hangingPunct="1">
                        <a:defRPr sz="1800" kern="1200">
                          <a:solidFill>
                            <a:schemeClr val="tx1"/>
                          </a:solidFill>
                          <a:latin typeface="Arial"/>
                        </a:defRPr>
                      </a:lvl5pPr>
                      <a:lvl6pPr marL="2286000" algn="r" defTabSz="914400" rtl="1" eaLnBrk="1" latinLnBrk="0" hangingPunct="1">
                        <a:defRPr sz="1800" kern="1200">
                          <a:solidFill>
                            <a:schemeClr val="tx1"/>
                          </a:solidFill>
                          <a:latin typeface="Arial"/>
                        </a:defRPr>
                      </a:lvl6pPr>
                      <a:lvl7pPr marL="2743200" algn="r" defTabSz="914400" rtl="1" eaLnBrk="1" latinLnBrk="0" hangingPunct="1">
                        <a:defRPr sz="1800" kern="1200">
                          <a:solidFill>
                            <a:schemeClr val="tx1"/>
                          </a:solidFill>
                          <a:latin typeface="Arial"/>
                        </a:defRPr>
                      </a:lvl7pPr>
                      <a:lvl8pPr marL="3200400" algn="r" defTabSz="914400" rtl="1" eaLnBrk="1" latinLnBrk="0" hangingPunct="1">
                        <a:defRPr sz="1800" kern="1200">
                          <a:solidFill>
                            <a:schemeClr val="tx1"/>
                          </a:solidFill>
                          <a:latin typeface="Arial"/>
                        </a:defRPr>
                      </a:lvl8pPr>
                      <a:lvl9pPr marL="3657600" algn="r" defTabSz="914400" rtl="1" eaLnBrk="1" latinLnBrk="0" hangingPunct="1">
                        <a:defRPr sz="1800" kern="1200">
                          <a:solidFill>
                            <a:schemeClr val="tx1"/>
                          </a:solidFill>
                          <a:latin typeface="Arial"/>
                        </a:defRPr>
                      </a:lvl9pPr>
                    </a:lstStyle>
                    <a:p>
                      <a:endParaRPr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hMerge="1">
                  <a:txBody>
                    <a:bodyPr/>
                    <a:lstStyle/>
                    <a:p>
                      <a:endParaRPr lang="en-US"/>
                    </a:p>
                  </a:txBody>
                  <a:tcPr/>
                </a:tc>
                <a:tc hMerge="1">
                  <a:txBody>
                    <a:bodyPr/>
                    <a:lstStyle/>
                    <a:p>
                      <a:endParaRPr lang="en-US"/>
                    </a:p>
                  </a:txBody>
                  <a:tcPr/>
                </a:tc>
                <a:tc>
                  <a:txBody>
                    <a:bodyPr/>
                    <a:lstStyle>
                      <a:lvl1pPr marL="0" algn="r" defTabSz="914400" rtl="1" eaLnBrk="1" latinLnBrk="0" hangingPunct="1">
                        <a:defRPr sz="1800" kern="1200">
                          <a:solidFill>
                            <a:schemeClr val="tx1"/>
                          </a:solidFill>
                          <a:latin typeface="Arial"/>
                        </a:defRPr>
                      </a:lvl1pPr>
                      <a:lvl2pPr marL="457200" algn="r" defTabSz="914400" rtl="1" eaLnBrk="1" latinLnBrk="0" hangingPunct="1">
                        <a:defRPr sz="1800" kern="1200">
                          <a:solidFill>
                            <a:schemeClr val="tx1"/>
                          </a:solidFill>
                          <a:latin typeface="Arial"/>
                        </a:defRPr>
                      </a:lvl2pPr>
                      <a:lvl3pPr marL="914400" algn="r" defTabSz="914400" rtl="1" eaLnBrk="1" latinLnBrk="0" hangingPunct="1">
                        <a:defRPr sz="1800" kern="1200">
                          <a:solidFill>
                            <a:schemeClr val="tx1"/>
                          </a:solidFill>
                          <a:latin typeface="Arial"/>
                        </a:defRPr>
                      </a:lvl3pPr>
                      <a:lvl4pPr marL="1371600" algn="r" defTabSz="914400" rtl="1" eaLnBrk="1" latinLnBrk="0" hangingPunct="1">
                        <a:defRPr sz="1800" kern="1200">
                          <a:solidFill>
                            <a:schemeClr val="tx1"/>
                          </a:solidFill>
                          <a:latin typeface="Arial"/>
                        </a:defRPr>
                      </a:lvl4pPr>
                      <a:lvl5pPr marL="1828800" algn="r" defTabSz="914400" rtl="1" eaLnBrk="1" latinLnBrk="0" hangingPunct="1">
                        <a:defRPr sz="1800" kern="1200">
                          <a:solidFill>
                            <a:schemeClr val="tx1"/>
                          </a:solidFill>
                          <a:latin typeface="Arial"/>
                        </a:defRPr>
                      </a:lvl5pPr>
                      <a:lvl6pPr marL="2286000" algn="r" defTabSz="914400" rtl="1" eaLnBrk="1" latinLnBrk="0" hangingPunct="1">
                        <a:defRPr sz="1800" kern="1200">
                          <a:solidFill>
                            <a:schemeClr val="tx1"/>
                          </a:solidFill>
                          <a:latin typeface="Arial"/>
                        </a:defRPr>
                      </a:lvl6pPr>
                      <a:lvl7pPr marL="2743200" algn="r" defTabSz="914400" rtl="1" eaLnBrk="1" latinLnBrk="0" hangingPunct="1">
                        <a:defRPr sz="1800" kern="1200">
                          <a:solidFill>
                            <a:schemeClr val="tx1"/>
                          </a:solidFill>
                          <a:latin typeface="Arial"/>
                        </a:defRPr>
                      </a:lvl7pPr>
                      <a:lvl8pPr marL="3200400" algn="r" defTabSz="914400" rtl="1" eaLnBrk="1" latinLnBrk="0" hangingPunct="1">
                        <a:defRPr sz="1800" kern="1200">
                          <a:solidFill>
                            <a:schemeClr val="tx1"/>
                          </a:solidFill>
                          <a:latin typeface="Arial"/>
                        </a:defRPr>
                      </a:lvl8pPr>
                      <a:lvl9pPr marL="3657600" algn="r" defTabSz="914400" rtl="1" eaLnBrk="1" latinLnBrk="0" hangingPunct="1">
                        <a:defRPr sz="1800" kern="1200">
                          <a:solidFill>
                            <a:schemeClr val="tx1"/>
                          </a:solidFill>
                          <a:latin typeface="Arial"/>
                        </a:defRPr>
                      </a:lvl9pPr>
                    </a:lstStyle>
                    <a:p>
                      <a:pPr marL="0" marR="0" lvl="0" indent="0" algn="ctr" defTabSz="914400" rtl="1" eaLnBrk="1" fontAlgn="auto" latinLnBrk="0" hangingPunct="1">
                        <a:lnSpc>
                          <a:spcPct val="100000"/>
                        </a:lnSpc>
                        <a:spcBef>
                          <a:spcPts val="0"/>
                        </a:spcBef>
                        <a:spcAft>
                          <a:spcPts val="0"/>
                        </a:spcAft>
                        <a:buClr>
                          <a:srgbClr val="000000"/>
                        </a:buClr>
                        <a:buSzTx/>
                        <a:buFont typeface="Arial"/>
                        <a:buNone/>
                        <a:tabLst/>
                        <a:defRPr/>
                      </a:pPr>
                      <a:r>
                        <a:rPr lang="ar-SA" sz="1600" b="1" i="0" u="none" strike="noStrike" kern="1200" cap="none" dirty="0">
                          <a:solidFill>
                            <a:schemeClr val="lt1"/>
                          </a:solidFill>
                          <a:latin typeface="Calibri"/>
                          <a:ea typeface="+mn-ea"/>
                          <a:cs typeface="Arial" panose="020B0604020202020204" pitchFamily="34" charset="0"/>
                          <a:sym typeface="Arial"/>
                        </a:rPr>
                        <a:t>وصف النتيجة</a:t>
                      </a:r>
                    </a:p>
                  </a:txBody>
                  <a:tcPr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extLst>
                  <a:ext uri="{0D108BD9-81ED-4DB2-BD59-A6C34878D82A}">
                    <a16:rowId xmlns:a16="http://schemas.microsoft.com/office/drawing/2014/main" val="2307629644"/>
                  </a:ext>
                </a:extLst>
              </a:tr>
              <a:tr h="269814">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lang="ar-SA" sz="1400" b="0" i="0" u="none" strike="noStrike" kern="1200" cap="none" dirty="0">
                          <a:solidFill>
                            <a:schemeClr val="bg1"/>
                          </a:solidFill>
                          <a:effectLst/>
                          <a:latin typeface="Calibri"/>
                          <a:ea typeface="+mn-ea"/>
                          <a:cs typeface="Arial" panose="020B0604020202020204" pitchFamily="34" charset="0"/>
                          <a:sym typeface="Arial"/>
                        </a:rPr>
                        <a:t>المجموع</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lang="ar-SA" sz="1400" b="0" i="0" u="none" strike="noStrike" kern="1200" cap="none" dirty="0">
                          <a:solidFill>
                            <a:schemeClr val="bg1"/>
                          </a:solidFill>
                          <a:effectLst/>
                          <a:latin typeface="Calibri"/>
                          <a:ea typeface="+mn-ea"/>
                          <a:cs typeface="Arial" panose="020B0604020202020204" pitchFamily="34" charset="0"/>
                          <a:sym typeface="Arial"/>
                        </a:rPr>
                        <a:t>2029</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lang="ar-SA" sz="1400" b="0" i="0" u="none" strike="noStrike" kern="1200" cap="none" dirty="0">
                          <a:solidFill>
                            <a:schemeClr val="bg1"/>
                          </a:solidFill>
                          <a:effectLst/>
                          <a:latin typeface="Calibri"/>
                          <a:ea typeface="+mn-ea"/>
                          <a:cs typeface="Arial" panose="020B0604020202020204" pitchFamily="34" charset="0"/>
                          <a:sym typeface="Arial"/>
                        </a:rPr>
                        <a:t>2028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lang="ar-SA" sz="1400" b="0" i="0" u="none" strike="noStrike" kern="1200" cap="none" dirty="0">
                          <a:solidFill>
                            <a:schemeClr val="bg1"/>
                          </a:solidFill>
                          <a:effectLst/>
                          <a:latin typeface="Calibri"/>
                          <a:ea typeface="+mn-ea"/>
                          <a:cs typeface="Arial" panose="020B0604020202020204" pitchFamily="34" charset="0"/>
                          <a:sym typeface="Arial"/>
                        </a:rPr>
                        <a:t>2027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lang="ar-SA" sz="1400" b="0" i="0" u="none" strike="noStrike" kern="1200" cap="none" dirty="0">
                          <a:solidFill>
                            <a:schemeClr val="bg1"/>
                          </a:solidFill>
                          <a:effectLst/>
                          <a:latin typeface="Calibri"/>
                          <a:ea typeface="+mn-ea"/>
                          <a:cs typeface="Arial" panose="020B0604020202020204" pitchFamily="34" charset="0"/>
                          <a:sym typeface="Arial"/>
                        </a:rPr>
                        <a:t>2026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lang="ar-SA" sz="1400" b="0" i="0" u="none" strike="noStrike" kern="1200" cap="none" dirty="0">
                          <a:solidFill>
                            <a:schemeClr val="bg1"/>
                          </a:solidFill>
                          <a:effectLst/>
                          <a:latin typeface="Calibri"/>
                          <a:ea typeface="+mn-ea"/>
                          <a:cs typeface="Arial" panose="020B0604020202020204" pitchFamily="34" charset="0"/>
                          <a:sym typeface="Arial"/>
                        </a:rPr>
                        <a:t>2025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rowSpan="2">
                  <a:txBody>
                    <a:bodyPr/>
                    <a:lstStyle/>
                    <a:p>
                      <a:pPr marL="0" marR="0" lvl="0" indent="0" algn="ctr" defTabSz="914400" rtl="1" eaLnBrk="1" fontAlgn="auto" latinLnBrk="0" hangingPunct="1">
                        <a:lnSpc>
                          <a:spcPct val="100000"/>
                        </a:lnSpc>
                        <a:spcBef>
                          <a:spcPts val="0"/>
                        </a:spcBef>
                        <a:spcAft>
                          <a:spcPts val="0"/>
                        </a:spcAft>
                        <a:buClr>
                          <a:srgbClr val="000000"/>
                        </a:buClr>
                        <a:buSzTx/>
                        <a:buFont typeface="Arial"/>
                        <a:buNone/>
                        <a:tabLst/>
                        <a:defRPr/>
                      </a:pPr>
                      <a:r>
                        <a:rPr lang="ar-SA" sz="1600" b="1" i="0" u="none" strike="noStrike" kern="1200" cap="none" dirty="0">
                          <a:solidFill>
                            <a:schemeClr val="lt1"/>
                          </a:solidFill>
                          <a:latin typeface="Calibri"/>
                          <a:ea typeface="+mn-ea"/>
                          <a:cs typeface="Arial" panose="020B0604020202020204" pitchFamily="34" charset="0"/>
                          <a:sym typeface="Arial"/>
                        </a:rPr>
                        <a:t>العدد المستهدف من الجمعيات</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extLst>
                  <a:ext uri="{0D108BD9-81ED-4DB2-BD59-A6C34878D82A}">
                    <a16:rowId xmlns:a16="http://schemas.microsoft.com/office/drawing/2014/main" val="1285860299"/>
                  </a:ext>
                </a:extLst>
              </a:tr>
              <a:tr h="269814">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ar-SA" sz="1400" b="0" i="0" u="none" strike="noStrike" kern="1200" cap="none" spc="0" normalizeH="0" baseline="0" noProof="0" dirty="0">
                          <a:ln>
                            <a:noFill/>
                          </a:ln>
                          <a:solidFill>
                            <a:schemeClr val="bg1"/>
                          </a:solidFill>
                          <a:effectLst/>
                          <a:uLnTx/>
                          <a:uFillTx/>
                          <a:latin typeface="Calibri"/>
                          <a:ea typeface="+mn-ea"/>
                          <a:cs typeface="Arial" panose="020B0604020202020204" pitchFamily="34" charset="0"/>
                          <a:sym typeface="Arial"/>
                        </a:rPr>
                        <a:t>102 شريك</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ar-SA" sz="1400" b="0" i="0" u="none" strike="noStrike" kern="1200" cap="none" spc="0" normalizeH="0" baseline="0" noProof="0" dirty="0">
                          <a:ln>
                            <a:noFill/>
                          </a:ln>
                          <a:solidFill>
                            <a:prstClr val="black"/>
                          </a:solidFill>
                          <a:effectLst/>
                          <a:uLnTx/>
                          <a:uFillTx/>
                          <a:latin typeface="Calibri"/>
                          <a:ea typeface="+mn-ea"/>
                          <a:cs typeface="Arial" panose="020B0604020202020204" pitchFamily="34" charset="0"/>
                          <a:sym typeface="Arial"/>
                        </a:rPr>
                        <a:t>40 جمعية</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ar-SA" sz="1400" b="0" i="0" u="none" strike="noStrike" kern="1200" cap="none" spc="0" normalizeH="0" baseline="0" noProof="0" dirty="0">
                          <a:ln>
                            <a:noFill/>
                          </a:ln>
                          <a:solidFill>
                            <a:prstClr val="black"/>
                          </a:solidFill>
                          <a:effectLst/>
                          <a:uLnTx/>
                          <a:uFillTx/>
                          <a:latin typeface="Calibri"/>
                          <a:ea typeface="+mn-ea"/>
                          <a:cs typeface="Arial" panose="020B0604020202020204" pitchFamily="34" charset="0"/>
                          <a:sym typeface="Arial"/>
                        </a:rPr>
                        <a:t>25 جمعية</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ar-SA" sz="1400" b="0" i="0" u="none" strike="noStrike" kern="1200" cap="none" spc="0" normalizeH="0" baseline="0" noProof="0" dirty="0">
                          <a:ln>
                            <a:noFill/>
                          </a:ln>
                          <a:solidFill>
                            <a:prstClr val="black"/>
                          </a:solidFill>
                          <a:effectLst/>
                          <a:uLnTx/>
                          <a:uFillTx/>
                          <a:latin typeface="Calibri"/>
                          <a:ea typeface="+mn-ea"/>
                          <a:cs typeface="Arial" panose="020B0604020202020204" pitchFamily="34" charset="0"/>
                          <a:sym typeface="Arial"/>
                        </a:rPr>
                        <a:t>14 جمعية</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ar-SA" sz="1400" b="0" i="0" u="none" strike="noStrike" kern="1200" cap="none" spc="0" normalizeH="0" baseline="0" noProof="0" dirty="0">
                          <a:ln>
                            <a:noFill/>
                          </a:ln>
                          <a:solidFill>
                            <a:prstClr val="black"/>
                          </a:solidFill>
                          <a:effectLst/>
                          <a:uLnTx/>
                          <a:uFillTx/>
                          <a:latin typeface="Calibri"/>
                          <a:ea typeface="+mn-ea"/>
                          <a:cs typeface="Arial" panose="020B0604020202020204" pitchFamily="34" charset="0"/>
                          <a:sym typeface="Arial"/>
                        </a:rPr>
                        <a:t>13 جمعية</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lang="ar-SA" sz="1400" b="0" i="0" u="none" strike="noStrike" kern="1200" cap="none" dirty="0">
                          <a:solidFill>
                            <a:schemeClr val="tx1"/>
                          </a:solidFill>
                          <a:effectLst/>
                          <a:latin typeface="Calibri"/>
                          <a:ea typeface="+mn-ea"/>
                          <a:cs typeface="Arial" panose="020B0604020202020204" pitchFamily="34" charset="0"/>
                          <a:sym typeface="Arial"/>
                        </a:rPr>
                        <a:t>10 جمعية</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vMerge="1">
                  <a:txBody>
                    <a:bodyPr/>
                    <a:lstStyle/>
                    <a:p>
                      <a:endParaRPr lang="en-US"/>
                    </a:p>
                  </a:txBody>
                  <a:tcPr/>
                </a:tc>
                <a:extLst>
                  <a:ext uri="{0D108BD9-81ED-4DB2-BD59-A6C34878D82A}">
                    <a16:rowId xmlns:a16="http://schemas.microsoft.com/office/drawing/2014/main" val="4038298299"/>
                  </a:ext>
                </a:extLst>
              </a:tr>
              <a:tr h="269814">
                <a:tc gridSpan="6">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ar-SA" sz="1200" b="1" i="0" u="none" strike="noStrike" kern="1200" cap="none" spc="0" normalizeH="0" baseline="0" noProof="0" dirty="0">
                          <a:ln>
                            <a:noFill/>
                          </a:ln>
                          <a:solidFill>
                            <a:schemeClr val="accent2"/>
                          </a:solidFill>
                          <a:effectLst/>
                          <a:uLnTx/>
                          <a:uFillTx/>
                          <a:latin typeface="Calibri"/>
                          <a:ea typeface="+mn-ea"/>
                          <a:cs typeface="Arial" panose="020B0604020202020204" pitchFamily="34" charset="0"/>
                          <a:sym typeface="Arial"/>
                        </a:rPr>
                        <a:t>250</a:t>
                      </a:r>
                      <a:r>
                        <a:rPr kumimoji="0" lang="ar-SA" sz="1200" b="0" i="0" u="none" strike="noStrike" kern="1200" cap="none" spc="0" normalizeH="0" baseline="0" noProof="0" dirty="0">
                          <a:ln>
                            <a:noFill/>
                          </a:ln>
                          <a:solidFill>
                            <a:prstClr val="black"/>
                          </a:solidFill>
                          <a:effectLst/>
                          <a:uLnTx/>
                          <a:uFillTx/>
                          <a:latin typeface="Calibri"/>
                          <a:ea typeface="+mn-ea"/>
                          <a:cs typeface="Arial" panose="020B0604020202020204" pitchFamily="34" charset="0"/>
                          <a:sym typeface="Arial"/>
                        </a:rPr>
                        <a:t> جمعية مستهدف ركيزة </a:t>
                      </a:r>
                      <a:r>
                        <a:rPr kumimoji="0" lang="ar-SA" sz="1400" b="0" i="0" u="none" strike="noStrike" kern="1200" cap="none" spc="0" normalizeH="0" baseline="0" noProof="0" dirty="0">
                          <a:ln>
                            <a:noFill/>
                          </a:ln>
                          <a:solidFill>
                            <a:srgbClr val="713C66"/>
                          </a:solidFill>
                          <a:effectLst/>
                          <a:uLnTx/>
                          <a:uFillTx/>
                          <a:latin typeface="Calibri"/>
                          <a:ea typeface="+mn-ea"/>
                          <a:cs typeface="Arial" panose="020B0604020202020204" pitchFamily="34" charset="0"/>
                          <a:sym typeface="Arial"/>
                        </a:rPr>
                        <a:t>إيجاد</a:t>
                      </a:r>
                      <a:r>
                        <a:rPr kumimoji="0" lang="ar-SA" sz="1200" b="0" i="0" u="none" strike="noStrike" kern="1200" cap="none" spc="0" normalizeH="0" baseline="0" noProof="0" dirty="0">
                          <a:ln>
                            <a:noFill/>
                          </a:ln>
                          <a:solidFill>
                            <a:prstClr val="black"/>
                          </a:solidFill>
                          <a:effectLst/>
                          <a:uLnTx/>
                          <a:uFillTx/>
                          <a:latin typeface="Calibri"/>
                          <a:ea typeface="+mn-ea"/>
                          <a:cs typeface="Arial" panose="020B0604020202020204" pitchFamily="34" charset="0"/>
                          <a:sym typeface="Arial"/>
                        </a:rPr>
                        <a:t> – </a:t>
                      </a:r>
                      <a:r>
                        <a:rPr kumimoji="0" lang="ar-SA" sz="1200" b="1" i="0" u="none" strike="noStrike" kern="1200" cap="none" spc="0" normalizeH="0" baseline="0" noProof="0" dirty="0">
                          <a:ln>
                            <a:noFill/>
                          </a:ln>
                          <a:solidFill>
                            <a:schemeClr val="accent2"/>
                          </a:solidFill>
                          <a:effectLst/>
                          <a:uLnTx/>
                          <a:uFillTx/>
                          <a:latin typeface="Calibri"/>
                          <a:ea typeface="+mn-ea"/>
                          <a:cs typeface="Arial" panose="020B0604020202020204" pitchFamily="34" charset="0"/>
                          <a:sym typeface="Arial"/>
                        </a:rPr>
                        <a:t>250</a:t>
                      </a:r>
                      <a:r>
                        <a:rPr kumimoji="0" lang="ar-SA" sz="1200" b="0" i="0" u="none" strike="noStrike" kern="1200" cap="none" spc="0" normalizeH="0" baseline="0" noProof="0" dirty="0">
                          <a:ln>
                            <a:noFill/>
                          </a:ln>
                          <a:solidFill>
                            <a:prstClr val="black"/>
                          </a:solidFill>
                          <a:effectLst/>
                          <a:uLnTx/>
                          <a:uFillTx/>
                          <a:latin typeface="Calibri"/>
                          <a:ea typeface="+mn-ea"/>
                          <a:cs typeface="Arial" panose="020B0604020202020204" pitchFamily="34" charset="0"/>
                          <a:sym typeface="Arial"/>
                        </a:rPr>
                        <a:t> جمعية مستهدف ركيزة </a:t>
                      </a:r>
                      <a:r>
                        <a:rPr kumimoji="0" lang="ar-SA" sz="1400" b="0" i="0" u="none" strike="noStrike" kern="1200" cap="none" spc="0" normalizeH="0" baseline="0" noProof="0" dirty="0">
                          <a:ln>
                            <a:noFill/>
                          </a:ln>
                          <a:solidFill>
                            <a:srgbClr val="713C66"/>
                          </a:solidFill>
                          <a:effectLst/>
                          <a:uLnTx/>
                          <a:uFillTx/>
                          <a:latin typeface="Calibri"/>
                          <a:ea typeface="+mn-ea"/>
                          <a:cs typeface="Arial" panose="020B0604020202020204" pitchFamily="34" charset="0"/>
                          <a:sym typeface="Arial"/>
                        </a:rPr>
                        <a:t>تطوير</a:t>
                      </a:r>
                      <a:r>
                        <a:rPr kumimoji="0" lang="ar-SA" sz="1200" b="0" i="0" u="none" strike="noStrike" kern="1200" cap="none" spc="0" normalizeH="0" baseline="0" noProof="0" dirty="0">
                          <a:ln>
                            <a:noFill/>
                          </a:ln>
                          <a:solidFill>
                            <a:prstClr val="black"/>
                          </a:solidFill>
                          <a:effectLst/>
                          <a:uLnTx/>
                          <a:uFillTx/>
                          <a:latin typeface="Calibri"/>
                          <a:ea typeface="+mn-ea"/>
                          <a:cs typeface="Arial" panose="020B0604020202020204" pitchFamily="34" charset="0"/>
                          <a:sym typeface="Arial"/>
                        </a:rPr>
                        <a:t> – </a:t>
                      </a:r>
                      <a:r>
                        <a:rPr kumimoji="0" lang="ar-SA" sz="1200" b="1" i="0" u="none" strike="noStrike" kern="1200" cap="none" spc="0" normalizeH="0" baseline="0" noProof="0" dirty="0">
                          <a:ln>
                            <a:noFill/>
                          </a:ln>
                          <a:solidFill>
                            <a:schemeClr val="accent2"/>
                          </a:solidFill>
                          <a:effectLst/>
                          <a:uLnTx/>
                          <a:uFillTx/>
                          <a:latin typeface="Calibri"/>
                          <a:ea typeface="+mn-ea"/>
                          <a:cs typeface="Arial" panose="020B0604020202020204" pitchFamily="34" charset="0"/>
                          <a:sym typeface="Arial"/>
                        </a:rPr>
                        <a:t>250</a:t>
                      </a:r>
                      <a:r>
                        <a:rPr kumimoji="0" lang="ar-SA" sz="1200" b="0" i="0" u="none" strike="noStrike" kern="1200" cap="none" spc="0" normalizeH="0" baseline="0" noProof="0" dirty="0">
                          <a:ln>
                            <a:noFill/>
                          </a:ln>
                          <a:solidFill>
                            <a:prstClr val="black"/>
                          </a:solidFill>
                          <a:effectLst/>
                          <a:uLnTx/>
                          <a:uFillTx/>
                          <a:latin typeface="Calibri"/>
                          <a:ea typeface="+mn-ea"/>
                          <a:cs typeface="Arial" panose="020B0604020202020204" pitchFamily="34" charset="0"/>
                          <a:sym typeface="Arial"/>
                        </a:rPr>
                        <a:t> جمعية مستهدف ركيزة </a:t>
                      </a:r>
                      <a:r>
                        <a:rPr kumimoji="0" lang="ar-SA" sz="1400" b="0" i="0" u="none" strike="noStrike" kern="1200" cap="none" spc="0" normalizeH="0" baseline="0" noProof="0" dirty="0">
                          <a:ln>
                            <a:noFill/>
                          </a:ln>
                          <a:solidFill>
                            <a:srgbClr val="713C66"/>
                          </a:solidFill>
                          <a:effectLst/>
                          <a:uLnTx/>
                          <a:uFillTx/>
                          <a:latin typeface="Calibri"/>
                          <a:ea typeface="+mn-ea"/>
                          <a:cs typeface="Arial" panose="020B0604020202020204" pitchFamily="34" charset="0"/>
                          <a:sym typeface="Arial"/>
                        </a:rPr>
                        <a:t>كفاءة</a:t>
                      </a:r>
                      <a:endParaRPr kumimoji="0" lang="ar-SA" sz="1200" b="0" i="0" u="none" strike="noStrike" kern="1200" cap="none" spc="0" normalizeH="0" baseline="0" noProof="0" dirty="0">
                        <a:ln>
                          <a:noFill/>
                        </a:ln>
                        <a:solidFill>
                          <a:srgbClr val="713C66"/>
                        </a:solidFill>
                        <a:effectLst/>
                        <a:uLnTx/>
                        <a:uFillTx/>
                        <a:latin typeface="Calibri"/>
                        <a:ea typeface="+mn-ea"/>
                        <a:cs typeface="Arial" panose="020B0604020202020204" pitchFamily="34" charset="0"/>
                        <a:sym typeface="Aria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hMerge="1">
                  <a:txBody>
                    <a:bodyPr/>
                    <a:lstStyle/>
                    <a:p>
                      <a:endParaRPr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hMerge="1">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ar-SA" sz="1200" b="0" i="0" u="none" strike="noStrike" kern="1200" cap="none" spc="0" normalizeH="0" baseline="0" noProof="0" dirty="0">
                        <a:ln>
                          <a:noFill/>
                        </a:ln>
                        <a:solidFill>
                          <a:prstClr val="black"/>
                        </a:solidFill>
                        <a:effectLst/>
                        <a:uLnTx/>
                        <a:uFillTx/>
                        <a:latin typeface="Calibri"/>
                        <a:ea typeface="+mn-ea"/>
                        <a:cs typeface="Readex Pro Medium"/>
                        <a:sym typeface="Aria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hMerge="1">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ar-SA" sz="1200" b="0" i="0" u="none" strike="noStrike" kern="1200" cap="none" spc="0" normalizeH="0" baseline="0" noProof="0" dirty="0">
                        <a:ln>
                          <a:noFill/>
                        </a:ln>
                        <a:solidFill>
                          <a:prstClr val="black"/>
                        </a:solidFill>
                        <a:effectLst/>
                        <a:uLnTx/>
                        <a:uFillTx/>
                        <a:latin typeface="Calibri"/>
                        <a:ea typeface="+mn-ea"/>
                        <a:cs typeface="Readex Pro Medium"/>
                        <a:sym typeface="Aria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hMerge="1">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ar-SA" sz="1200" b="0" i="0" u="none" strike="noStrike" kern="1200" cap="none" spc="0" normalizeH="0" baseline="0" noProof="0" dirty="0">
                        <a:ln>
                          <a:noFill/>
                        </a:ln>
                        <a:solidFill>
                          <a:prstClr val="black"/>
                        </a:solidFill>
                        <a:effectLst/>
                        <a:uLnTx/>
                        <a:uFillTx/>
                        <a:latin typeface="Calibri"/>
                        <a:ea typeface="+mn-ea"/>
                        <a:cs typeface="Readex Pro Medium"/>
                        <a:sym typeface="Aria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hMerge="1">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endParaRPr lang="ar-SA" sz="1200" b="0" i="0" u="none" strike="noStrike" kern="1200" cap="none" dirty="0">
                        <a:solidFill>
                          <a:schemeClr val="tx1"/>
                        </a:solidFill>
                        <a:effectLst/>
                        <a:latin typeface="Calibri"/>
                        <a:ea typeface="+mn-ea"/>
                        <a:cs typeface="+mn-cs"/>
                        <a:sym typeface="Aria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marR="0" lvl="0" indent="0" algn="ctr" defTabSz="914400" rtl="1" eaLnBrk="1" fontAlgn="auto" latinLnBrk="0" hangingPunct="1">
                        <a:lnSpc>
                          <a:spcPct val="100000"/>
                        </a:lnSpc>
                        <a:spcBef>
                          <a:spcPts val="0"/>
                        </a:spcBef>
                        <a:spcAft>
                          <a:spcPts val="0"/>
                        </a:spcAft>
                        <a:buClr>
                          <a:srgbClr val="000000"/>
                        </a:buClr>
                        <a:buSzTx/>
                        <a:buFont typeface="Arial"/>
                        <a:buNone/>
                        <a:tabLst/>
                        <a:defRPr/>
                      </a:pPr>
                      <a:r>
                        <a:rPr lang="ar-SA" sz="1600" b="1" i="0" u="none" strike="noStrike" kern="1200" cap="none" dirty="0">
                          <a:solidFill>
                            <a:schemeClr val="lt1"/>
                          </a:solidFill>
                          <a:latin typeface="Calibri"/>
                          <a:ea typeface="+mn-ea"/>
                          <a:cs typeface="Arial" panose="020B0604020202020204" pitchFamily="34" charset="0"/>
                          <a:sym typeface="Arial"/>
                        </a:rPr>
                        <a:t>التصنيف</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extLst>
                  <a:ext uri="{0D108BD9-81ED-4DB2-BD59-A6C34878D82A}">
                    <a16:rowId xmlns:a16="http://schemas.microsoft.com/office/drawing/2014/main" val="3137062353"/>
                  </a:ext>
                </a:extLst>
              </a:tr>
            </a:tbl>
          </a:graphicData>
        </a:graphic>
      </p:graphicFrame>
      <p:sp>
        <p:nvSpPr>
          <p:cNvPr id="5" name="مربع نص 4">
            <a:extLst>
              <a:ext uri="{FF2B5EF4-FFF2-40B4-BE49-F238E27FC236}">
                <a16:creationId xmlns:a16="http://schemas.microsoft.com/office/drawing/2014/main" id="{F21B0B82-78DD-33EA-8E1D-AEFC604C1B20}"/>
              </a:ext>
            </a:extLst>
          </p:cNvPr>
          <p:cNvSpPr txBox="1"/>
          <p:nvPr/>
        </p:nvSpPr>
        <p:spPr>
          <a:xfrm>
            <a:off x="794859" y="6303251"/>
            <a:ext cx="10924731" cy="415498"/>
          </a:xfrm>
          <a:prstGeom prst="rect">
            <a:avLst/>
          </a:prstGeom>
          <a:noFill/>
        </p:spPr>
        <p:txBody>
          <a:bodyPr wrap="square" rtlCol="0">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ar-SA" sz="105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المؤشرات توضح حجم الإسهام الذي يسهم فيه الصندوق في النتيجة بعيدة المدى  لأن النتيجة بعيدة المدى تحقيقها دوما ليست مسئولية جهة واحدة بل يساهم فيها عدد من الجهات الأخرى غير الصندوق ممن لهم علاقة وصلة بالاستدامة المالية للجمعيات وتعظيم أثرها</a:t>
            </a:r>
            <a:endParaRPr kumimoji="0" lang="en-US" sz="105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p:spTree>
    <p:extLst>
      <p:ext uri="{BB962C8B-B14F-4D97-AF65-F5344CB8AC3E}">
        <p14:creationId xmlns:p14="http://schemas.microsoft.com/office/powerpoint/2010/main" val="176302368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noEditPoints="1"/>
          </p:cNvSpPr>
          <p:nvPr>
            <p:ph type="ctrTitle"/>
          </p:nvPr>
        </p:nvSpPr>
        <p:spPr>
          <a:xfrm>
            <a:off x="384930" y="185417"/>
            <a:ext cx="11071743" cy="681357"/>
          </a:xfrm>
          <a:ln>
            <a:noFill/>
          </a:ln>
        </p:spPr>
        <p:txBody>
          <a:bodyPr/>
          <a:lstStyle/>
          <a:p>
            <a:r>
              <a:rPr lang="ar-SA" dirty="0">
                <a:latin typeface="Arial" panose="020B0604020202020204" pitchFamily="34" charset="0"/>
                <a:cs typeface="Arial" panose="020B0604020202020204" pitchFamily="34" charset="0"/>
              </a:rPr>
              <a:t>نظرية التغيير لإدارة الدعم </a:t>
            </a:r>
            <a:endParaRPr lang="en-US" dirty="0">
              <a:latin typeface="Arial" panose="020B0604020202020204" pitchFamily="34" charset="0"/>
              <a:cs typeface="Arial" panose="020B0604020202020204" pitchFamily="34" charset="0"/>
            </a:endParaRPr>
          </a:p>
        </p:txBody>
      </p:sp>
      <p:sp>
        <p:nvSpPr>
          <p:cNvPr id="18" name="مستطيل 17">
            <a:extLst>
              <a:ext uri="{FF2B5EF4-FFF2-40B4-BE49-F238E27FC236}">
                <a16:creationId xmlns:a16="http://schemas.microsoft.com/office/drawing/2014/main" id="{9320BD7C-F268-9F8E-A999-676306744CF0}"/>
              </a:ext>
            </a:extLst>
          </p:cNvPr>
          <p:cNvSpPr/>
          <p:nvPr/>
        </p:nvSpPr>
        <p:spPr>
          <a:xfrm>
            <a:off x="410133" y="146680"/>
            <a:ext cx="11315513" cy="681357"/>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ar-YE" sz="2400" b="1" i="0" u="none" strike="noStrike" kern="1200" cap="none" spc="0" normalizeH="0" baseline="0" noProof="0" dirty="0">
                <a:ln>
                  <a:noFill/>
                </a:ln>
                <a:solidFill>
                  <a:srgbClr val="713C66"/>
                </a:solidFill>
                <a:effectLst/>
                <a:uLnTx/>
                <a:uFillTx/>
                <a:latin typeface="Arial" panose="020B0604020202020204" pitchFamily="34" charset="0"/>
                <a:ea typeface="+mn-ea"/>
                <a:cs typeface="Arial" panose="020B0604020202020204" pitchFamily="34" charset="0"/>
              </a:rPr>
              <a:t>خارطة النتيجة طويلة المدى</a:t>
            </a:r>
            <a:r>
              <a:rPr kumimoji="0" lang="ar-SA" sz="2400" b="1" i="0" u="none" strike="noStrike" kern="1200" cap="none" spc="0" normalizeH="0" baseline="0" noProof="0" dirty="0">
                <a:ln>
                  <a:noFill/>
                </a:ln>
                <a:solidFill>
                  <a:srgbClr val="713C66"/>
                </a:solidFill>
                <a:effectLst/>
                <a:uLnTx/>
                <a:uFillTx/>
                <a:latin typeface="Arial" panose="020B0604020202020204" pitchFamily="34" charset="0"/>
                <a:ea typeface="+mn-ea"/>
                <a:cs typeface="Arial" panose="020B0604020202020204" pitchFamily="34" charset="0"/>
              </a:rPr>
              <a:t> 6.2</a:t>
            </a:r>
            <a:endParaRPr kumimoji="0" lang="ar-YE" sz="2400" b="1" i="0" u="none" strike="noStrike" kern="1200" cap="none" spc="0" normalizeH="0" baseline="0" noProof="0" dirty="0">
              <a:ln>
                <a:noFill/>
              </a:ln>
              <a:solidFill>
                <a:srgbClr val="713C66"/>
              </a:solidFill>
              <a:effectLst/>
              <a:uLnTx/>
              <a:uFillTx/>
              <a:latin typeface="Arial" panose="020B0604020202020204" pitchFamily="34" charset="0"/>
              <a:ea typeface="+mn-ea"/>
              <a:cs typeface="Arial" panose="020B0604020202020204" pitchFamily="34" charset="0"/>
            </a:endParaRPr>
          </a:p>
        </p:txBody>
      </p:sp>
      <p:graphicFrame>
        <p:nvGraphicFramePr>
          <p:cNvPr id="3" name="جدول 2">
            <a:extLst>
              <a:ext uri="{FF2B5EF4-FFF2-40B4-BE49-F238E27FC236}">
                <a16:creationId xmlns:a16="http://schemas.microsoft.com/office/drawing/2014/main" id="{82CD6B15-B3BB-0767-B515-6A729AE31B8D}"/>
              </a:ext>
            </a:extLst>
          </p:cNvPr>
          <p:cNvGraphicFramePr>
            <a:graphicFrameLocks noGrp="1"/>
          </p:cNvGraphicFramePr>
          <p:nvPr>
            <p:extLst>
              <p:ext uri="{D42A27DB-BD31-4B8C-83A1-F6EECF244321}">
                <p14:modId xmlns:p14="http://schemas.microsoft.com/office/powerpoint/2010/main" val="1714676057"/>
              </p:ext>
            </p:extLst>
          </p:nvPr>
        </p:nvGraphicFramePr>
        <p:xfrm>
          <a:off x="518241" y="1014297"/>
          <a:ext cx="11155518" cy="5380660"/>
        </p:xfrm>
        <a:graphic>
          <a:graphicData uri="http://schemas.openxmlformats.org/drawingml/2006/table">
            <a:tbl>
              <a:tblPr firstRow="1" bandRow="1"/>
              <a:tblGrid>
                <a:gridCol w="1494156">
                  <a:extLst>
                    <a:ext uri="{9D8B030D-6E8A-4147-A177-3AD203B41FA5}">
                      <a16:colId xmlns:a16="http://schemas.microsoft.com/office/drawing/2014/main" val="512292408"/>
                    </a:ext>
                  </a:extLst>
                </a:gridCol>
                <a:gridCol w="1044821">
                  <a:extLst>
                    <a:ext uri="{9D8B030D-6E8A-4147-A177-3AD203B41FA5}">
                      <a16:colId xmlns:a16="http://schemas.microsoft.com/office/drawing/2014/main" val="2293065402"/>
                    </a:ext>
                  </a:extLst>
                </a:gridCol>
                <a:gridCol w="1044821">
                  <a:extLst>
                    <a:ext uri="{9D8B030D-6E8A-4147-A177-3AD203B41FA5}">
                      <a16:colId xmlns:a16="http://schemas.microsoft.com/office/drawing/2014/main" val="270779452"/>
                    </a:ext>
                  </a:extLst>
                </a:gridCol>
                <a:gridCol w="1044821">
                  <a:extLst>
                    <a:ext uri="{9D8B030D-6E8A-4147-A177-3AD203B41FA5}">
                      <a16:colId xmlns:a16="http://schemas.microsoft.com/office/drawing/2014/main" val="2698723692"/>
                    </a:ext>
                  </a:extLst>
                </a:gridCol>
                <a:gridCol w="503500">
                  <a:extLst>
                    <a:ext uri="{9D8B030D-6E8A-4147-A177-3AD203B41FA5}">
                      <a16:colId xmlns:a16="http://schemas.microsoft.com/office/drawing/2014/main" val="110399297"/>
                    </a:ext>
                  </a:extLst>
                </a:gridCol>
                <a:gridCol w="773605">
                  <a:extLst>
                    <a:ext uri="{9D8B030D-6E8A-4147-A177-3AD203B41FA5}">
                      <a16:colId xmlns:a16="http://schemas.microsoft.com/office/drawing/2014/main" val="3674269483"/>
                    </a:ext>
                  </a:extLst>
                </a:gridCol>
                <a:gridCol w="767324">
                  <a:extLst>
                    <a:ext uri="{9D8B030D-6E8A-4147-A177-3AD203B41FA5}">
                      <a16:colId xmlns:a16="http://schemas.microsoft.com/office/drawing/2014/main" val="861975014"/>
                    </a:ext>
                  </a:extLst>
                </a:gridCol>
                <a:gridCol w="372396">
                  <a:extLst>
                    <a:ext uri="{9D8B030D-6E8A-4147-A177-3AD203B41FA5}">
                      <a16:colId xmlns:a16="http://schemas.microsoft.com/office/drawing/2014/main" val="1911452282"/>
                    </a:ext>
                  </a:extLst>
                </a:gridCol>
                <a:gridCol w="1247908">
                  <a:extLst>
                    <a:ext uri="{9D8B030D-6E8A-4147-A177-3AD203B41FA5}">
                      <a16:colId xmlns:a16="http://schemas.microsoft.com/office/drawing/2014/main" val="883872576"/>
                    </a:ext>
                  </a:extLst>
                </a:gridCol>
                <a:gridCol w="285819">
                  <a:extLst>
                    <a:ext uri="{9D8B030D-6E8A-4147-A177-3AD203B41FA5}">
                      <a16:colId xmlns:a16="http://schemas.microsoft.com/office/drawing/2014/main" val="2726076770"/>
                    </a:ext>
                  </a:extLst>
                </a:gridCol>
                <a:gridCol w="555409">
                  <a:extLst>
                    <a:ext uri="{9D8B030D-6E8A-4147-A177-3AD203B41FA5}">
                      <a16:colId xmlns:a16="http://schemas.microsoft.com/office/drawing/2014/main" val="509054927"/>
                    </a:ext>
                  </a:extLst>
                </a:gridCol>
                <a:gridCol w="526782">
                  <a:extLst>
                    <a:ext uri="{9D8B030D-6E8A-4147-A177-3AD203B41FA5}">
                      <a16:colId xmlns:a16="http://schemas.microsoft.com/office/drawing/2014/main" val="281503675"/>
                    </a:ext>
                  </a:extLst>
                </a:gridCol>
                <a:gridCol w="612319">
                  <a:extLst>
                    <a:ext uri="{9D8B030D-6E8A-4147-A177-3AD203B41FA5}">
                      <a16:colId xmlns:a16="http://schemas.microsoft.com/office/drawing/2014/main" val="3554536608"/>
                    </a:ext>
                  </a:extLst>
                </a:gridCol>
                <a:gridCol w="881837">
                  <a:extLst>
                    <a:ext uri="{9D8B030D-6E8A-4147-A177-3AD203B41FA5}">
                      <a16:colId xmlns:a16="http://schemas.microsoft.com/office/drawing/2014/main" val="2778202100"/>
                    </a:ext>
                  </a:extLst>
                </a:gridCol>
              </a:tblGrid>
              <a:tr h="207521">
                <a:tc gridSpan="14">
                  <a:txBody>
                    <a:bodyPr/>
                    <a:lstStyle/>
                    <a:p>
                      <a:pPr marL="0" marR="0" lvl="0" indent="0" algn="ctr" defTabSz="914400" rtl="1" eaLnBrk="1" fontAlgn="auto" latinLnBrk="0" hangingPunct="1">
                        <a:lnSpc>
                          <a:spcPct val="115000"/>
                        </a:lnSpc>
                        <a:spcBef>
                          <a:spcPts val="0"/>
                        </a:spcBef>
                        <a:spcAft>
                          <a:spcPts val="0"/>
                        </a:spcAft>
                        <a:buClr>
                          <a:srgbClr val="000000"/>
                        </a:buClr>
                        <a:buSzTx/>
                        <a:buFont typeface="+mj-lt"/>
                        <a:buNone/>
                        <a:tabLst/>
                        <a:defRPr/>
                      </a:pPr>
                      <a:r>
                        <a:rPr lang="ar-SA" sz="1200" b="0" kern="1200" dirty="0">
                          <a:solidFill>
                            <a:schemeClr val="tx1"/>
                          </a:solidFill>
                          <a:effectLst/>
                          <a:latin typeface="Frutiger LT Arabic 45 Light"/>
                          <a:ea typeface="+mn-ea"/>
                          <a:cs typeface="Arial" panose="020B0604020202020204" pitchFamily="34" charset="0"/>
                        </a:rPr>
                        <a:t>بطاقة المؤشر</a:t>
                      </a: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8CBAD"/>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lnL w="12700" cap="flat" cmpd="sng" algn="ctr">
                      <a:solidFill>
                        <a:schemeClr val="tx1"/>
                      </a:solidFill>
                      <a:prstDash val="solid"/>
                      <a:round/>
                      <a:headEnd type="none" w="med" len="med"/>
                      <a:tailEnd type="none" w="med" len="med"/>
                    </a:lnL>
                  </a:tcPr>
                </a:tc>
                <a:tc hMerge="1">
                  <a:txBody>
                    <a:bodyPr/>
                    <a:lstStyle/>
                    <a:p>
                      <a:endParaRPr lang="en-US"/>
                    </a:p>
                  </a:txBody>
                  <a:tcPr/>
                </a:tc>
                <a:tc hMerge="1">
                  <a:txBody>
                    <a:bodyPr/>
                    <a:lstStyle/>
                    <a:p>
                      <a:endParaRPr lang="en-US"/>
                    </a:p>
                  </a:txBody>
                  <a:tcPr>
                    <a:lnL w="12700" cap="flat" cmpd="sng" algn="ctr">
                      <a:solidFill>
                        <a:schemeClr val="tx1"/>
                      </a:solidFill>
                      <a:prstDash val="solid"/>
                      <a:round/>
                      <a:headEnd type="none" w="med" len="med"/>
                      <a:tailEnd type="none" w="med" len="med"/>
                    </a:lnL>
                  </a:tcPr>
                </a:tc>
                <a:tc hMerge="1">
                  <a:txBody>
                    <a:bodyPr/>
                    <a:lstStyle/>
                    <a:p>
                      <a:endParaRPr lang="en-US"/>
                    </a:p>
                  </a:txBody>
                  <a:tcPr>
                    <a:lnL w="12700" cap="flat" cmpd="sng" algn="ctr">
                      <a:solidFill>
                        <a:schemeClr val="tx1"/>
                      </a:solidFill>
                      <a:prstDash val="solid"/>
                      <a:round/>
                      <a:headEnd type="none" w="med" len="med"/>
                      <a:tailEnd type="none" w="med" len="med"/>
                    </a:lnL>
                  </a:tcPr>
                </a:tc>
                <a:tc hMerge="1">
                  <a:txBody>
                    <a:bodyPr/>
                    <a:lstStyle/>
                    <a:p>
                      <a:endParaRPr lang="en-US"/>
                    </a:p>
                  </a:txBody>
                  <a:tcPr/>
                </a:tc>
                <a:tc hMerge="1">
                  <a:txBody>
                    <a:bodyPr/>
                    <a:lstStyle/>
                    <a:p>
                      <a:endParaRPr lang="en-US"/>
                    </a:p>
                  </a:txBody>
                  <a:tcPr>
                    <a:lnL w="12700" cap="flat" cmpd="sng" algn="ctr">
                      <a:solidFill>
                        <a:schemeClr val="tx1"/>
                      </a:solidFill>
                      <a:prstDash val="solid"/>
                      <a:round/>
                      <a:headEnd type="none" w="med" len="med"/>
                      <a:tailEnd type="none" w="med" len="med"/>
                    </a:lnL>
                  </a:tcPr>
                </a:tc>
                <a:tc hMerge="1">
                  <a:txBody>
                    <a:bodyPr/>
                    <a:lstStyle/>
                    <a:p>
                      <a:pPr algn="ctr"/>
                      <a:endParaRPr lang="en-US" b="0" dirty="0">
                        <a:cs typeface="+mn-cs"/>
                      </a:endParaRP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hMerge="1">
                  <a:txBody>
                    <a:bodyPr/>
                    <a:lstStyle/>
                    <a:p>
                      <a:endParaRPr lang="en-US"/>
                    </a:p>
                  </a:txBody>
                  <a:tcPr/>
                </a:tc>
                <a:tc hMerge="1">
                  <a:txBody>
                    <a:bodyPr/>
                    <a:lstStyle/>
                    <a:p>
                      <a:pPr algn="ctr" rtl="1" fontAlgn="b"/>
                      <a:endParaRPr lang="ar-SA" sz="1400" b="0" kern="1200" dirty="0">
                        <a:solidFill>
                          <a:schemeClr val="bg1"/>
                        </a:solidFill>
                        <a:effectLst/>
                        <a:latin typeface="+mn-lt"/>
                        <a:ea typeface="+mn-ea"/>
                        <a:cs typeface="+mn-cs"/>
                      </a:endParaRP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1" eaLnBrk="1" fontAlgn="b" latinLnBrk="0" hangingPunct="1">
                        <a:lnSpc>
                          <a:spcPct val="100000"/>
                        </a:lnSpc>
                        <a:spcBef>
                          <a:spcPts val="0"/>
                        </a:spcBef>
                        <a:spcAft>
                          <a:spcPts val="0"/>
                        </a:spcAft>
                        <a:buClr>
                          <a:srgbClr val="000000"/>
                        </a:buClr>
                        <a:buSzTx/>
                        <a:buFont typeface="Arial"/>
                        <a:buNone/>
                        <a:tabLst/>
                        <a:defRPr/>
                      </a:pPr>
                      <a:endParaRPr lang="ar-SA" sz="1400" b="0" kern="1200" dirty="0">
                        <a:solidFill>
                          <a:schemeClr val="bg1"/>
                        </a:solidFill>
                        <a:effectLst/>
                        <a:latin typeface="+mn-lt"/>
                        <a:ea typeface="+mn-ea"/>
                        <a:cs typeface="+mn-cs"/>
                      </a:endParaRP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extLst>
                  <a:ext uri="{0D108BD9-81ED-4DB2-BD59-A6C34878D82A}">
                    <a16:rowId xmlns:a16="http://schemas.microsoft.com/office/drawing/2014/main" val="729625226"/>
                  </a:ext>
                </a:extLst>
              </a:tr>
              <a:tr h="327100">
                <a:tc gridSpan="10">
                  <a:txBody>
                    <a:bodyPr/>
                    <a:lstStyle>
                      <a:lvl1pPr marL="0" algn="r" defTabSz="914400" rtl="1" eaLnBrk="1" latinLnBrk="0" hangingPunct="1">
                        <a:defRPr sz="1800" b="1" kern="1200">
                          <a:solidFill>
                            <a:schemeClr val="tx1"/>
                          </a:solidFill>
                          <a:latin typeface="Arial" panose="020B0604020202020204"/>
                        </a:defRPr>
                      </a:lvl1pPr>
                      <a:lvl2pPr marL="457200" algn="r" defTabSz="914400" rtl="1" eaLnBrk="1" latinLnBrk="0" hangingPunct="1">
                        <a:defRPr sz="1800" b="1" kern="1200">
                          <a:solidFill>
                            <a:schemeClr val="tx1"/>
                          </a:solidFill>
                          <a:latin typeface="Arial" panose="020B0604020202020204"/>
                        </a:defRPr>
                      </a:lvl2pPr>
                      <a:lvl3pPr marL="914400" algn="r" defTabSz="914400" rtl="1" eaLnBrk="1" latinLnBrk="0" hangingPunct="1">
                        <a:defRPr sz="1800" b="1" kern="1200">
                          <a:solidFill>
                            <a:schemeClr val="tx1"/>
                          </a:solidFill>
                          <a:latin typeface="Arial" panose="020B0604020202020204"/>
                        </a:defRPr>
                      </a:lvl3pPr>
                      <a:lvl4pPr marL="1371600" algn="r" defTabSz="914400" rtl="1" eaLnBrk="1" latinLnBrk="0" hangingPunct="1">
                        <a:defRPr sz="1800" b="1" kern="1200">
                          <a:solidFill>
                            <a:schemeClr val="tx1"/>
                          </a:solidFill>
                          <a:latin typeface="Arial" panose="020B0604020202020204"/>
                        </a:defRPr>
                      </a:lvl4pPr>
                      <a:lvl5pPr marL="1828800" algn="r" defTabSz="914400" rtl="1" eaLnBrk="1" latinLnBrk="0" hangingPunct="1">
                        <a:defRPr sz="1800" b="1" kern="1200">
                          <a:solidFill>
                            <a:schemeClr val="tx1"/>
                          </a:solidFill>
                          <a:latin typeface="Arial" panose="020B0604020202020204"/>
                        </a:defRPr>
                      </a:lvl5pPr>
                      <a:lvl6pPr marL="2286000" algn="r" defTabSz="914400" rtl="1" eaLnBrk="1" latinLnBrk="0" hangingPunct="1">
                        <a:defRPr sz="1800" b="1" kern="1200">
                          <a:solidFill>
                            <a:schemeClr val="tx1"/>
                          </a:solidFill>
                          <a:latin typeface="Arial" panose="020B0604020202020204"/>
                        </a:defRPr>
                      </a:lvl6pPr>
                      <a:lvl7pPr marL="2743200" algn="r" defTabSz="914400" rtl="1" eaLnBrk="1" latinLnBrk="0" hangingPunct="1">
                        <a:defRPr sz="1800" b="1" kern="1200">
                          <a:solidFill>
                            <a:schemeClr val="tx1"/>
                          </a:solidFill>
                          <a:latin typeface="Arial" panose="020B0604020202020204"/>
                        </a:defRPr>
                      </a:lvl7pPr>
                      <a:lvl8pPr marL="3200400" algn="r" defTabSz="914400" rtl="1" eaLnBrk="1" latinLnBrk="0" hangingPunct="1">
                        <a:defRPr sz="1800" b="1" kern="1200">
                          <a:solidFill>
                            <a:schemeClr val="tx1"/>
                          </a:solidFill>
                          <a:latin typeface="Arial" panose="020B0604020202020204"/>
                        </a:defRPr>
                      </a:lvl8pPr>
                      <a:lvl9pPr marL="3657600" algn="r" defTabSz="914400" rtl="1" eaLnBrk="1" latinLnBrk="0" hangingPunct="1">
                        <a:defRPr sz="1800" b="1" kern="1200">
                          <a:solidFill>
                            <a:schemeClr val="tx1"/>
                          </a:solidFill>
                          <a:latin typeface="Arial" panose="020B0604020202020204"/>
                        </a:defRPr>
                      </a:lvl9pPr>
                    </a:lstStyle>
                    <a:p>
                      <a:pPr algn="justLow" rtl="1"/>
                      <a:r>
                        <a:rPr lang="ar-SA" sz="1100" b="0" dirty="0">
                          <a:solidFill>
                            <a:schemeClr val="tx1"/>
                          </a:solidFill>
                          <a:cs typeface="Arial" panose="020B0604020202020204" pitchFamily="34" charset="0"/>
                        </a:rPr>
                        <a:t>معدل نمو الدخل</a:t>
                      </a:r>
                    </a:p>
                  </a:txBody>
                  <a:tcPr marT="0" marB="0" anchor="ctr">
                    <a:lnL w="12700" cap="flat" cmpd="sng" algn="ctr">
                      <a:solidFill>
                        <a:schemeClr val="tx1"/>
                      </a:solidFill>
                      <a:prstDash val="solid"/>
                      <a:round/>
                      <a:headEnd type="none" w="med" len="med"/>
                      <a:tailEnd type="none" w="med" len="med"/>
                    </a:lnL>
                    <a:lnR w="12700" cap="flat" cmpd="sng" algn="ctr">
                      <a:solidFill>
                        <a:schemeClr val="accent2">
                          <a:lumMod val="40000"/>
                          <a:lumOff val="60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a:p>
                  </a:txBody>
                  <a:tcPr/>
                </a:tc>
                <a:tc hMerge="1">
                  <a:txBody>
                    <a:bodyPr/>
                    <a:lstStyle/>
                    <a:p>
                      <a:endParaRPr lang="en-US"/>
                    </a:p>
                  </a:txBody>
                  <a:tcPr/>
                </a:tc>
                <a:tc hMerge="1">
                  <a:txBody>
                    <a:bodyPr/>
                    <a:lstStyle/>
                    <a:p>
                      <a:pPr marL="0" marR="0" indent="0" algn="r" rtl="1">
                        <a:lnSpc>
                          <a:spcPct val="115000"/>
                        </a:lnSpc>
                        <a:spcBef>
                          <a:spcPts val="0"/>
                        </a:spcBef>
                        <a:spcAft>
                          <a:spcPts val="0"/>
                        </a:spcAft>
                        <a:buFont typeface="+mj-lt"/>
                        <a:buNone/>
                      </a:pPr>
                      <a:endParaRPr lang="en-US" sz="1400" b="0" kern="1200" dirty="0">
                        <a:solidFill>
                          <a:schemeClr val="tx1"/>
                        </a:solidFill>
                        <a:effectLst/>
                        <a:latin typeface="Frutiger LT Arabic 45 Light"/>
                        <a:ea typeface="+mn-ea"/>
                        <a:cs typeface="Ping AR + LT" panose="00000500000000000000"/>
                      </a:endParaRPr>
                    </a:p>
                  </a:txBody>
                  <a:tcPr marT="91440" marB="91440" anchor="ctr">
                    <a:lnL w="12700" cap="flat" cmpd="sng" algn="ctr">
                      <a:solidFill>
                        <a:schemeClr val="accent2">
                          <a:lumMod val="40000"/>
                          <a:lumOff val="60000"/>
                        </a:schemeClr>
                      </a:solidFill>
                      <a:prstDash val="solid"/>
                      <a:round/>
                      <a:headEnd type="none" w="med" len="med"/>
                      <a:tailEnd type="none" w="med" len="med"/>
                    </a:lnL>
                    <a:lnR w="12700" cap="flat" cmpd="sng" algn="ctr">
                      <a:solidFill>
                        <a:schemeClr val="accent2">
                          <a:lumMod val="40000"/>
                          <a:lumOff val="60000"/>
                        </a:schemeClr>
                      </a:solidFill>
                      <a:prstDash val="solid"/>
                      <a:round/>
                      <a:headEnd type="none" w="med" len="med"/>
                      <a:tailEnd type="none" w="med" len="med"/>
                    </a:lnR>
                    <a:lnB w="12700" cap="flat" cmpd="sng" algn="ctr">
                      <a:solidFill>
                        <a:schemeClr val="accent2">
                          <a:lumMod val="40000"/>
                          <a:lumOff val="60000"/>
                        </a:schemeClr>
                      </a:solidFill>
                      <a:prstDash val="solid"/>
                      <a:round/>
                      <a:headEnd type="none" w="med" len="med"/>
                      <a:tailEnd type="none" w="med" len="med"/>
                    </a:lnB>
                    <a:noFill/>
                  </a:tcPr>
                </a:tc>
                <a:tc hMerge="1">
                  <a:txBody>
                    <a:bodyPr/>
                    <a:lstStyle/>
                    <a:p>
                      <a:endParaRPr lang="en-US"/>
                    </a:p>
                  </a:txBody>
                  <a:tcPr>
                    <a:lnL w="12700" cap="flat" cmpd="sng" algn="ctr">
                      <a:solidFill>
                        <a:schemeClr val="accent2">
                          <a:lumMod val="40000"/>
                          <a:lumOff val="60000"/>
                        </a:schemeClr>
                      </a:solidFill>
                      <a:prstDash val="solid"/>
                      <a:round/>
                      <a:headEnd type="none" w="med" len="med"/>
                      <a:tailEnd type="none" w="med" len="med"/>
                    </a:lnL>
                  </a:tcPr>
                </a:tc>
                <a:tc hMerge="1">
                  <a:txBody>
                    <a:bodyPr/>
                    <a:lstStyle/>
                    <a:p>
                      <a:pPr marL="0" marR="0" indent="0" algn="r" rtl="1">
                        <a:lnSpc>
                          <a:spcPct val="115000"/>
                        </a:lnSpc>
                        <a:spcBef>
                          <a:spcPts val="0"/>
                        </a:spcBef>
                        <a:spcAft>
                          <a:spcPts val="0"/>
                        </a:spcAft>
                        <a:buFont typeface="+mj-lt"/>
                        <a:buNone/>
                      </a:pPr>
                      <a:r>
                        <a:rPr lang="ar-SA" sz="1400" b="0" i="0" u="none" strike="noStrike" kern="1200" cap="none" noProof="0" dirty="0">
                          <a:solidFill>
                            <a:schemeClr val="tx1"/>
                          </a:solidFill>
                          <a:effectLst/>
                          <a:latin typeface="Calibri"/>
                          <a:ea typeface="+mn-ea"/>
                          <a:cs typeface="Ping AR + LT" panose="00000500000000000000"/>
                          <a:sym typeface="Arial"/>
                        </a:rPr>
                        <a:t>نسبة اكتمال جاهزية أدوات ومنهجيات تطوير البيئة التنظيمية لمنظومة التطوع الوقفي</a:t>
                      </a:r>
                      <a:endParaRPr lang="en-US" sz="1400" b="0" kern="1200" dirty="0">
                        <a:solidFill>
                          <a:schemeClr val="tx1"/>
                        </a:solidFill>
                        <a:effectLst/>
                        <a:latin typeface="Frutiger LT Arabic 45 Light"/>
                        <a:ea typeface="+mn-ea"/>
                        <a:cs typeface="Ping AR + LT" panose="00000500000000000000"/>
                      </a:endParaRPr>
                    </a:p>
                  </a:txBody>
                  <a:tcPr marT="91440" marB="91440" anchor="ctr">
                    <a:lnR w="12700" cap="flat" cmpd="sng" algn="ctr">
                      <a:solidFill>
                        <a:schemeClr val="accent2">
                          <a:lumMod val="40000"/>
                          <a:lumOff val="60000"/>
                        </a:schemeClr>
                      </a:solidFill>
                      <a:prstDash val="solid"/>
                      <a:round/>
                      <a:headEnd type="none" w="med" len="med"/>
                      <a:tailEnd type="none" w="med" len="med"/>
                    </a:lnR>
                    <a:lnB w="12700" cap="flat" cmpd="sng" algn="ctr">
                      <a:solidFill>
                        <a:schemeClr val="accent2">
                          <a:lumMod val="40000"/>
                          <a:lumOff val="60000"/>
                        </a:schemeClr>
                      </a:solidFill>
                      <a:prstDash val="solid"/>
                      <a:round/>
                      <a:headEnd type="none" w="med" len="med"/>
                      <a:tailEnd type="none" w="med" len="med"/>
                    </a:lnB>
                    <a:noFill/>
                  </a:tcPr>
                </a:tc>
                <a:tc hMerge="1">
                  <a:txBody>
                    <a:bodyPr/>
                    <a:lstStyle/>
                    <a:p>
                      <a:endParaRPr lang="en-US"/>
                    </a:p>
                  </a:txBody>
                  <a:tcPr>
                    <a:lnL w="12700" cap="flat" cmpd="sng" algn="ctr">
                      <a:solidFill>
                        <a:schemeClr val="tx1"/>
                      </a:solidFill>
                      <a:prstDash val="solid"/>
                      <a:round/>
                      <a:headEnd type="none" w="med" len="med"/>
                      <a:tailEnd type="none" w="med" len="med"/>
                    </a:lnL>
                  </a:tcPr>
                </a:tc>
                <a:tc hMerge="1">
                  <a:txBody>
                    <a:bodyPr/>
                    <a:lstStyle/>
                    <a:p>
                      <a:pPr marL="0" marR="0" indent="0" algn="r" rtl="1">
                        <a:lnSpc>
                          <a:spcPct val="115000"/>
                        </a:lnSpc>
                        <a:spcBef>
                          <a:spcPts val="0"/>
                        </a:spcBef>
                        <a:spcAft>
                          <a:spcPts val="0"/>
                        </a:spcAft>
                        <a:buFont typeface="+mj-lt"/>
                        <a:buNone/>
                      </a:pPr>
                      <a:r>
                        <a:rPr lang="ar-SA" sz="1400" b="1" dirty="0">
                          <a:solidFill>
                            <a:schemeClr val="bg1"/>
                          </a:solidFill>
                          <a:effectLst/>
                          <a:cs typeface="Ping AR + LT" panose="00000500000000000000"/>
                        </a:rPr>
                        <a:t>المؤشر</a:t>
                      </a:r>
                      <a:endParaRPr lang="en-US" sz="1400" b="0" kern="1200" dirty="0">
                        <a:solidFill>
                          <a:schemeClr val="tx1"/>
                        </a:solidFill>
                        <a:effectLst/>
                        <a:latin typeface="Frutiger LT Arabic 45 Light"/>
                        <a:ea typeface="+mn-ea"/>
                        <a:cs typeface="Ping AR + LT" panose="00000500000000000000"/>
                      </a:endParaRPr>
                    </a:p>
                  </a:txBody>
                  <a:tcPr marT="91440" marB="91440" anchor="ctr">
                    <a:lnL w="12700" cap="flat" cmpd="sng" algn="ctr">
                      <a:solidFill>
                        <a:schemeClr val="tx1"/>
                      </a:solidFill>
                      <a:prstDash val="solid"/>
                      <a:round/>
                      <a:headEnd type="none" w="med" len="med"/>
                      <a:tailEnd type="none" w="med" len="med"/>
                    </a:lnL>
                    <a:lnR w="12700" cap="flat" cmpd="sng" algn="ctr">
                      <a:solidFill>
                        <a:schemeClr val="accent2">
                          <a:lumMod val="40000"/>
                          <a:lumOff val="60000"/>
                        </a:schemeClr>
                      </a:solidFill>
                      <a:prstDash val="solid"/>
                      <a:round/>
                      <a:headEnd type="none" w="med" len="med"/>
                      <a:tailEnd type="none" w="med" len="med"/>
                    </a:lnR>
                    <a:lnB w="12700" cap="flat" cmpd="sng" algn="ctr">
                      <a:solidFill>
                        <a:schemeClr val="accent2">
                          <a:lumMod val="40000"/>
                          <a:lumOff val="60000"/>
                        </a:schemeClr>
                      </a:solidFill>
                      <a:prstDash val="solid"/>
                      <a:round/>
                      <a:headEnd type="none" w="med" len="med"/>
                      <a:tailEnd type="none" w="med" len="med"/>
                    </a:lnB>
                    <a:solidFill>
                      <a:srgbClr val="006E62"/>
                    </a:solidFill>
                  </a:tcPr>
                </a:tc>
                <a:tc hMerge="1">
                  <a:txBody>
                    <a:bodyPr/>
                    <a:lstStyle/>
                    <a:p>
                      <a:endParaRPr lang="en-US"/>
                    </a:p>
                  </a:txBody>
                  <a:tcPr>
                    <a:lnL w="12700" cap="flat" cmpd="sng" algn="ctr">
                      <a:solidFill>
                        <a:schemeClr val="accent2">
                          <a:lumMod val="40000"/>
                          <a:lumOff val="60000"/>
                        </a:schemeClr>
                      </a:solidFill>
                      <a:prstDash val="solid"/>
                      <a:round/>
                      <a:headEnd type="none" w="med" len="med"/>
                      <a:tailEnd type="none" w="med" len="med"/>
                    </a:lnL>
                  </a:tcPr>
                </a:tc>
                <a:tc hMerge="1">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accent2">
                          <a:lumMod val="40000"/>
                          <a:lumOff val="60000"/>
                        </a:schemeClr>
                      </a:solidFill>
                      <a:prstDash val="solid"/>
                      <a:round/>
                      <a:headEnd type="none" w="med" len="med"/>
                      <a:tailEnd type="none" w="med" len="med"/>
                    </a:lnR>
                    <a:lnB w="12700" cap="flat" cmpd="sng" algn="ctr">
                      <a:solidFill>
                        <a:schemeClr val="accent2">
                          <a:lumMod val="40000"/>
                          <a:lumOff val="60000"/>
                        </a:schemeClr>
                      </a:solidFill>
                      <a:prstDash val="solid"/>
                      <a:round/>
                      <a:headEnd type="none" w="med" len="med"/>
                      <a:tailEnd type="none" w="med" len="med"/>
                    </a:lnB>
                    <a:solidFill>
                      <a:schemeClr val="accent2">
                        <a:lumMod val="20000"/>
                        <a:lumOff val="80000"/>
                      </a:schemeClr>
                    </a:solidFill>
                  </a:tcPr>
                </a:tc>
                <a:tc gridSpan="2">
                  <a:txBody>
                    <a:bodyPr/>
                    <a:lstStyle>
                      <a:lvl1pPr marL="0" algn="r" defTabSz="914400" rtl="1" eaLnBrk="1" latinLnBrk="0" hangingPunct="1">
                        <a:defRPr sz="1800" b="1" kern="1200">
                          <a:solidFill>
                            <a:schemeClr val="lt1"/>
                          </a:solidFill>
                          <a:latin typeface="Arial"/>
                        </a:defRPr>
                      </a:lvl1pPr>
                      <a:lvl2pPr marL="457200" algn="r" defTabSz="914400" rtl="1" eaLnBrk="1" latinLnBrk="0" hangingPunct="1">
                        <a:defRPr sz="1800" b="1" kern="1200">
                          <a:solidFill>
                            <a:schemeClr val="lt1"/>
                          </a:solidFill>
                          <a:latin typeface="Arial"/>
                        </a:defRPr>
                      </a:lvl2pPr>
                      <a:lvl3pPr marL="914400" algn="r" defTabSz="914400" rtl="1" eaLnBrk="1" latinLnBrk="0" hangingPunct="1">
                        <a:defRPr sz="1800" b="1" kern="1200">
                          <a:solidFill>
                            <a:schemeClr val="lt1"/>
                          </a:solidFill>
                          <a:latin typeface="Arial"/>
                        </a:defRPr>
                      </a:lvl3pPr>
                      <a:lvl4pPr marL="1371600" algn="r" defTabSz="914400" rtl="1" eaLnBrk="1" latinLnBrk="0" hangingPunct="1">
                        <a:defRPr sz="1800" b="1" kern="1200">
                          <a:solidFill>
                            <a:schemeClr val="lt1"/>
                          </a:solidFill>
                          <a:latin typeface="Arial"/>
                        </a:defRPr>
                      </a:lvl4pPr>
                      <a:lvl5pPr marL="1828800" algn="r" defTabSz="914400" rtl="1" eaLnBrk="1" latinLnBrk="0" hangingPunct="1">
                        <a:defRPr sz="1800" b="1" kern="1200">
                          <a:solidFill>
                            <a:schemeClr val="lt1"/>
                          </a:solidFill>
                          <a:latin typeface="Arial"/>
                        </a:defRPr>
                      </a:lvl5pPr>
                      <a:lvl6pPr marL="2286000" algn="r" defTabSz="914400" rtl="1" eaLnBrk="1" latinLnBrk="0" hangingPunct="1">
                        <a:defRPr sz="1800" b="1" kern="1200">
                          <a:solidFill>
                            <a:schemeClr val="lt1"/>
                          </a:solidFill>
                          <a:latin typeface="Arial"/>
                        </a:defRPr>
                      </a:lvl6pPr>
                      <a:lvl7pPr marL="2743200" algn="r" defTabSz="914400" rtl="1" eaLnBrk="1" latinLnBrk="0" hangingPunct="1">
                        <a:defRPr sz="1800" b="1" kern="1200">
                          <a:solidFill>
                            <a:schemeClr val="lt1"/>
                          </a:solidFill>
                          <a:latin typeface="Arial"/>
                        </a:defRPr>
                      </a:lvl7pPr>
                      <a:lvl8pPr marL="3200400" algn="r" defTabSz="914400" rtl="1" eaLnBrk="1" latinLnBrk="0" hangingPunct="1">
                        <a:defRPr sz="1800" b="1" kern="1200">
                          <a:solidFill>
                            <a:schemeClr val="lt1"/>
                          </a:solidFill>
                          <a:latin typeface="Arial"/>
                        </a:defRPr>
                      </a:lvl8pPr>
                      <a:lvl9pPr marL="3657600" algn="r" defTabSz="914400" rtl="1" eaLnBrk="1" latinLnBrk="0" hangingPunct="1">
                        <a:defRPr sz="1800" b="1" kern="1200">
                          <a:solidFill>
                            <a:schemeClr val="lt1"/>
                          </a:solidFill>
                          <a:latin typeface="Arial"/>
                        </a:defRPr>
                      </a:lvl9pPr>
                    </a:lstStyle>
                    <a:p>
                      <a:pPr algn="ctr"/>
                      <a:r>
                        <a:rPr lang="ar-SA" sz="1200" b="0" dirty="0">
                          <a:solidFill>
                            <a:schemeClr val="bg1"/>
                          </a:solidFill>
                          <a:effectLst/>
                          <a:cs typeface="Arial" panose="020B0604020202020204" pitchFamily="34" charset="0"/>
                        </a:rPr>
                        <a:t>المؤشر</a:t>
                      </a:r>
                      <a:endParaRPr lang="en-US" sz="1600" b="0" dirty="0">
                        <a:cs typeface="Arial" panose="020B0604020202020204" pitchFamily="34" charset="0"/>
                      </a:endParaRPr>
                    </a:p>
                  </a:txBody>
                  <a:tcPr marT="0" marB="0" anchor="ctr">
                    <a:lnL w="12700" cap="flat" cmpd="sng" algn="ctr">
                      <a:solidFill>
                        <a:schemeClr val="accent2">
                          <a:lumMod val="40000"/>
                          <a:lumOff val="60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hMerge="1">
                  <a:txBody>
                    <a:bodyPr/>
                    <a:lstStyle/>
                    <a:p>
                      <a:endParaRPr lang="en-US"/>
                    </a:p>
                  </a:txBody>
                  <a:tcPr>
                    <a:lnL w="12700" cap="flat" cmpd="sng" algn="ctr">
                      <a:solidFill>
                        <a:srgbClr val="006E62"/>
                      </a:solidFill>
                      <a:prstDash val="solid"/>
                      <a:round/>
                      <a:headEnd type="none" w="med" len="med"/>
                      <a:tailEnd type="none" w="med" len="med"/>
                    </a:lnL>
                  </a:tcPr>
                </a:tc>
                <a:tc>
                  <a:txBody>
                    <a:bodyPr/>
                    <a:lstStyle>
                      <a:lvl1pPr marL="0" algn="r" defTabSz="914400" rtl="1" eaLnBrk="1" latinLnBrk="0" hangingPunct="1">
                        <a:defRPr sz="1800" b="1" kern="1200">
                          <a:solidFill>
                            <a:schemeClr val="tx1"/>
                          </a:solidFill>
                          <a:latin typeface="Arial" panose="020B0604020202020204"/>
                        </a:defRPr>
                      </a:lvl1pPr>
                      <a:lvl2pPr marL="457200" algn="r" defTabSz="914400" rtl="1" eaLnBrk="1" latinLnBrk="0" hangingPunct="1">
                        <a:defRPr sz="1800" b="1" kern="1200">
                          <a:solidFill>
                            <a:schemeClr val="tx1"/>
                          </a:solidFill>
                          <a:latin typeface="Arial" panose="020B0604020202020204"/>
                        </a:defRPr>
                      </a:lvl2pPr>
                      <a:lvl3pPr marL="914400" algn="r" defTabSz="914400" rtl="1" eaLnBrk="1" latinLnBrk="0" hangingPunct="1">
                        <a:defRPr sz="1800" b="1" kern="1200">
                          <a:solidFill>
                            <a:schemeClr val="tx1"/>
                          </a:solidFill>
                          <a:latin typeface="Arial" panose="020B0604020202020204"/>
                        </a:defRPr>
                      </a:lvl3pPr>
                      <a:lvl4pPr marL="1371600" algn="r" defTabSz="914400" rtl="1" eaLnBrk="1" latinLnBrk="0" hangingPunct="1">
                        <a:defRPr sz="1800" b="1" kern="1200">
                          <a:solidFill>
                            <a:schemeClr val="tx1"/>
                          </a:solidFill>
                          <a:latin typeface="Arial" panose="020B0604020202020204"/>
                        </a:defRPr>
                      </a:lvl4pPr>
                      <a:lvl5pPr marL="1828800" algn="r" defTabSz="914400" rtl="1" eaLnBrk="1" latinLnBrk="0" hangingPunct="1">
                        <a:defRPr sz="1800" b="1" kern="1200">
                          <a:solidFill>
                            <a:schemeClr val="tx1"/>
                          </a:solidFill>
                          <a:latin typeface="Arial" panose="020B0604020202020204"/>
                        </a:defRPr>
                      </a:lvl5pPr>
                      <a:lvl6pPr marL="2286000" algn="r" defTabSz="914400" rtl="1" eaLnBrk="1" latinLnBrk="0" hangingPunct="1">
                        <a:defRPr sz="1800" b="1" kern="1200">
                          <a:solidFill>
                            <a:schemeClr val="tx1"/>
                          </a:solidFill>
                          <a:latin typeface="Arial" panose="020B0604020202020204"/>
                        </a:defRPr>
                      </a:lvl6pPr>
                      <a:lvl7pPr marL="2743200" algn="r" defTabSz="914400" rtl="1" eaLnBrk="1" latinLnBrk="0" hangingPunct="1">
                        <a:defRPr sz="1800" b="1" kern="1200">
                          <a:solidFill>
                            <a:schemeClr val="tx1"/>
                          </a:solidFill>
                          <a:latin typeface="Arial" panose="020B0604020202020204"/>
                        </a:defRPr>
                      </a:lvl7pPr>
                      <a:lvl8pPr marL="3200400" algn="r" defTabSz="914400" rtl="1" eaLnBrk="1" latinLnBrk="0" hangingPunct="1">
                        <a:defRPr sz="1800" b="1" kern="1200">
                          <a:solidFill>
                            <a:schemeClr val="tx1"/>
                          </a:solidFill>
                          <a:latin typeface="Arial" panose="020B0604020202020204"/>
                        </a:defRPr>
                      </a:lvl8pPr>
                      <a:lvl9pPr marL="3657600" algn="r" defTabSz="914400" rtl="1" eaLnBrk="1" latinLnBrk="0" hangingPunct="1">
                        <a:defRPr sz="1800" b="1" kern="1200">
                          <a:solidFill>
                            <a:schemeClr val="tx1"/>
                          </a:solidFill>
                          <a:latin typeface="Arial" panose="020B0604020202020204"/>
                        </a:defRPr>
                      </a:lvl9pPr>
                    </a:lstStyle>
                    <a:p>
                      <a:pPr algn="ctr" rtl="0" fontAlgn="b"/>
                      <a:r>
                        <a:rPr lang="ar-SA" sz="1200" b="0" kern="1200" dirty="0">
                          <a:solidFill>
                            <a:schemeClr val="tx1"/>
                          </a:solidFill>
                          <a:effectLst/>
                          <a:latin typeface="Arial" panose="020B0604020202020204" pitchFamily="34" charset="0"/>
                          <a:ea typeface="+mn-ea"/>
                          <a:cs typeface="Arial" panose="020B0604020202020204" pitchFamily="34" charset="0"/>
                        </a:rPr>
                        <a:t> ط 1</a:t>
                      </a: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r" defTabSz="914400" rtl="1" eaLnBrk="1" latinLnBrk="0" hangingPunct="1">
                        <a:defRPr sz="1800" b="1" kern="1200">
                          <a:solidFill>
                            <a:schemeClr val="lt1"/>
                          </a:solidFill>
                          <a:latin typeface="Arial"/>
                        </a:defRPr>
                      </a:lvl1pPr>
                      <a:lvl2pPr marL="457200" algn="r" defTabSz="914400" rtl="1" eaLnBrk="1" latinLnBrk="0" hangingPunct="1">
                        <a:defRPr sz="1800" b="1" kern="1200">
                          <a:solidFill>
                            <a:schemeClr val="lt1"/>
                          </a:solidFill>
                          <a:latin typeface="Arial"/>
                        </a:defRPr>
                      </a:lvl2pPr>
                      <a:lvl3pPr marL="914400" algn="r" defTabSz="914400" rtl="1" eaLnBrk="1" latinLnBrk="0" hangingPunct="1">
                        <a:defRPr sz="1800" b="1" kern="1200">
                          <a:solidFill>
                            <a:schemeClr val="lt1"/>
                          </a:solidFill>
                          <a:latin typeface="Arial"/>
                        </a:defRPr>
                      </a:lvl3pPr>
                      <a:lvl4pPr marL="1371600" algn="r" defTabSz="914400" rtl="1" eaLnBrk="1" latinLnBrk="0" hangingPunct="1">
                        <a:defRPr sz="1800" b="1" kern="1200">
                          <a:solidFill>
                            <a:schemeClr val="lt1"/>
                          </a:solidFill>
                          <a:latin typeface="Arial"/>
                        </a:defRPr>
                      </a:lvl4pPr>
                      <a:lvl5pPr marL="1828800" algn="r" defTabSz="914400" rtl="1" eaLnBrk="1" latinLnBrk="0" hangingPunct="1">
                        <a:defRPr sz="1800" b="1" kern="1200">
                          <a:solidFill>
                            <a:schemeClr val="lt1"/>
                          </a:solidFill>
                          <a:latin typeface="Arial"/>
                        </a:defRPr>
                      </a:lvl5pPr>
                      <a:lvl6pPr marL="2286000" algn="r" defTabSz="914400" rtl="1" eaLnBrk="1" latinLnBrk="0" hangingPunct="1">
                        <a:defRPr sz="1800" b="1" kern="1200">
                          <a:solidFill>
                            <a:schemeClr val="lt1"/>
                          </a:solidFill>
                          <a:latin typeface="Arial"/>
                        </a:defRPr>
                      </a:lvl6pPr>
                      <a:lvl7pPr marL="2743200" algn="r" defTabSz="914400" rtl="1" eaLnBrk="1" latinLnBrk="0" hangingPunct="1">
                        <a:defRPr sz="1800" b="1" kern="1200">
                          <a:solidFill>
                            <a:schemeClr val="lt1"/>
                          </a:solidFill>
                          <a:latin typeface="Arial"/>
                        </a:defRPr>
                      </a:lvl7pPr>
                      <a:lvl8pPr marL="3200400" algn="r" defTabSz="914400" rtl="1" eaLnBrk="1" latinLnBrk="0" hangingPunct="1">
                        <a:defRPr sz="1800" b="1" kern="1200">
                          <a:solidFill>
                            <a:schemeClr val="lt1"/>
                          </a:solidFill>
                          <a:latin typeface="Arial"/>
                        </a:defRPr>
                      </a:lvl8pPr>
                      <a:lvl9pPr marL="3657600" algn="r" defTabSz="914400" rtl="1" eaLnBrk="1" latinLnBrk="0" hangingPunct="1">
                        <a:defRPr sz="1800" b="1" kern="1200">
                          <a:solidFill>
                            <a:schemeClr val="lt1"/>
                          </a:solidFill>
                          <a:latin typeface="Arial"/>
                        </a:defRPr>
                      </a:lvl9pPr>
                    </a:lstStyle>
                    <a:p>
                      <a:pPr marL="0" marR="0" lvl="0" indent="0" algn="ctr" defTabSz="914400" rtl="1" eaLnBrk="1" fontAlgn="b" latinLnBrk="0" hangingPunct="1">
                        <a:lnSpc>
                          <a:spcPct val="100000"/>
                        </a:lnSpc>
                        <a:spcBef>
                          <a:spcPts val="0"/>
                        </a:spcBef>
                        <a:spcAft>
                          <a:spcPts val="0"/>
                        </a:spcAft>
                        <a:buClr>
                          <a:srgbClr val="000000"/>
                        </a:buClr>
                        <a:buSzTx/>
                        <a:buFont typeface="Arial"/>
                        <a:buNone/>
                        <a:tabLst/>
                        <a:defRPr/>
                      </a:pPr>
                      <a:r>
                        <a:rPr lang="ar-SA" sz="1200" b="0" kern="1200" dirty="0">
                          <a:solidFill>
                            <a:schemeClr val="bg1"/>
                          </a:solidFill>
                          <a:effectLst/>
                          <a:cs typeface="Arial" panose="020B0604020202020204" pitchFamily="34" charset="0"/>
                        </a:rPr>
                        <a:t>رمز المؤشر</a:t>
                      </a:r>
                      <a:endParaRPr lang="ar-SA" sz="1200" b="0" kern="1200" dirty="0">
                        <a:solidFill>
                          <a:schemeClr val="bg1"/>
                        </a:solidFill>
                        <a:effectLst/>
                        <a:latin typeface="Arial" panose="020B0604020202020204" pitchFamily="34" charset="0"/>
                        <a:ea typeface="+mn-ea"/>
                        <a:cs typeface="Arial" panose="020B0604020202020204" pitchFamily="34" charset="0"/>
                      </a:endParaRP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extLst>
                  <a:ext uri="{0D108BD9-81ED-4DB2-BD59-A6C34878D82A}">
                    <a16:rowId xmlns:a16="http://schemas.microsoft.com/office/drawing/2014/main" val="1864119912"/>
                  </a:ext>
                </a:extLst>
              </a:tr>
              <a:tr h="303735">
                <a:tc gridSpan="12">
                  <a:txBody>
                    <a:bodyPr/>
                    <a:lstStyle>
                      <a:lvl1pPr marL="0" algn="r" defTabSz="914400" rtl="1" eaLnBrk="1" latinLnBrk="0" hangingPunct="1">
                        <a:defRPr sz="1800" kern="1200">
                          <a:solidFill>
                            <a:schemeClr val="tx1"/>
                          </a:solidFill>
                          <a:latin typeface="Arial" panose="020B0604020202020204"/>
                        </a:defRPr>
                      </a:lvl1pPr>
                      <a:lvl2pPr marL="457200" algn="r" defTabSz="914400" rtl="1" eaLnBrk="1" latinLnBrk="0" hangingPunct="1">
                        <a:defRPr sz="1800" kern="1200">
                          <a:solidFill>
                            <a:schemeClr val="tx1"/>
                          </a:solidFill>
                          <a:latin typeface="Arial" panose="020B0604020202020204"/>
                        </a:defRPr>
                      </a:lvl2pPr>
                      <a:lvl3pPr marL="914400" algn="r" defTabSz="914400" rtl="1" eaLnBrk="1" latinLnBrk="0" hangingPunct="1">
                        <a:defRPr sz="1800" kern="1200">
                          <a:solidFill>
                            <a:schemeClr val="tx1"/>
                          </a:solidFill>
                          <a:latin typeface="Arial" panose="020B0604020202020204"/>
                        </a:defRPr>
                      </a:lvl3pPr>
                      <a:lvl4pPr marL="1371600" algn="r" defTabSz="914400" rtl="1" eaLnBrk="1" latinLnBrk="0" hangingPunct="1">
                        <a:defRPr sz="1800" kern="1200">
                          <a:solidFill>
                            <a:schemeClr val="tx1"/>
                          </a:solidFill>
                          <a:latin typeface="Arial" panose="020B0604020202020204"/>
                        </a:defRPr>
                      </a:lvl4pPr>
                      <a:lvl5pPr marL="1828800" algn="r" defTabSz="914400" rtl="1" eaLnBrk="1" latinLnBrk="0" hangingPunct="1">
                        <a:defRPr sz="1800" kern="1200">
                          <a:solidFill>
                            <a:schemeClr val="tx1"/>
                          </a:solidFill>
                          <a:latin typeface="Arial" panose="020B0604020202020204"/>
                        </a:defRPr>
                      </a:lvl5pPr>
                      <a:lvl6pPr marL="2286000" algn="r" defTabSz="914400" rtl="1" eaLnBrk="1" latinLnBrk="0" hangingPunct="1">
                        <a:defRPr sz="1800" kern="1200">
                          <a:solidFill>
                            <a:schemeClr val="tx1"/>
                          </a:solidFill>
                          <a:latin typeface="Arial" panose="020B0604020202020204"/>
                        </a:defRPr>
                      </a:lvl6pPr>
                      <a:lvl7pPr marL="2743200" algn="r" defTabSz="914400" rtl="1" eaLnBrk="1" latinLnBrk="0" hangingPunct="1">
                        <a:defRPr sz="1800" kern="1200">
                          <a:solidFill>
                            <a:schemeClr val="tx1"/>
                          </a:solidFill>
                          <a:latin typeface="Arial" panose="020B0604020202020204"/>
                        </a:defRPr>
                      </a:lvl7pPr>
                      <a:lvl8pPr marL="3200400" algn="r" defTabSz="914400" rtl="1" eaLnBrk="1" latinLnBrk="0" hangingPunct="1">
                        <a:defRPr sz="1800" kern="1200">
                          <a:solidFill>
                            <a:schemeClr val="tx1"/>
                          </a:solidFill>
                          <a:latin typeface="Arial" panose="020B0604020202020204"/>
                        </a:defRPr>
                      </a:lvl8pPr>
                      <a:lvl9pPr marL="3657600" algn="r" defTabSz="914400" rtl="1" eaLnBrk="1" latinLnBrk="0" hangingPunct="1">
                        <a:defRPr sz="1800" kern="1200">
                          <a:solidFill>
                            <a:schemeClr val="tx1"/>
                          </a:solidFill>
                          <a:latin typeface="Arial" panose="020B0604020202020204"/>
                        </a:defRPr>
                      </a:lvl9pPr>
                    </a:lstStyle>
                    <a:p>
                      <a:pPr marL="0" marR="0" lvl="0" indent="0" algn="r" defTabSz="914400" rtl="1" eaLnBrk="1" fontAlgn="auto" latinLnBrk="0" hangingPunct="1">
                        <a:lnSpc>
                          <a:spcPct val="115000"/>
                        </a:lnSpc>
                        <a:spcBef>
                          <a:spcPts val="0"/>
                        </a:spcBef>
                        <a:spcAft>
                          <a:spcPts val="0"/>
                        </a:spcAft>
                        <a:buClrTx/>
                        <a:buSzTx/>
                        <a:buFont typeface="+mj-lt"/>
                        <a:buNone/>
                        <a:tabLst/>
                        <a:defRPr/>
                      </a:pPr>
                      <a:r>
                        <a:rPr lang="ar-SA" sz="1200" b="0" kern="1200" dirty="0">
                          <a:solidFill>
                            <a:schemeClr val="tx1"/>
                          </a:solidFill>
                          <a:effectLst/>
                          <a:latin typeface="Frutiger LT Arabic 45 Light"/>
                          <a:ea typeface="+mn-ea"/>
                          <a:cs typeface="Arial" panose="020B0604020202020204" pitchFamily="34" charset="0"/>
                        </a:rPr>
                        <a:t>جمعيات ممكنة ومستدامة مالياً قادرة على الإسهام في تعظيم الأثر التنموي والاقتصادي </a:t>
                      </a: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a:p>
                  </a:txBody>
                  <a:tcPr/>
                </a:tc>
                <a:tc hMerge="1">
                  <a:txBody>
                    <a:bodyPr/>
                    <a:lstStyle/>
                    <a:p>
                      <a:endParaRPr lang="en-US"/>
                    </a:p>
                  </a:txBody>
                  <a:tcPr/>
                </a:tc>
                <a:tc hMerge="1">
                  <a:txBody>
                    <a:bodyPr/>
                    <a:lstStyle/>
                    <a:p>
                      <a:endParaRPr lang="en-US"/>
                    </a:p>
                  </a:txBody>
                  <a:tcPr>
                    <a:lnL w="12700" cap="flat" cmpd="sng" algn="ctr">
                      <a:solidFill>
                        <a:schemeClr val="accent2">
                          <a:lumMod val="40000"/>
                          <a:lumOff val="60000"/>
                        </a:schemeClr>
                      </a:solidFill>
                      <a:prstDash val="solid"/>
                      <a:round/>
                      <a:headEnd type="none" w="med" len="med"/>
                      <a:tailEnd type="none" w="med" len="med"/>
                    </a:lnL>
                    <a:lnR w="12700" cap="flat" cmpd="sng" algn="ctr">
                      <a:solidFill>
                        <a:schemeClr val="accent2">
                          <a:lumMod val="40000"/>
                          <a:lumOff val="60000"/>
                        </a:schemeClr>
                      </a:solidFill>
                      <a:prstDash val="solid"/>
                      <a:round/>
                      <a:headEnd type="none" w="med" len="med"/>
                      <a:tailEnd type="none" w="med" len="med"/>
                    </a:lnR>
                    <a:lnT w="12700" cap="flat" cmpd="sng" algn="ctr">
                      <a:solidFill>
                        <a:schemeClr val="accent2">
                          <a:lumMod val="40000"/>
                          <a:lumOff val="60000"/>
                        </a:schemeClr>
                      </a:solidFill>
                      <a:prstDash val="solid"/>
                      <a:round/>
                      <a:headEnd type="none" w="med" len="med"/>
                      <a:tailEnd type="none" w="med" len="med"/>
                    </a:lnT>
                    <a:lnB w="12700" cap="flat" cmpd="sng" algn="ctr">
                      <a:solidFill>
                        <a:schemeClr val="accent2">
                          <a:lumMod val="40000"/>
                          <a:lumOff val="60000"/>
                        </a:schemeClr>
                      </a:solidFill>
                      <a:prstDash val="solid"/>
                      <a:round/>
                      <a:headEnd type="none" w="med" len="med"/>
                      <a:tailEnd type="none" w="med" len="med"/>
                    </a:lnB>
                    <a:solidFill>
                      <a:schemeClr val="accent2">
                        <a:lumMod val="20000"/>
                        <a:lumOff val="80000"/>
                      </a:schemeClr>
                    </a:solidFill>
                  </a:tcPr>
                </a:tc>
                <a:tc hMerge="1">
                  <a:txBody>
                    <a:bodyPr/>
                    <a:lstStyle/>
                    <a:p>
                      <a:endParaRPr lang="en-US"/>
                    </a:p>
                  </a:txBody>
                  <a:tcPr>
                    <a:lnL w="12700" cap="flat" cmpd="sng" algn="ctr">
                      <a:solidFill>
                        <a:schemeClr val="tx1"/>
                      </a:solidFill>
                      <a:prstDash val="solid"/>
                      <a:round/>
                      <a:headEnd type="none" w="med" len="med"/>
                      <a:tailEnd type="none" w="med" len="med"/>
                    </a:lnL>
                  </a:tcPr>
                </a:tc>
                <a:tc hMerge="1">
                  <a:txBody>
                    <a:bodyPr/>
                    <a:lstStyle/>
                    <a:p>
                      <a:endParaRPr lang="en-US"/>
                    </a:p>
                  </a:txBody>
                  <a:tcPr>
                    <a:lnR w="12700" cap="flat" cmpd="sng" algn="ctr">
                      <a:solidFill>
                        <a:schemeClr val="accent2">
                          <a:lumMod val="40000"/>
                          <a:lumOff val="60000"/>
                        </a:schemeClr>
                      </a:solidFill>
                      <a:prstDash val="solid"/>
                      <a:round/>
                      <a:headEnd type="none" w="med" len="med"/>
                      <a:tailEnd type="none" w="med" len="med"/>
                    </a:lnR>
                    <a:lnT w="12700" cap="flat" cmpd="sng" algn="ctr">
                      <a:solidFill>
                        <a:schemeClr val="accent2">
                          <a:lumMod val="40000"/>
                          <a:lumOff val="60000"/>
                        </a:schemeClr>
                      </a:solidFill>
                      <a:prstDash val="solid"/>
                      <a:round/>
                      <a:headEnd type="none" w="med" len="med"/>
                      <a:tailEnd type="none" w="med" len="med"/>
                    </a:lnT>
                    <a:lnB w="12700" cap="flat" cmpd="sng" algn="ctr">
                      <a:solidFill>
                        <a:schemeClr val="accent2">
                          <a:lumMod val="40000"/>
                          <a:lumOff val="60000"/>
                        </a:schemeClr>
                      </a:solidFill>
                      <a:prstDash val="solid"/>
                      <a:round/>
                      <a:headEnd type="none" w="med" len="med"/>
                      <a:tailEnd type="none" w="med" len="med"/>
                    </a:lnB>
                    <a:solidFill>
                      <a:schemeClr val="accent2">
                        <a:lumMod val="20000"/>
                        <a:lumOff val="80000"/>
                      </a:schemeClr>
                    </a:solidFill>
                  </a:tcPr>
                </a:tc>
                <a:tc hMerge="1">
                  <a:txBody>
                    <a:bodyPr/>
                    <a:lstStyle/>
                    <a:p>
                      <a:endParaRPr lang="en-US"/>
                    </a:p>
                  </a:txBody>
                  <a:tcPr>
                    <a:lnL w="12700" cap="flat" cmpd="sng" algn="ctr">
                      <a:solidFill>
                        <a:schemeClr val="tx1"/>
                      </a:solidFill>
                      <a:prstDash val="solid"/>
                      <a:round/>
                      <a:headEnd type="none" w="med" len="med"/>
                      <a:tailEnd type="none" w="med" len="med"/>
                    </a:lnL>
                  </a:tcPr>
                </a:tc>
                <a:tc hMerge="1">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accent2">
                          <a:lumMod val="40000"/>
                          <a:lumOff val="60000"/>
                        </a:schemeClr>
                      </a:solidFill>
                      <a:prstDash val="solid"/>
                      <a:round/>
                      <a:headEnd type="none" w="med" len="med"/>
                      <a:tailEnd type="none" w="med" len="med"/>
                    </a:lnR>
                    <a:lnT w="12700" cap="flat" cmpd="sng" algn="ctr">
                      <a:solidFill>
                        <a:schemeClr val="accent2">
                          <a:lumMod val="40000"/>
                          <a:lumOff val="60000"/>
                        </a:schemeClr>
                      </a:solidFill>
                      <a:prstDash val="solid"/>
                      <a:round/>
                      <a:headEnd type="none" w="med" len="med"/>
                      <a:tailEnd type="none" w="med" len="med"/>
                    </a:lnT>
                    <a:lnB w="12700" cap="flat" cmpd="sng" algn="ctr">
                      <a:solidFill>
                        <a:schemeClr val="accent2">
                          <a:lumMod val="40000"/>
                          <a:lumOff val="60000"/>
                        </a:schemeClr>
                      </a:solidFill>
                      <a:prstDash val="solid"/>
                      <a:round/>
                      <a:headEnd type="none" w="med" len="med"/>
                      <a:tailEnd type="none" w="med" len="med"/>
                    </a:lnB>
                    <a:solidFill>
                      <a:schemeClr val="accent2">
                        <a:lumMod val="20000"/>
                        <a:lumOff val="80000"/>
                      </a:schemeClr>
                    </a:solidFill>
                  </a:tcPr>
                </a:tc>
                <a:tc hMerge="1">
                  <a:txBody>
                    <a:bodyPr/>
                    <a:lstStyle/>
                    <a:p>
                      <a:endParaRPr lang="en-US"/>
                    </a:p>
                  </a:txBody>
                  <a:tcPr>
                    <a:lnL w="12700" cap="flat" cmpd="sng" algn="ctr">
                      <a:solidFill>
                        <a:schemeClr val="accent2">
                          <a:lumMod val="40000"/>
                          <a:lumOff val="60000"/>
                        </a:schemeClr>
                      </a:solidFill>
                      <a:prstDash val="solid"/>
                      <a:round/>
                      <a:headEnd type="none" w="med" len="med"/>
                      <a:tailEnd type="none" w="med" len="med"/>
                    </a:lnL>
                  </a:tcPr>
                </a:tc>
                <a:tc hMerge="1">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accent2">
                          <a:lumMod val="40000"/>
                          <a:lumOff val="60000"/>
                        </a:schemeClr>
                      </a:solidFill>
                      <a:prstDash val="solid"/>
                      <a:round/>
                      <a:headEnd type="none" w="med" len="med"/>
                      <a:tailEnd type="none" w="med" len="med"/>
                    </a:lnR>
                    <a:lnT w="12700" cap="flat" cmpd="sng" algn="ctr">
                      <a:solidFill>
                        <a:schemeClr val="accent2">
                          <a:lumMod val="40000"/>
                          <a:lumOff val="60000"/>
                        </a:schemeClr>
                      </a:solidFill>
                      <a:prstDash val="solid"/>
                      <a:round/>
                      <a:headEnd type="none" w="med" len="med"/>
                      <a:tailEnd type="none" w="med" len="med"/>
                    </a:lnT>
                    <a:lnB w="12700" cap="flat" cmpd="sng" algn="ctr">
                      <a:solidFill>
                        <a:schemeClr val="accent2">
                          <a:lumMod val="40000"/>
                          <a:lumOff val="60000"/>
                        </a:schemeClr>
                      </a:solidFill>
                      <a:prstDash val="solid"/>
                      <a:round/>
                      <a:headEnd type="none" w="med" len="med"/>
                      <a:tailEnd type="none" w="med" len="med"/>
                    </a:lnB>
                    <a:solidFill>
                      <a:schemeClr val="accent2">
                        <a:lumMod val="20000"/>
                        <a:lumOff val="80000"/>
                      </a:schemeClr>
                    </a:solidFill>
                  </a:tcPr>
                </a:tc>
                <a:tc hMerge="1">
                  <a:txBody>
                    <a:bodyPr/>
                    <a:lstStyle/>
                    <a:p>
                      <a:pPr marL="0" marR="0" lvl="0" indent="0" algn="r" defTabSz="914400" rtl="1" eaLnBrk="1" fontAlgn="auto" latinLnBrk="0" hangingPunct="1">
                        <a:lnSpc>
                          <a:spcPct val="115000"/>
                        </a:lnSpc>
                        <a:spcBef>
                          <a:spcPts val="0"/>
                        </a:spcBef>
                        <a:spcAft>
                          <a:spcPts val="0"/>
                        </a:spcAft>
                        <a:buClrTx/>
                        <a:buSzTx/>
                        <a:buFont typeface="+mj-lt"/>
                        <a:buNone/>
                        <a:tabLst/>
                        <a:defRPr/>
                      </a:pPr>
                      <a:endParaRPr lang="ar-SA" sz="1400" b="0" kern="1200" dirty="0">
                        <a:solidFill>
                          <a:schemeClr val="tx1"/>
                        </a:solidFill>
                        <a:effectLst/>
                        <a:latin typeface="Frutiger LT Arabic 45 Light"/>
                        <a:ea typeface="+mn-ea"/>
                        <a:cs typeface="Ping AR + LT" panose="00000500000000000000"/>
                      </a:endParaRPr>
                    </a:p>
                  </a:txBody>
                  <a:tcPr marT="91440" marB="91440" anchor="ctr">
                    <a:lnL w="12700" cap="flat" cmpd="sng" algn="ctr">
                      <a:solidFill>
                        <a:schemeClr val="accent2">
                          <a:lumMod val="40000"/>
                          <a:lumOff val="60000"/>
                        </a:schemeClr>
                      </a:solidFill>
                      <a:prstDash val="solid"/>
                      <a:round/>
                      <a:headEnd type="none" w="med" len="med"/>
                      <a:tailEnd type="none" w="med" len="med"/>
                    </a:lnL>
                    <a:lnR w="12700" cap="flat" cmpd="sng" algn="ctr">
                      <a:solidFill>
                        <a:schemeClr val="accent2">
                          <a:lumMod val="40000"/>
                          <a:lumOff val="60000"/>
                        </a:schemeClr>
                      </a:solidFill>
                      <a:prstDash val="solid"/>
                      <a:round/>
                      <a:headEnd type="none" w="med" len="med"/>
                      <a:tailEnd type="none" w="med" len="med"/>
                    </a:lnR>
                    <a:lnT w="12700" cap="flat" cmpd="sng" algn="ctr">
                      <a:solidFill>
                        <a:schemeClr val="accent2">
                          <a:lumMod val="40000"/>
                          <a:lumOff val="60000"/>
                        </a:schemeClr>
                      </a:solidFill>
                      <a:prstDash val="solid"/>
                      <a:round/>
                      <a:headEnd type="none" w="med" len="med"/>
                      <a:tailEnd type="none" w="med" len="med"/>
                    </a:lnT>
                    <a:lnB w="12700" cap="flat" cmpd="sng" algn="ctr">
                      <a:solidFill>
                        <a:schemeClr val="accent2">
                          <a:lumMod val="40000"/>
                          <a:lumOff val="60000"/>
                        </a:schemeClr>
                      </a:solidFill>
                      <a:prstDash val="solid"/>
                      <a:round/>
                      <a:headEnd type="none" w="med" len="med"/>
                      <a:tailEnd type="none" w="med" len="med"/>
                    </a:lnB>
                    <a:noFill/>
                  </a:tcPr>
                </a:tc>
                <a:tc hMerge="1">
                  <a:txBody>
                    <a:bodyPr/>
                    <a:lstStyle/>
                    <a:p>
                      <a:endParaRPr lang="en-US"/>
                    </a:p>
                  </a:txBody>
                  <a:tcPr>
                    <a:lnL w="12700" cap="flat" cmpd="sng" algn="ctr">
                      <a:solidFill>
                        <a:srgbClr val="006E62"/>
                      </a:solidFill>
                      <a:prstDash val="solid"/>
                      <a:round/>
                      <a:headEnd type="none" w="med" len="med"/>
                      <a:tailEnd type="none" w="med" len="med"/>
                    </a:lnL>
                  </a:tcPr>
                </a:tc>
                <a:tc gridSpan="2">
                  <a:txBody>
                    <a:bodyPr/>
                    <a:lstStyle>
                      <a:lvl1pPr marL="0" algn="r" defTabSz="914400" rtl="1" eaLnBrk="1" latinLnBrk="0" hangingPunct="1">
                        <a:defRPr sz="1800" kern="1200">
                          <a:solidFill>
                            <a:schemeClr val="tx1"/>
                          </a:solidFill>
                          <a:latin typeface="Arial" panose="020B0604020202020204"/>
                        </a:defRPr>
                      </a:lvl1pPr>
                      <a:lvl2pPr marL="457200" algn="r" defTabSz="914400" rtl="1" eaLnBrk="1" latinLnBrk="0" hangingPunct="1">
                        <a:defRPr sz="1800" kern="1200">
                          <a:solidFill>
                            <a:schemeClr val="tx1"/>
                          </a:solidFill>
                          <a:latin typeface="Arial" panose="020B0604020202020204"/>
                        </a:defRPr>
                      </a:lvl2pPr>
                      <a:lvl3pPr marL="914400" algn="r" defTabSz="914400" rtl="1" eaLnBrk="1" latinLnBrk="0" hangingPunct="1">
                        <a:defRPr sz="1800" kern="1200">
                          <a:solidFill>
                            <a:schemeClr val="tx1"/>
                          </a:solidFill>
                          <a:latin typeface="Arial" panose="020B0604020202020204"/>
                        </a:defRPr>
                      </a:lvl3pPr>
                      <a:lvl4pPr marL="1371600" algn="r" defTabSz="914400" rtl="1" eaLnBrk="1" latinLnBrk="0" hangingPunct="1">
                        <a:defRPr sz="1800" kern="1200">
                          <a:solidFill>
                            <a:schemeClr val="tx1"/>
                          </a:solidFill>
                          <a:latin typeface="Arial" panose="020B0604020202020204"/>
                        </a:defRPr>
                      </a:lvl4pPr>
                      <a:lvl5pPr marL="1828800" algn="r" defTabSz="914400" rtl="1" eaLnBrk="1" latinLnBrk="0" hangingPunct="1">
                        <a:defRPr sz="1800" kern="1200">
                          <a:solidFill>
                            <a:schemeClr val="tx1"/>
                          </a:solidFill>
                          <a:latin typeface="Arial" panose="020B0604020202020204"/>
                        </a:defRPr>
                      </a:lvl5pPr>
                      <a:lvl6pPr marL="2286000" algn="r" defTabSz="914400" rtl="1" eaLnBrk="1" latinLnBrk="0" hangingPunct="1">
                        <a:defRPr sz="1800" kern="1200">
                          <a:solidFill>
                            <a:schemeClr val="tx1"/>
                          </a:solidFill>
                          <a:latin typeface="Arial" panose="020B0604020202020204"/>
                        </a:defRPr>
                      </a:lvl6pPr>
                      <a:lvl7pPr marL="2743200" algn="r" defTabSz="914400" rtl="1" eaLnBrk="1" latinLnBrk="0" hangingPunct="1">
                        <a:defRPr sz="1800" kern="1200">
                          <a:solidFill>
                            <a:schemeClr val="tx1"/>
                          </a:solidFill>
                          <a:latin typeface="Arial" panose="020B0604020202020204"/>
                        </a:defRPr>
                      </a:lvl7pPr>
                      <a:lvl8pPr marL="3200400" algn="r" defTabSz="914400" rtl="1" eaLnBrk="1" latinLnBrk="0" hangingPunct="1">
                        <a:defRPr sz="1800" kern="1200">
                          <a:solidFill>
                            <a:schemeClr val="tx1"/>
                          </a:solidFill>
                          <a:latin typeface="Arial" panose="020B0604020202020204"/>
                        </a:defRPr>
                      </a:lvl8pPr>
                      <a:lvl9pPr marL="3657600" algn="r" defTabSz="914400" rtl="1" eaLnBrk="1" latinLnBrk="0" hangingPunct="1">
                        <a:defRPr sz="1800" kern="1200">
                          <a:solidFill>
                            <a:schemeClr val="tx1"/>
                          </a:solidFill>
                          <a:latin typeface="Arial" panose="020B0604020202020204"/>
                        </a:defRPr>
                      </a:lvl9pPr>
                    </a:lstStyle>
                    <a:p>
                      <a:pPr algn="ctr" rtl="1" fontAlgn="b"/>
                      <a:r>
                        <a:rPr lang="ar-SA" sz="1200" b="0" dirty="0">
                          <a:solidFill>
                            <a:schemeClr val="bg1"/>
                          </a:solidFill>
                          <a:effectLst/>
                          <a:cs typeface="Arial" panose="020B0604020202020204" pitchFamily="34" charset="0"/>
                        </a:rPr>
                        <a:t>النتيجة</a:t>
                      </a:r>
                      <a:endParaRPr lang="ar-SA" sz="1200" b="0" dirty="0">
                        <a:solidFill>
                          <a:schemeClr val="bg1"/>
                        </a:solidFill>
                        <a:effectLst/>
                        <a:latin typeface="+mj-lt"/>
                        <a:cs typeface="Arial" panose="020B0604020202020204" pitchFamily="34" charset="0"/>
                      </a:endParaRPr>
                    </a:p>
                  </a:txBody>
                  <a:tcPr marT="91440" marB="914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hMerge="1">
                  <a:txBody>
                    <a:bodyPr/>
                    <a:lstStyle/>
                    <a:p>
                      <a:endParaRPr lang="en-US"/>
                    </a:p>
                  </a:txBody>
                  <a:tcPr>
                    <a:lnL w="12700" cap="flat" cmpd="sng" algn="ctr">
                      <a:solidFill>
                        <a:schemeClr val="accent2">
                          <a:lumMod val="40000"/>
                          <a:lumOff val="60000"/>
                        </a:schemeClr>
                      </a:solidFill>
                      <a:prstDash val="solid"/>
                      <a:round/>
                      <a:headEnd type="none" w="med" len="med"/>
                      <a:tailEnd type="none" w="med" len="med"/>
                    </a:lnL>
                    <a:lnT w="12700" cap="flat" cmpd="sng" algn="ctr">
                      <a:solidFill>
                        <a:schemeClr val="accent2">
                          <a:lumMod val="40000"/>
                          <a:lumOff val="60000"/>
                        </a:schemeClr>
                      </a:solidFill>
                      <a:prstDash val="solid"/>
                      <a:round/>
                      <a:headEnd type="none" w="med" len="med"/>
                      <a:tailEnd type="none" w="med" len="med"/>
                    </a:lnT>
                  </a:tcPr>
                </a:tc>
                <a:extLst>
                  <a:ext uri="{0D108BD9-81ED-4DB2-BD59-A6C34878D82A}">
                    <a16:rowId xmlns:a16="http://schemas.microsoft.com/office/drawing/2014/main" val="3693666656"/>
                  </a:ext>
                </a:extLst>
              </a:tr>
              <a:tr h="303735">
                <a:tc gridSpan="12">
                  <a:txBody>
                    <a:bodyPr/>
                    <a:lstStyle>
                      <a:lvl1pPr marL="0" algn="r" defTabSz="914400" rtl="1" eaLnBrk="1" latinLnBrk="0" hangingPunct="1">
                        <a:defRPr sz="1800" kern="1200">
                          <a:solidFill>
                            <a:schemeClr val="tx1"/>
                          </a:solidFill>
                          <a:latin typeface="Arial" panose="020B0604020202020204"/>
                        </a:defRPr>
                      </a:lvl1pPr>
                      <a:lvl2pPr marL="457200" algn="r" defTabSz="914400" rtl="1" eaLnBrk="1" latinLnBrk="0" hangingPunct="1">
                        <a:defRPr sz="1800" kern="1200">
                          <a:solidFill>
                            <a:schemeClr val="tx1"/>
                          </a:solidFill>
                          <a:latin typeface="Arial" panose="020B0604020202020204"/>
                        </a:defRPr>
                      </a:lvl2pPr>
                      <a:lvl3pPr marL="914400" algn="r" defTabSz="914400" rtl="1" eaLnBrk="1" latinLnBrk="0" hangingPunct="1">
                        <a:defRPr sz="1800" kern="1200">
                          <a:solidFill>
                            <a:schemeClr val="tx1"/>
                          </a:solidFill>
                          <a:latin typeface="Arial" panose="020B0604020202020204"/>
                        </a:defRPr>
                      </a:lvl3pPr>
                      <a:lvl4pPr marL="1371600" algn="r" defTabSz="914400" rtl="1" eaLnBrk="1" latinLnBrk="0" hangingPunct="1">
                        <a:defRPr sz="1800" kern="1200">
                          <a:solidFill>
                            <a:schemeClr val="tx1"/>
                          </a:solidFill>
                          <a:latin typeface="Arial" panose="020B0604020202020204"/>
                        </a:defRPr>
                      </a:lvl4pPr>
                      <a:lvl5pPr marL="1828800" algn="r" defTabSz="914400" rtl="1" eaLnBrk="1" latinLnBrk="0" hangingPunct="1">
                        <a:defRPr sz="1800" kern="1200">
                          <a:solidFill>
                            <a:schemeClr val="tx1"/>
                          </a:solidFill>
                          <a:latin typeface="Arial" panose="020B0604020202020204"/>
                        </a:defRPr>
                      </a:lvl5pPr>
                      <a:lvl6pPr marL="2286000" algn="r" defTabSz="914400" rtl="1" eaLnBrk="1" latinLnBrk="0" hangingPunct="1">
                        <a:defRPr sz="1800" kern="1200">
                          <a:solidFill>
                            <a:schemeClr val="tx1"/>
                          </a:solidFill>
                          <a:latin typeface="Arial" panose="020B0604020202020204"/>
                        </a:defRPr>
                      </a:lvl6pPr>
                      <a:lvl7pPr marL="2743200" algn="r" defTabSz="914400" rtl="1" eaLnBrk="1" latinLnBrk="0" hangingPunct="1">
                        <a:defRPr sz="1800" kern="1200">
                          <a:solidFill>
                            <a:schemeClr val="tx1"/>
                          </a:solidFill>
                          <a:latin typeface="Arial" panose="020B0604020202020204"/>
                        </a:defRPr>
                      </a:lvl7pPr>
                      <a:lvl8pPr marL="3200400" algn="r" defTabSz="914400" rtl="1" eaLnBrk="1" latinLnBrk="0" hangingPunct="1">
                        <a:defRPr sz="1800" kern="1200">
                          <a:solidFill>
                            <a:schemeClr val="tx1"/>
                          </a:solidFill>
                          <a:latin typeface="Arial" panose="020B0604020202020204"/>
                        </a:defRPr>
                      </a:lvl8pPr>
                      <a:lvl9pPr marL="3657600" algn="r" defTabSz="914400" rtl="1" eaLnBrk="1" latinLnBrk="0" hangingPunct="1">
                        <a:defRPr sz="1800" kern="1200">
                          <a:solidFill>
                            <a:schemeClr val="tx1"/>
                          </a:solidFill>
                          <a:latin typeface="Arial" panose="020B0604020202020204"/>
                        </a:defRPr>
                      </a:lvl9pPr>
                    </a:lstStyle>
                    <a:p>
                      <a:pPr marL="0" algn="r" defTabSz="914400" rtl="1" eaLnBrk="1" fontAlgn="b" latinLnBrk="0" hangingPunct="1"/>
                      <a:r>
                        <a:rPr lang="ar-SA" sz="1100" b="0" kern="1200" noProof="0" dirty="0">
                          <a:solidFill>
                            <a:schemeClr val="tx1"/>
                          </a:solidFill>
                          <a:effectLst/>
                          <a:latin typeface="Frutiger LT Arabic 45 Light"/>
                          <a:ea typeface="+mn-ea"/>
                          <a:cs typeface="Arial" panose="020B0604020202020204" pitchFamily="34" charset="0"/>
                        </a:rPr>
                        <a:t>يقيس نسبة زيادة أو نقص الدخل للجمعيات خلال فترة معينة. عند تنفيذ المبادرات </a:t>
                      </a: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a:p>
                  </a:txBody>
                  <a:tcPr/>
                </a:tc>
                <a:tc hMerge="1">
                  <a:txBody>
                    <a:bodyPr/>
                    <a:lstStyle/>
                    <a:p>
                      <a:endParaRPr lang="en-US"/>
                    </a:p>
                  </a:txBody>
                  <a:tcPr/>
                </a:tc>
                <a:tc hMerge="1">
                  <a:txBody>
                    <a:bodyPr/>
                    <a:lstStyle/>
                    <a:p>
                      <a:endParaRPr lang="en-US"/>
                    </a:p>
                  </a:txBody>
                  <a:tcPr>
                    <a:lnL w="12700" cap="flat" cmpd="sng" algn="ctr">
                      <a:solidFill>
                        <a:schemeClr val="accent2">
                          <a:lumMod val="40000"/>
                          <a:lumOff val="60000"/>
                        </a:schemeClr>
                      </a:solidFill>
                      <a:prstDash val="solid"/>
                      <a:round/>
                      <a:headEnd type="none" w="med" len="med"/>
                      <a:tailEnd type="none" w="med" len="med"/>
                    </a:lnL>
                    <a:lnR w="12700" cap="flat" cmpd="sng" algn="ctr">
                      <a:solidFill>
                        <a:schemeClr val="accent2">
                          <a:lumMod val="40000"/>
                          <a:lumOff val="60000"/>
                        </a:schemeClr>
                      </a:solidFill>
                      <a:prstDash val="solid"/>
                      <a:round/>
                      <a:headEnd type="none" w="med" len="med"/>
                      <a:tailEnd type="none" w="med" len="med"/>
                    </a:lnR>
                    <a:lnT w="12700" cap="flat" cmpd="sng" algn="ctr">
                      <a:solidFill>
                        <a:schemeClr val="accent2">
                          <a:lumMod val="40000"/>
                          <a:lumOff val="60000"/>
                        </a:schemeClr>
                      </a:solidFill>
                      <a:prstDash val="solid"/>
                      <a:round/>
                      <a:headEnd type="none" w="med" len="med"/>
                      <a:tailEnd type="none" w="med" len="med"/>
                    </a:lnT>
                    <a:lnB w="12700" cap="flat" cmpd="sng" algn="ctr">
                      <a:solidFill>
                        <a:schemeClr val="accent2">
                          <a:lumMod val="40000"/>
                          <a:lumOff val="60000"/>
                        </a:schemeClr>
                      </a:solidFill>
                      <a:prstDash val="solid"/>
                      <a:round/>
                      <a:headEnd type="none" w="med" len="med"/>
                      <a:tailEnd type="none" w="med" len="med"/>
                    </a:lnB>
                    <a:solidFill>
                      <a:schemeClr val="accent2">
                        <a:lumMod val="20000"/>
                        <a:lumOff val="80000"/>
                      </a:schemeClr>
                    </a:solidFill>
                  </a:tcPr>
                </a:tc>
                <a:tc hMerge="1">
                  <a:txBody>
                    <a:bodyPr/>
                    <a:lstStyle/>
                    <a:p>
                      <a:endParaRPr lang="en-US"/>
                    </a:p>
                  </a:txBody>
                  <a:tcPr>
                    <a:lnL w="12700" cap="flat" cmpd="sng" algn="ctr">
                      <a:solidFill>
                        <a:schemeClr val="tx1"/>
                      </a:solidFill>
                      <a:prstDash val="solid"/>
                      <a:round/>
                      <a:headEnd type="none" w="med" len="med"/>
                      <a:tailEnd type="none" w="med" len="med"/>
                    </a:lnL>
                  </a:tcPr>
                </a:tc>
                <a:tc hMerge="1">
                  <a:txBody>
                    <a:bodyPr/>
                    <a:lstStyle/>
                    <a:p>
                      <a:endParaRPr lang="en-US"/>
                    </a:p>
                  </a:txBody>
                  <a:tcPr>
                    <a:lnR w="12700" cap="flat" cmpd="sng" algn="ctr">
                      <a:solidFill>
                        <a:schemeClr val="accent2">
                          <a:lumMod val="40000"/>
                          <a:lumOff val="60000"/>
                        </a:schemeClr>
                      </a:solidFill>
                      <a:prstDash val="solid"/>
                      <a:round/>
                      <a:headEnd type="none" w="med" len="med"/>
                      <a:tailEnd type="none" w="med" len="med"/>
                    </a:lnR>
                    <a:lnT w="12700" cap="flat" cmpd="sng" algn="ctr">
                      <a:solidFill>
                        <a:schemeClr val="accent2">
                          <a:lumMod val="40000"/>
                          <a:lumOff val="60000"/>
                        </a:schemeClr>
                      </a:solidFill>
                      <a:prstDash val="solid"/>
                      <a:round/>
                      <a:headEnd type="none" w="med" len="med"/>
                      <a:tailEnd type="none" w="med" len="med"/>
                    </a:lnT>
                    <a:lnB w="12700" cap="flat" cmpd="sng" algn="ctr">
                      <a:solidFill>
                        <a:schemeClr val="accent2">
                          <a:lumMod val="40000"/>
                          <a:lumOff val="60000"/>
                        </a:schemeClr>
                      </a:solidFill>
                      <a:prstDash val="solid"/>
                      <a:round/>
                      <a:headEnd type="none" w="med" len="med"/>
                      <a:tailEnd type="none" w="med" len="med"/>
                    </a:lnB>
                    <a:solidFill>
                      <a:schemeClr val="accent2">
                        <a:lumMod val="20000"/>
                        <a:lumOff val="80000"/>
                      </a:schemeClr>
                    </a:solidFill>
                  </a:tcPr>
                </a:tc>
                <a:tc hMerge="1">
                  <a:txBody>
                    <a:bodyPr/>
                    <a:lstStyle/>
                    <a:p>
                      <a:endParaRPr lang="en-US"/>
                    </a:p>
                  </a:txBody>
                  <a:tcPr>
                    <a:lnL w="12700" cap="flat" cmpd="sng" algn="ctr">
                      <a:solidFill>
                        <a:schemeClr val="tx1"/>
                      </a:solidFill>
                      <a:prstDash val="solid"/>
                      <a:round/>
                      <a:headEnd type="none" w="med" len="med"/>
                      <a:tailEnd type="none" w="med" len="med"/>
                    </a:lnL>
                  </a:tcPr>
                </a:tc>
                <a:tc hMerge="1">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accent2">
                          <a:lumMod val="40000"/>
                          <a:lumOff val="60000"/>
                        </a:schemeClr>
                      </a:solidFill>
                      <a:prstDash val="solid"/>
                      <a:round/>
                      <a:headEnd type="none" w="med" len="med"/>
                      <a:tailEnd type="none" w="med" len="med"/>
                    </a:lnR>
                    <a:lnT w="12700" cap="flat" cmpd="sng" algn="ctr">
                      <a:solidFill>
                        <a:schemeClr val="accent2">
                          <a:lumMod val="40000"/>
                          <a:lumOff val="60000"/>
                        </a:schemeClr>
                      </a:solidFill>
                      <a:prstDash val="solid"/>
                      <a:round/>
                      <a:headEnd type="none" w="med" len="med"/>
                      <a:tailEnd type="none" w="med" len="med"/>
                    </a:lnT>
                    <a:lnB w="12700" cap="flat" cmpd="sng" algn="ctr">
                      <a:solidFill>
                        <a:schemeClr val="accent2">
                          <a:lumMod val="40000"/>
                          <a:lumOff val="60000"/>
                        </a:schemeClr>
                      </a:solidFill>
                      <a:prstDash val="solid"/>
                      <a:round/>
                      <a:headEnd type="none" w="med" len="med"/>
                      <a:tailEnd type="none" w="med" len="med"/>
                    </a:lnB>
                    <a:solidFill>
                      <a:schemeClr val="accent2">
                        <a:lumMod val="20000"/>
                        <a:lumOff val="80000"/>
                      </a:schemeClr>
                    </a:solidFill>
                  </a:tcPr>
                </a:tc>
                <a:tc hMerge="1">
                  <a:txBody>
                    <a:bodyPr/>
                    <a:lstStyle/>
                    <a:p>
                      <a:endParaRPr lang="en-US"/>
                    </a:p>
                  </a:txBody>
                  <a:tcPr>
                    <a:lnL w="12700" cap="flat" cmpd="sng" algn="ctr">
                      <a:solidFill>
                        <a:schemeClr val="accent2">
                          <a:lumMod val="40000"/>
                          <a:lumOff val="60000"/>
                        </a:schemeClr>
                      </a:solidFill>
                      <a:prstDash val="solid"/>
                      <a:round/>
                      <a:headEnd type="none" w="med" len="med"/>
                      <a:tailEnd type="none" w="med" len="med"/>
                    </a:lnL>
                  </a:tcPr>
                </a:tc>
                <a:tc hMerge="1">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accent2">
                          <a:lumMod val="40000"/>
                          <a:lumOff val="60000"/>
                        </a:schemeClr>
                      </a:solidFill>
                      <a:prstDash val="solid"/>
                      <a:round/>
                      <a:headEnd type="none" w="med" len="med"/>
                      <a:tailEnd type="none" w="med" len="med"/>
                    </a:lnR>
                    <a:lnT w="12700" cap="flat" cmpd="sng" algn="ctr">
                      <a:solidFill>
                        <a:schemeClr val="accent2">
                          <a:lumMod val="40000"/>
                          <a:lumOff val="60000"/>
                        </a:schemeClr>
                      </a:solidFill>
                      <a:prstDash val="solid"/>
                      <a:round/>
                      <a:headEnd type="none" w="med" len="med"/>
                      <a:tailEnd type="none" w="med" len="med"/>
                    </a:lnT>
                    <a:lnB w="12700" cap="flat" cmpd="sng" algn="ctr">
                      <a:solidFill>
                        <a:schemeClr val="accent2">
                          <a:lumMod val="40000"/>
                          <a:lumOff val="60000"/>
                        </a:schemeClr>
                      </a:solidFill>
                      <a:prstDash val="solid"/>
                      <a:round/>
                      <a:headEnd type="none" w="med" len="med"/>
                      <a:tailEnd type="none" w="med" len="med"/>
                    </a:lnB>
                    <a:solidFill>
                      <a:schemeClr val="accent2">
                        <a:lumMod val="20000"/>
                        <a:lumOff val="80000"/>
                      </a:schemeClr>
                    </a:solidFill>
                  </a:tcPr>
                </a:tc>
                <a:tc hMerge="1">
                  <a:txBody>
                    <a:bodyPr/>
                    <a:lstStyle/>
                    <a:p>
                      <a:pPr marL="0" algn="r" defTabSz="914400" rtl="1" eaLnBrk="1" fontAlgn="b" latinLnBrk="0" hangingPunct="1"/>
                      <a:endParaRPr lang="ar-SA" sz="1400" b="0" kern="1200" noProof="0" dirty="0">
                        <a:solidFill>
                          <a:schemeClr val="tx1"/>
                        </a:solidFill>
                        <a:effectLst/>
                        <a:latin typeface="Frutiger LT Arabic 45 Light"/>
                        <a:ea typeface="+mn-ea"/>
                        <a:cs typeface="Ping AR + LT" panose="00000500000000000000"/>
                      </a:endParaRPr>
                    </a:p>
                  </a:txBody>
                  <a:tcPr marT="91440" marB="91440" anchor="ctr">
                    <a:lnL w="12700" cap="flat" cmpd="sng" algn="ctr">
                      <a:solidFill>
                        <a:schemeClr val="accent2">
                          <a:lumMod val="40000"/>
                          <a:lumOff val="60000"/>
                        </a:schemeClr>
                      </a:solidFill>
                      <a:prstDash val="solid"/>
                      <a:round/>
                      <a:headEnd type="none" w="med" len="med"/>
                      <a:tailEnd type="none" w="med" len="med"/>
                    </a:lnL>
                    <a:lnR w="12700" cap="flat" cmpd="sng" algn="ctr">
                      <a:solidFill>
                        <a:schemeClr val="accent2">
                          <a:lumMod val="40000"/>
                          <a:lumOff val="60000"/>
                        </a:schemeClr>
                      </a:solidFill>
                      <a:prstDash val="solid"/>
                      <a:round/>
                      <a:headEnd type="none" w="med" len="med"/>
                      <a:tailEnd type="none" w="med" len="med"/>
                    </a:lnR>
                    <a:lnT w="12700" cap="flat" cmpd="sng" algn="ctr">
                      <a:solidFill>
                        <a:schemeClr val="accent2">
                          <a:lumMod val="40000"/>
                          <a:lumOff val="60000"/>
                        </a:schemeClr>
                      </a:solidFill>
                      <a:prstDash val="solid"/>
                      <a:round/>
                      <a:headEnd type="none" w="med" len="med"/>
                      <a:tailEnd type="none" w="med" len="med"/>
                    </a:lnT>
                    <a:lnB w="12700" cap="flat" cmpd="sng" algn="ctr">
                      <a:solidFill>
                        <a:schemeClr val="accent2">
                          <a:lumMod val="40000"/>
                          <a:lumOff val="60000"/>
                        </a:schemeClr>
                      </a:solidFill>
                      <a:prstDash val="solid"/>
                      <a:round/>
                      <a:headEnd type="none" w="med" len="med"/>
                      <a:tailEnd type="none" w="med" len="med"/>
                    </a:lnB>
                    <a:noFill/>
                  </a:tcPr>
                </a:tc>
                <a:tc hMerge="1">
                  <a:txBody>
                    <a:bodyPr/>
                    <a:lstStyle/>
                    <a:p>
                      <a:endParaRPr lang="en-US"/>
                    </a:p>
                  </a:txBody>
                  <a:tcPr>
                    <a:lnL w="12700" cap="flat" cmpd="sng" algn="ctr">
                      <a:solidFill>
                        <a:srgbClr val="006E62"/>
                      </a:solidFill>
                      <a:prstDash val="solid"/>
                      <a:round/>
                      <a:headEnd type="none" w="med" len="med"/>
                      <a:tailEnd type="none" w="med" len="med"/>
                    </a:lnL>
                  </a:tcPr>
                </a:tc>
                <a:tc gridSpan="2">
                  <a:txBody>
                    <a:bodyPr/>
                    <a:lstStyle>
                      <a:lvl1pPr marL="0" algn="r" defTabSz="914400" rtl="1" eaLnBrk="1" latinLnBrk="0" hangingPunct="1">
                        <a:defRPr sz="1800" kern="1200">
                          <a:solidFill>
                            <a:schemeClr val="tx1"/>
                          </a:solidFill>
                          <a:latin typeface="Arial" panose="020B0604020202020204"/>
                        </a:defRPr>
                      </a:lvl1pPr>
                      <a:lvl2pPr marL="457200" algn="r" defTabSz="914400" rtl="1" eaLnBrk="1" latinLnBrk="0" hangingPunct="1">
                        <a:defRPr sz="1800" kern="1200">
                          <a:solidFill>
                            <a:schemeClr val="tx1"/>
                          </a:solidFill>
                          <a:latin typeface="Arial" panose="020B0604020202020204"/>
                        </a:defRPr>
                      </a:lvl2pPr>
                      <a:lvl3pPr marL="914400" algn="r" defTabSz="914400" rtl="1" eaLnBrk="1" latinLnBrk="0" hangingPunct="1">
                        <a:defRPr sz="1800" kern="1200">
                          <a:solidFill>
                            <a:schemeClr val="tx1"/>
                          </a:solidFill>
                          <a:latin typeface="Arial" panose="020B0604020202020204"/>
                        </a:defRPr>
                      </a:lvl3pPr>
                      <a:lvl4pPr marL="1371600" algn="r" defTabSz="914400" rtl="1" eaLnBrk="1" latinLnBrk="0" hangingPunct="1">
                        <a:defRPr sz="1800" kern="1200">
                          <a:solidFill>
                            <a:schemeClr val="tx1"/>
                          </a:solidFill>
                          <a:latin typeface="Arial" panose="020B0604020202020204"/>
                        </a:defRPr>
                      </a:lvl4pPr>
                      <a:lvl5pPr marL="1828800" algn="r" defTabSz="914400" rtl="1" eaLnBrk="1" latinLnBrk="0" hangingPunct="1">
                        <a:defRPr sz="1800" kern="1200">
                          <a:solidFill>
                            <a:schemeClr val="tx1"/>
                          </a:solidFill>
                          <a:latin typeface="Arial" panose="020B0604020202020204"/>
                        </a:defRPr>
                      </a:lvl5pPr>
                      <a:lvl6pPr marL="2286000" algn="r" defTabSz="914400" rtl="1" eaLnBrk="1" latinLnBrk="0" hangingPunct="1">
                        <a:defRPr sz="1800" kern="1200">
                          <a:solidFill>
                            <a:schemeClr val="tx1"/>
                          </a:solidFill>
                          <a:latin typeface="Arial" panose="020B0604020202020204"/>
                        </a:defRPr>
                      </a:lvl6pPr>
                      <a:lvl7pPr marL="2743200" algn="r" defTabSz="914400" rtl="1" eaLnBrk="1" latinLnBrk="0" hangingPunct="1">
                        <a:defRPr sz="1800" kern="1200">
                          <a:solidFill>
                            <a:schemeClr val="tx1"/>
                          </a:solidFill>
                          <a:latin typeface="Arial" panose="020B0604020202020204"/>
                        </a:defRPr>
                      </a:lvl7pPr>
                      <a:lvl8pPr marL="3200400" algn="r" defTabSz="914400" rtl="1" eaLnBrk="1" latinLnBrk="0" hangingPunct="1">
                        <a:defRPr sz="1800" kern="1200">
                          <a:solidFill>
                            <a:schemeClr val="tx1"/>
                          </a:solidFill>
                          <a:latin typeface="Arial" panose="020B0604020202020204"/>
                        </a:defRPr>
                      </a:lvl8pPr>
                      <a:lvl9pPr marL="3657600" algn="r" defTabSz="914400" rtl="1" eaLnBrk="1" latinLnBrk="0" hangingPunct="1">
                        <a:defRPr sz="1800" kern="1200">
                          <a:solidFill>
                            <a:schemeClr val="tx1"/>
                          </a:solidFill>
                          <a:latin typeface="Arial" panose="020B0604020202020204"/>
                        </a:defRPr>
                      </a:lvl9pPr>
                    </a:lstStyle>
                    <a:p>
                      <a:pPr algn="ctr" rtl="1" fontAlgn="b"/>
                      <a:r>
                        <a:rPr lang="ar-SA" sz="1200" b="0" dirty="0">
                          <a:solidFill>
                            <a:schemeClr val="bg1"/>
                          </a:solidFill>
                          <a:effectLst/>
                          <a:cs typeface="Arial" panose="020B0604020202020204" pitchFamily="34" charset="0"/>
                        </a:rPr>
                        <a:t>وصف المؤشر</a:t>
                      </a:r>
                      <a:endParaRPr lang="ar-SA" sz="1200" b="0" dirty="0">
                        <a:solidFill>
                          <a:schemeClr val="bg1"/>
                        </a:solidFill>
                        <a:effectLst/>
                        <a:latin typeface="+mj-lt"/>
                        <a:cs typeface="Arial" panose="020B0604020202020204" pitchFamily="34" charset="0"/>
                      </a:endParaRPr>
                    </a:p>
                  </a:txBody>
                  <a:tcPr marT="91440" marB="914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hMerge="1">
                  <a:txBody>
                    <a:bodyPr/>
                    <a:lstStyle/>
                    <a:p>
                      <a:endParaRPr lang="en-US"/>
                    </a:p>
                  </a:txBody>
                  <a:tcPr>
                    <a:lnL w="12700" cap="flat" cmpd="sng" algn="ctr">
                      <a:solidFill>
                        <a:schemeClr val="accent2">
                          <a:lumMod val="40000"/>
                          <a:lumOff val="60000"/>
                        </a:schemeClr>
                      </a:solidFill>
                      <a:prstDash val="solid"/>
                      <a:round/>
                      <a:headEnd type="none" w="med" len="med"/>
                      <a:tailEnd type="none" w="med" len="med"/>
                    </a:lnL>
                  </a:tcPr>
                </a:tc>
                <a:extLst>
                  <a:ext uri="{0D108BD9-81ED-4DB2-BD59-A6C34878D82A}">
                    <a16:rowId xmlns:a16="http://schemas.microsoft.com/office/drawing/2014/main" val="1571167819"/>
                  </a:ext>
                </a:extLst>
              </a:tr>
              <a:tr h="0">
                <a:tc gridSpan="14">
                  <a:txBody>
                    <a:bodyPr/>
                    <a:lstStyle>
                      <a:lvl1pPr marL="0" algn="r" defTabSz="914400" rtl="1" eaLnBrk="1" latinLnBrk="0" hangingPunct="1">
                        <a:defRPr sz="1800" kern="1200">
                          <a:solidFill>
                            <a:schemeClr val="dk1"/>
                          </a:solidFill>
                          <a:latin typeface="Arial"/>
                        </a:defRPr>
                      </a:lvl1pPr>
                      <a:lvl2pPr marL="457200" algn="r" defTabSz="914400" rtl="1" eaLnBrk="1" latinLnBrk="0" hangingPunct="1">
                        <a:defRPr sz="1800" kern="1200">
                          <a:solidFill>
                            <a:schemeClr val="dk1"/>
                          </a:solidFill>
                          <a:latin typeface="Arial"/>
                        </a:defRPr>
                      </a:lvl2pPr>
                      <a:lvl3pPr marL="914400" algn="r" defTabSz="914400" rtl="1" eaLnBrk="1" latinLnBrk="0" hangingPunct="1">
                        <a:defRPr sz="1800" kern="1200">
                          <a:solidFill>
                            <a:schemeClr val="dk1"/>
                          </a:solidFill>
                          <a:latin typeface="Arial"/>
                        </a:defRPr>
                      </a:lvl3pPr>
                      <a:lvl4pPr marL="1371600" algn="r" defTabSz="914400" rtl="1" eaLnBrk="1" latinLnBrk="0" hangingPunct="1">
                        <a:defRPr sz="1800" kern="1200">
                          <a:solidFill>
                            <a:schemeClr val="dk1"/>
                          </a:solidFill>
                          <a:latin typeface="Arial"/>
                        </a:defRPr>
                      </a:lvl4pPr>
                      <a:lvl5pPr marL="1828800" algn="r" defTabSz="914400" rtl="1" eaLnBrk="1" latinLnBrk="0" hangingPunct="1">
                        <a:defRPr sz="1800" kern="1200">
                          <a:solidFill>
                            <a:schemeClr val="dk1"/>
                          </a:solidFill>
                          <a:latin typeface="Arial"/>
                        </a:defRPr>
                      </a:lvl5pPr>
                      <a:lvl6pPr marL="2286000" algn="r" defTabSz="914400" rtl="1" eaLnBrk="1" latinLnBrk="0" hangingPunct="1">
                        <a:defRPr sz="1800" kern="1200">
                          <a:solidFill>
                            <a:schemeClr val="dk1"/>
                          </a:solidFill>
                          <a:latin typeface="Arial"/>
                        </a:defRPr>
                      </a:lvl6pPr>
                      <a:lvl7pPr marL="2743200" algn="r" defTabSz="914400" rtl="1" eaLnBrk="1" latinLnBrk="0" hangingPunct="1">
                        <a:defRPr sz="1800" kern="1200">
                          <a:solidFill>
                            <a:schemeClr val="dk1"/>
                          </a:solidFill>
                          <a:latin typeface="Arial"/>
                        </a:defRPr>
                      </a:lvl7pPr>
                      <a:lvl8pPr marL="3200400" algn="r" defTabSz="914400" rtl="1" eaLnBrk="1" latinLnBrk="0" hangingPunct="1">
                        <a:defRPr sz="1800" kern="1200">
                          <a:solidFill>
                            <a:schemeClr val="dk1"/>
                          </a:solidFill>
                          <a:latin typeface="Arial"/>
                        </a:defRPr>
                      </a:lvl8pPr>
                      <a:lvl9pPr marL="3657600" algn="r" defTabSz="914400" rtl="1" eaLnBrk="1" latinLnBrk="0" hangingPunct="1">
                        <a:defRPr sz="1800" kern="1200">
                          <a:solidFill>
                            <a:schemeClr val="dk1"/>
                          </a:solidFill>
                          <a:latin typeface="Arial"/>
                        </a:defRPr>
                      </a:lvl9pPr>
                    </a:lstStyle>
                    <a:p>
                      <a:pPr algn="r" rtl="1" fontAlgn="b"/>
                      <a:endParaRPr lang="ar-SA" sz="400" b="0" kern="1200" dirty="0">
                        <a:solidFill>
                          <a:schemeClr val="tx1"/>
                        </a:solidFill>
                        <a:effectLst/>
                        <a:latin typeface="Frutiger LT Arabic 45 Light"/>
                        <a:ea typeface="+mn-ea"/>
                        <a:cs typeface="Arial" panose="020B0604020202020204" pitchFamily="34" charset="0"/>
                      </a:endParaRPr>
                    </a:p>
                  </a:txBody>
                  <a:tcPr marT="91440" marB="914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lnL w="12700" cap="flat" cmpd="sng" algn="ctr">
                      <a:solidFill>
                        <a:schemeClr val="tx1"/>
                      </a:solidFill>
                      <a:prstDash val="solid"/>
                      <a:round/>
                      <a:headEnd type="none" w="med" len="med"/>
                      <a:tailEnd type="none" w="med" len="med"/>
                    </a:lnL>
                  </a:tcPr>
                </a:tc>
                <a:tc hMerge="1">
                  <a:txBody>
                    <a:bodyPr/>
                    <a:lstStyle/>
                    <a:p>
                      <a:endParaRPr lang="en-US"/>
                    </a:p>
                  </a:txBody>
                  <a:tcPr>
                    <a:lnT w="12700" cap="flat" cmpd="sng" algn="ctr">
                      <a:solidFill>
                        <a:schemeClr val="accent2">
                          <a:lumMod val="40000"/>
                          <a:lumOff val="60000"/>
                        </a:schemeClr>
                      </a:solidFill>
                      <a:prstDash val="solid"/>
                      <a:round/>
                      <a:headEnd type="none" w="med" len="med"/>
                      <a:tailEnd type="none" w="med" len="med"/>
                    </a:lnT>
                  </a:tcPr>
                </a:tc>
                <a:tc hMerge="1">
                  <a:txBody>
                    <a:bodyPr/>
                    <a:lstStyle/>
                    <a:p>
                      <a:endParaRPr lang="en-US" dirty="0"/>
                    </a:p>
                  </a:txBody>
                  <a:tcPr>
                    <a:lnL w="12700" cap="flat" cmpd="sng" algn="ctr">
                      <a:solidFill>
                        <a:schemeClr val="tx1"/>
                      </a:solidFill>
                      <a:prstDash val="solid"/>
                      <a:round/>
                      <a:headEnd type="none" w="med" len="med"/>
                      <a:tailEnd type="none" w="med" len="med"/>
                    </a:lnL>
                  </a:tcPr>
                </a:tc>
                <a:tc hMerge="1">
                  <a:txBody>
                    <a:bodyPr/>
                    <a:lstStyle/>
                    <a:p>
                      <a:endParaRPr lang="en-US"/>
                    </a:p>
                  </a:txBody>
                  <a:tcPr>
                    <a:lnL w="12700" cap="flat" cmpd="sng" algn="ctr">
                      <a:solidFill>
                        <a:schemeClr val="tx1"/>
                      </a:solidFill>
                      <a:prstDash val="solid"/>
                      <a:round/>
                      <a:headEnd type="none" w="med" len="med"/>
                      <a:tailEnd type="none" w="med" len="med"/>
                    </a:lnL>
                    <a:lnT w="12700" cap="flat" cmpd="sng" algn="ctr">
                      <a:solidFill>
                        <a:schemeClr val="accent2">
                          <a:lumMod val="40000"/>
                          <a:lumOff val="60000"/>
                        </a:schemeClr>
                      </a:solidFill>
                      <a:prstDash val="solid"/>
                      <a:round/>
                      <a:headEnd type="none" w="med" len="med"/>
                      <a:tailEnd type="none" w="med" len="med"/>
                    </a:lnT>
                  </a:tcPr>
                </a:tc>
                <a:tc hMerge="1">
                  <a:txBody>
                    <a:bodyPr/>
                    <a:lstStyle/>
                    <a:p>
                      <a:endParaRPr lang="en-US"/>
                    </a:p>
                  </a:txBody>
                  <a:tcPr/>
                </a:tc>
                <a:tc hMerge="1">
                  <a:txBody>
                    <a:bodyPr/>
                    <a:lstStyle/>
                    <a:p>
                      <a:endParaRPr lang="en-US"/>
                    </a:p>
                  </a:txBody>
                  <a:tcPr>
                    <a:lnL w="12700" cap="flat" cmpd="sng" algn="ctr">
                      <a:solidFill>
                        <a:schemeClr val="tx1"/>
                      </a:solidFill>
                      <a:prstDash val="solid"/>
                      <a:round/>
                      <a:headEnd type="none" w="med" len="med"/>
                      <a:tailEnd type="none" w="med" len="med"/>
                    </a:lnL>
                    <a:lnT w="12700" cap="flat" cmpd="sng" algn="ctr">
                      <a:solidFill>
                        <a:schemeClr val="accent2">
                          <a:lumMod val="40000"/>
                          <a:lumOff val="60000"/>
                        </a:schemeClr>
                      </a:solidFill>
                      <a:prstDash val="solid"/>
                      <a:round/>
                      <a:headEnd type="none" w="med" len="med"/>
                      <a:tailEnd type="none" w="med" len="med"/>
                    </a:lnT>
                  </a:tcPr>
                </a:tc>
                <a:tc hMerge="1">
                  <a:txBody>
                    <a:bodyPr/>
                    <a:lstStyle/>
                    <a:p>
                      <a:endParaRPr lang="en-US"/>
                    </a:p>
                  </a:txBody>
                  <a:tcPr/>
                </a:tc>
                <a:tc hMerge="1">
                  <a:txBody>
                    <a:bodyPr/>
                    <a:lstStyle/>
                    <a:p>
                      <a:endParaRPr lang="en-US"/>
                    </a:p>
                  </a:txBody>
                  <a:tcPr>
                    <a:lnL w="12700" cap="flat" cmpd="sng" algn="ctr">
                      <a:solidFill>
                        <a:srgbClr val="006E62"/>
                      </a:solidFill>
                      <a:prstDash val="solid"/>
                      <a:round/>
                      <a:headEnd type="none" w="med" len="med"/>
                      <a:tailEnd type="none" w="med" len="med"/>
                    </a:lnL>
                  </a:tcPr>
                </a:tc>
                <a:tc hMerge="1">
                  <a:txBody>
                    <a:bodyPr/>
                    <a:lstStyle/>
                    <a:p>
                      <a:pPr algn="ctr" rtl="1" fontAlgn="b"/>
                      <a:endParaRPr lang="ar-SA" sz="1400" b="1" dirty="0">
                        <a:solidFill>
                          <a:schemeClr val="bg1"/>
                        </a:solidFill>
                        <a:effectLst/>
                        <a:latin typeface="+mj-lt"/>
                        <a:cs typeface="Ping AR + LT" panose="00000500000000000000"/>
                      </a:endParaRPr>
                    </a:p>
                  </a:txBody>
                  <a:tcPr marL="12889" marR="12889" marT="8592" marB="8592" anchor="b">
                    <a:lnT w="12700" cap="flat" cmpd="sng" algn="ctr">
                      <a:solidFill>
                        <a:schemeClr val="accent2">
                          <a:lumMod val="40000"/>
                          <a:lumOff val="60000"/>
                        </a:schemeClr>
                      </a:solidFill>
                      <a:prstDash val="solid"/>
                      <a:round/>
                      <a:headEnd type="none" w="med" len="med"/>
                      <a:tailEnd type="none" w="med" len="med"/>
                    </a:lnT>
                    <a:lnB w="12700" cap="flat" cmpd="sng" algn="ctr">
                      <a:solidFill>
                        <a:schemeClr val="accent2">
                          <a:lumMod val="40000"/>
                          <a:lumOff val="60000"/>
                        </a:schemeClr>
                      </a:solidFill>
                      <a:prstDash val="solid"/>
                      <a:round/>
                      <a:headEnd type="none" w="med" len="med"/>
                      <a:tailEnd type="none" w="med" len="med"/>
                    </a:lnB>
                    <a:solidFill>
                      <a:schemeClr val="bg1"/>
                    </a:solidFill>
                  </a:tcPr>
                </a:tc>
                <a:tc hMerge="1">
                  <a:txBody>
                    <a:bodyPr/>
                    <a:lstStyle/>
                    <a:p>
                      <a:endParaRPr lang="en-US"/>
                    </a:p>
                  </a:txBody>
                  <a:tcPr/>
                </a:tc>
                <a:extLst>
                  <a:ext uri="{0D108BD9-81ED-4DB2-BD59-A6C34878D82A}">
                    <a16:rowId xmlns:a16="http://schemas.microsoft.com/office/drawing/2014/main" val="2561635432"/>
                  </a:ext>
                </a:extLst>
              </a:tr>
              <a:tr h="280371">
                <a:tc>
                  <a:txBody>
                    <a:bodyPr/>
                    <a:lstStyle>
                      <a:lvl1pPr marL="0" algn="r" defTabSz="914400" rtl="1" eaLnBrk="1" latinLnBrk="0" hangingPunct="1">
                        <a:defRPr sz="1800" kern="1200">
                          <a:solidFill>
                            <a:schemeClr val="tx1"/>
                          </a:solidFill>
                          <a:latin typeface="Arial" panose="020B0604020202020204"/>
                        </a:defRPr>
                      </a:lvl1pPr>
                      <a:lvl2pPr marL="457200" algn="r" defTabSz="914400" rtl="1" eaLnBrk="1" latinLnBrk="0" hangingPunct="1">
                        <a:defRPr sz="1800" kern="1200">
                          <a:solidFill>
                            <a:schemeClr val="tx1"/>
                          </a:solidFill>
                          <a:latin typeface="Arial" panose="020B0604020202020204"/>
                        </a:defRPr>
                      </a:lvl2pPr>
                      <a:lvl3pPr marL="914400" algn="r" defTabSz="914400" rtl="1" eaLnBrk="1" latinLnBrk="0" hangingPunct="1">
                        <a:defRPr sz="1800" kern="1200">
                          <a:solidFill>
                            <a:schemeClr val="tx1"/>
                          </a:solidFill>
                          <a:latin typeface="Arial" panose="020B0604020202020204"/>
                        </a:defRPr>
                      </a:lvl3pPr>
                      <a:lvl4pPr marL="1371600" algn="r" defTabSz="914400" rtl="1" eaLnBrk="1" latinLnBrk="0" hangingPunct="1">
                        <a:defRPr sz="1800" kern="1200">
                          <a:solidFill>
                            <a:schemeClr val="tx1"/>
                          </a:solidFill>
                          <a:latin typeface="Arial" panose="020B0604020202020204"/>
                        </a:defRPr>
                      </a:lvl4pPr>
                      <a:lvl5pPr marL="1828800" algn="r" defTabSz="914400" rtl="1" eaLnBrk="1" latinLnBrk="0" hangingPunct="1">
                        <a:defRPr sz="1800" kern="1200">
                          <a:solidFill>
                            <a:schemeClr val="tx1"/>
                          </a:solidFill>
                          <a:latin typeface="Arial" panose="020B0604020202020204"/>
                        </a:defRPr>
                      </a:lvl5pPr>
                      <a:lvl6pPr marL="2286000" algn="r" defTabSz="914400" rtl="1" eaLnBrk="1" latinLnBrk="0" hangingPunct="1">
                        <a:defRPr sz="1800" kern="1200">
                          <a:solidFill>
                            <a:schemeClr val="tx1"/>
                          </a:solidFill>
                          <a:latin typeface="Arial" panose="020B0604020202020204"/>
                        </a:defRPr>
                      </a:lvl6pPr>
                      <a:lvl7pPr marL="2743200" algn="r" defTabSz="914400" rtl="1" eaLnBrk="1" latinLnBrk="0" hangingPunct="1">
                        <a:defRPr sz="1800" kern="1200">
                          <a:solidFill>
                            <a:schemeClr val="tx1"/>
                          </a:solidFill>
                          <a:latin typeface="Arial" panose="020B0604020202020204"/>
                        </a:defRPr>
                      </a:lvl7pPr>
                      <a:lvl8pPr marL="3200400" algn="r" defTabSz="914400" rtl="1" eaLnBrk="1" latinLnBrk="0" hangingPunct="1">
                        <a:defRPr sz="1800" kern="1200">
                          <a:solidFill>
                            <a:schemeClr val="tx1"/>
                          </a:solidFill>
                          <a:latin typeface="Arial" panose="020B0604020202020204"/>
                        </a:defRPr>
                      </a:lvl8pPr>
                      <a:lvl9pPr marL="3657600" algn="r" defTabSz="914400" rtl="1" eaLnBrk="1" latinLnBrk="0" hangingPunct="1">
                        <a:defRPr sz="1800" kern="1200">
                          <a:solidFill>
                            <a:schemeClr val="tx1"/>
                          </a:solidFill>
                          <a:latin typeface="Arial" panose="020B0604020202020204"/>
                        </a:defRPr>
                      </a:lvl9pPr>
                    </a:lstStyle>
                    <a:p>
                      <a:pPr algn="ctr" rtl="1" fontAlgn="b"/>
                      <a:r>
                        <a:rPr lang="ar-SA" sz="1100" b="0" dirty="0">
                          <a:solidFill>
                            <a:schemeClr val="bg1"/>
                          </a:solidFill>
                          <a:effectLst/>
                          <a:latin typeface="+mj-lt"/>
                          <a:cs typeface="Arial" panose="020B0604020202020204" pitchFamily="34" charset="0"/>
                        </a:rPr>
                        <a:t>الإجمالي</a:t>
                      </a:r>
                    </a:p>
                  </a:txBody>
                  <a:tcPr marT="91440" marB="9144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rtl="1" fontAlgn="b"/>
                      <a:r>
                        <a:rPr lang="ar-SA" sz="1100" b="0" dirty="0">
                          <a:solidFill>
                            <a:schemeClr val="bg1"/>
                          </a:solidFill>
                          <a:effectLst/>
                          <a:latin typeface="+mj-lt"/>
                          <a:cs typeface="Arial" panose="020B0604020202020204" pitchFamily="34" charset="0"/>
                        </a:rPr>
                        <a:t>2028</a:t>
                      </a:r>
                    </a:p>
                  </a:txBody>
                  <a:tcPr marT="91440" marB="9144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rtl="1" fontAlgn="b"/>
                      <a:r>
                        <a:rPr lang="ar-SA" sz="1100" b="0" dirty="0">
                          <a:solidFill>
                            <a:schemeClr val="bg1"/>
                          </a:solidFill>
                          <a:effectLst/>
                          <a:latin typeface="+mj-lt"/>
                          <a:cs typeface="Arial" panose="020B0604020202020204" pitchFamily="34" charset="0"/>
                        </a:rPr>
                        <a:t>2027</a:t>
                      </a:r>
                    </a:p>
                  </a:txBody>
                  <a:tcPr marT="91440" marB="9144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gridSpan="2">
                  <a:txBody>
                    <a:bodyPr/>
                    <a:lstStyle>
                      <a:lvl1pPr marL="0" algn="r" defTabSz="914400" rtl="1" eaLnBrk="1" latinLnBrk="0" hangingPunct="1">
                        <a:defRPr sz="1800" kern="1200">
                          <a:solidFill>
                            <a:schemeClr val="tx1"/>
                          </a:solidFill>
                          <a:latin typeface="Arial" panose="020B0604020202020204"/>
                        </a:defRPr>
                      </a:lvl1pPr>
                      <a:lvl2pPr marL="457200" algn="r" defTabSz="914400" rtl="1" eaLnBrk="1" latinLnBrk="0" hangingPunct="1">
                        <a:defRPr sz="1800" kern="1200">
                          <a:solidFill>
                            <a:schemeClr val="tx1"/>
                          </a:solidFill>
                          <a:latin typeface="Arial" panose="020B0604020202020204"/>
                        </a:defRPr>
                      </a:lvl2pPr>
                      <a:lvl3pPr marL="914400" algn="r" defTabSz="914400" rtl="1" eaLnBrk="1" latinLnBrk="0" hangingPunct="1">
                        <a:defRPr sz="1800" kern="1200">
                          <a:solidFill>
                            <a:schemeClr val="tx1"/>
                          </a:solidFill>
                          <a:latin typeface="Arial" panose="020B0604020202020204"/>
                        </a:defRPr>
                      </a:lvl3pPr>
                      <a:lvl4pPr marL="1371600" algn="r" defTabSz="914400" rtl="1" eaLnBrk="1" latinLnBrk="0" hangingPunct="1">
                        <a:defRPr sz="1800" kern="1200">
                          <a:solidFill>
                            <a:schemeClr val="tx1"/>
                          </a:solidFill>
                          <a:latin typeface="Arial" panose="020B0604020202020204"/>
                        </a:defRPr>
                      </a:lvl4pPr>
                      <a:lvl5pPr marL="1828800" algn="r" defTabSz="914400" rtl="1" eaLnBrk="1" latinLnBrk="0" hangingPunct="1">
                        <a:defRPr sz="1800" kern="1200">
                          <a:solidFill>
                            <a:schemeClr val="tx1"/>
                          </a:solidFill>
                          <a:latin typeface="Arial" panose="020B0604020202020204"/>
                        </a:defRPr>
                      </a:lvl5pPr>
                      <a:lvl6pPr marL="2286000" algn="r" defTabSz="914400" rtl="1" eaLnBrk="1" latinLnBrk="0" hangingPunct="1">
                        <a:defRPr sz="1800" kern="1200">
                          <a:solidFill>
                            <a:schemeClr val="tx1"/>
                          </a:solidFill>
                          <a:latin typeface="Arial" panose="020B0604020202020204"/>
                        </a:defRPr>
                      </a:lvl6pPr>
                      <a:lvl7pPr marL="2743200" algn="r" defTabSz="914400" rtl="1" eaLnBrk="1" latinLnBrk="0" hangingPunct="1">
                        <a:defRPr sz="1800" kern="1200">
                          <a:solidFill>
                            <a:schemeClr val="tx1"/>
                          </a:solidFill>
                          <a:latin typeface="Arial" panose="020B0604020202020204"/>
                        </a:defRPr>
                      </a:lvl7pPr>
                      <a:lvl8pPr marL="3200400" algn="r" defTabSz="914400" rtl="1" eaLnBrk="1" latinLnBrk="0" hangingPunct="1">
                        <a:defRPr sz="1800" kern="1200">
                          <a:solidFill>
                            <a:schemeClr val="tx1"/>
                          </a:solidFill>
                          <a:latin typeface="Arial" panose="020B0604020202020204"/>
                        </a:defRPr>
                      </a:lvl8pPr>
                      <a:lvl9pPr marL="3657600" algn="r" defTabSz="914400" rtl="1" eaLnBrk="1" latinLnBrk="0" hangingPunct="1">
                        <a:defRPr sz="1800" kern="1200">
                          <a:solidFill>
                            <a:schemeClr val="tx1"/>
                          </a:solidFill>
                          <a:latin typeface="Arial" panose="020B0604020202020204"/>
                        </a:defRPr>
                      </a:lvl9pPr>
                    </a:lstStyle>
                    <a:p>
                      <a:pPr algn="ctr" rtl="1" fontAlgn="b"/>
                      <a:r>
                        <a:rPr lang="ar-SA" sz="1100" b="0" dirty="0">
                          <a:solidFill>
                            <a:schemeClr val="bg1"/>
                          </a:solidFill>
                          <a:effectLst/>
                          <a:cs typeface="Arial" panose="020B0604020202020204" pitchFamily="34" charset="0"/>
                        </a:rPr>
                        <a:t>2027</a:t>
                      </a:r>
                      <a:endParaRPr lang="ar-SA" sz="1100" b="0" dirty="0">
                        <a:solidFill>
                          <a:schemeClr val="bg1"/>
                        </a:solidFill>
                        <a:effectLst/>
                        <a:latin typeface="+mj-lt"/>
                        <a:cs typeface="Arial" panose="020B0604020202020204" pitchFamily="34" charset="0"/>
                      </a:endParaRPr>
                    </a:p>
                  </a:txBody>
                  <a:tcPr marT="91440" marB="9144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hMerge="1">
                  <a:txBody>
                    <a:bodyPr/>
                    <a:lstStyle/>
                    <a:p>
                      <a:pPr algn="ctr" rtl="1" fontAlgn="b"/>
                      <a:endParaRPr lang="ar-SA" sz="1200" b="1" dirty="0">
                        <a:solidFill>
                          <a:schemeClr val="bg1"/>
                        </a:solidFill>
                        <a:effectLst/>
                        <a:latin typeface="+mj-lt"/>
                        <a:cs typeface="Ping AR + LT" panose="00000500000000000000"/>
                      </a:endParaRPr>
                    </a:p>
                  </a:txBody>
                  <a:tcPr marT="91440" marB="91440" anchor="b">
                    <a:lnL w="12700" cap="flat" cmpd="sng" algn="ctr">
                      <a:solidFill>
                        <a:schemeClr val="tx1"/>
                      </a:solidFill>
                      <a:prstDash val="solid"/>
                      <a:round/>
                      <a:headEnd type="none" w="med" len="med"/>
                      <a:tailEnd type="none" w="med" len="med"/>
                    </a:lnL>
                    <a:lnR w="12700" cap="flat" cmpd="sng" algn="ctr">
                      <a:solidFill>
                        <a:srgbClr val="006E62"/>
                      </a:solidFill>
                      <a:prstDash val="solid"/>
                      <a:round/>
                      <a:headEnd type="none" w="med" len="med"/>
                      <a:tailEnd type="none" w="med" len="med"/>
                    </a:lnR>
                    <a:lnB w="12700" cap="flat" cmpd="sng" algn="ctr">
                      <a:solidFill>
                        <a:srgbClr val="006E62"/>
                      </a:solidFill>
                      <a:prstDash val="solid"/>
                      <a:round/>
                      <a:headEnd type="none" w="med" len="med"/>
                      <a:tailEnd type="none" w="med" len="med"/>
                    </a:lnB>
                    <a:solidFill>
                      <a:srgbClr val="006E62"/>
                    </a:solidFill>
                  </a:tcPr>
                </a:tc>
                <a:tc gridSpan="2">
                  <a:txBody>
                    <a:bodyPr/>
                    <a:lstStyle>
                      <a:lvl1pPr marL="0" algn="r" defTabSz="914400" rtl="1" eaLnBrk="1" latinLnBrk="0" hangingPunct="1">
                        <a:defRPr sz="1800" kern="1200">
                          <a:solidFill>
                            <a:schemeClr val="tx1"/>
                          </a:solidFill>
                          <a:latin typeface="Arial" panose="020B0604020202020204"/>
                        </a:defRPr>
                      </a:lvl1pPr>
                      <a:lvl2pPr marL="457200" algn="r" defTabSz="914400" rtl="1" eaLnBrk="1" latinLnBrk="0" hangingPunct="1">
                        <a:defRPr sz="1800" kern="1200">
                          <a:solidFill>
                            <a:schemeClr val="tx1"/>
                          </a:solidFill>
                          <a:latin typeface="Arial" panose="020B0604020202020204"/>
                        </a:defRPr>
                      </a:lvl2pPr>
                      <a:lvl3pPr marL="914400" algn="r" defTabSz="914400" rtl="1" eaLnBrk="1" latinLnBrk="0" hangingPunct="1">
                        <a:defRPr sz="1800" kern="1200">
                          <a:solidFill>
                            <a:schemeClr val="tx1"/>
                          </a:solidFill>
                          <a:latin typeface="Arial" panose="020B0604020202020204"/>
                        </a:defRPr>
                      </a:lvl3pPr>
                      <a:lvl4pPr marL="1371600" algn="r" defTabSz="914400" rtl="1" eaLnBrk="1" latinLnBrk="0" hangingPunct="1">
                        <a:defRPr sz="1800" kern="1200">
                          <a:solidFill>
                            <a:schemeClr val="tx1"/>
                          </a:solidFill>
                          <a:latin typeface="Arial" panose="020B0604020202020204"/>
                        </a:defRPr>
                      </a:lvl4pPr>
                      <a:lvl5pPr marL="1828800" algn="r" defTabSz="914400" rtl="1" eaLnBrk="1" latinLnBrk="0" hangingPunct="1">
                        <a:defRPr sz="1800" kern="1200">
                          <a:solidFill>
                            <a:schemeClr val="tx1"/>
                          </a:solidFill>
                          <a:latin typeface="Arial" panose="020B0604020202020204"/>
                        </a:defRPr>
                      </a:lvl5pPr>
                      <a:lvl6pPr marL="2286000" algn="r" defTabSz="914400" rtl="1" eaLnBrk="1" latinLnBrk="0" hangingPunct="1">
                        <a:defRPr sz="1800" kern="1200">
                          <a:solidFill>
                            <a:schemeClr val="tx1"/>
                          </a:solidFill>
                          <a:latin typeface="Arial" panose="020B0604020202020204"/>
                        </a:defRPr>
                      </a:lvl6pPr>
                      <a:lvl7pPr marL="2743200" algn="r" defTabSz="914400" rtl="1" eaLnBrk="1" latinLnBrk="0" hangingPunct="1">
                        <a:defRPr sz="1800" kern="1200">
                          <a:solidFill>
                            <a:schemeClr val="tx1"/>
                          </a:solidFill>
                          <a:latin typeface="Arial" panose="020B0604020202020204"/>
                        </a:defRPr>
                      </a:lvl7pPr>
                      <a:lvl8pPr marL="3200400" algn="r" defTabSz="914400" rtl="1" eaLnBrk="1" latinLnBrk="0" hangingPunct="1">
                        <a:defRPr sz="1800" kern="1200">
                          <a:solidFill>
                            <a:schemeClr val="tx1"/>
                          </a:solidFill>
                          <a:latin typeface="Arial" panose="020B0604020202020204"/>
                        </a:defRPr>
                      </a:lvl8pPr>
                      <a:lvl9pPr marL="3657600" algn="r" defTabSz="914400" rtl="1" eaLnBrk="1" latinLnBrk="0" hangingPunct="1">
                        <a:defRPr sz="1800" kern="1200">
                          <a:solidFill>
                            <a:schemeClr val="tx1"/>
                          </a:solidFill>
                          <a:latin typeface="Arial" panose="020B0604020202020204"/>
                        </a:defRPr>
                      </a:lvl9pPr>
                    </a:lstStyle>
                    <a:p>
                      <a:pPr algn="ctr" rtl="1" fontAlgn="b"/>
                      <a:r>
                        <a:rPr lang="ar-SA" sz="1100" b="0" dirty="0">
                          <a:solidFill>
                            <a:schemeClr val="bg1"/>
                          </a:solidFill>
                          <a:effectLst/>
                          <a:cs typeface="Arial" panose="020B0604020202020204" pitchFamily="34" charset="0"/>
                        </a:rPr>
                        <a:t>2026</a:t>
                      </a:r>
                      <a:endParaRPr lang="ar-SA" sz="1100" b="0" dirty="0">
                        <a:solidFill>
                          <a:schemeClr val="bg1"/>
                        </a:solidFill>
                        <a:effectLst/>
                        <a:latin typeface="+mj-lt"/>
                        <a:cs typeface="Arial" panose="020B0604020202020204" pitchFamily="34" charset="0"/>
                      </a:endParaRPr>
                    </a:p>
                  </a:txBody>
                  <a:tcPr marT="91440" marB="914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hMerge="1">
                  <a:txBody>
                    <a:bodyPr/>
                    <a:lstStyle/>
                    <a:p>
                      <a:pPr algn="ctr" rtl="1" fontAlgn="b"/>
                      <a:endParaRPr lang="ar-SA" sz="1200" b="1" dirty="0">
                        <a:solidFill>
                          <a:schemeClr val="bg1"/>
                        </a:solidFill>
                        <a:effectLst/>
                        <a:latin typeface="+mj-lt"/>
                        <a:cs typeface="Ping AR + LT" panose="00000500000000000000"/>
                      </a:endParaRPr>
                    </a:p>
                  </a:txBody>
                  <a:tcPr marT="91440" marB="91440" anchor="ctr">
                    <a:lnL w="12700" cap="flat" cmpd="sng" algn="ctr">
                      <a:solidFill>
                        <a:schemeClr val="tx1"/>
                      </a:solidFill>
                      <a:prstDash val="solid"/>
                      <a:round/>
                      <a:headEnd type="none" w="med" len="med"/>
                      <a:tailEnd type="none" w="med" len="med"/>
                    </a:lnL>
                    <a:lnR w="12700" cap="flat" cmpd="sng" algn="ctr">
                      <a:solidFill>
                        <a:srgbClr val="006E62"/>
                      </a:solidFill>
                      <a:prstDash val="solid"/>
                      <a:round/>
                      <a:headEnd type="none" w="med" len="med"/>
                      <a:tailEnd type="none" w="med" len="med"/>
                    </a:lnR>
                    <a:lnB w="12700" cap="flat" cmpd="sng" algn="ctr">
                      <a:solidFill>
                        <a:srgbClr val="006E62"/>
                      </a:solidFill>
                      <a:prstDash val="solid"/>
                      <a:round/>
                      <a:headEnd type="none" w="med" len="med"/>
                      <a:tailEnd type="none" w="med" len="med"/>
                    </a:lnB>
                    <a:solidFill>
                      <a:srgbClr val="006E62"/>
                    </a:solidFill>
                  </a:tcPr>
                </a:tc>
                <a:tc gridSpan="2">
                  <a:txBody>
                    <a:bodyPr/>
                    <a:lstStyle>
                      <a:lvl1pPr marL="0" algn="r" defTabSz="914400" rtl="1" eaLnBrk="1" latinLnBrk="0" hangingPunct="1">
                        <a:defRPr sz="1800" kern="1200">
                          <a:solidFill>
                            <a:schemeClr val="tx1"/>
                          </a:solidFill>
                          <a:latin typeface="Arial" panose="020B0604020202020204"/>
                        </a:defRPr>
                      </a:lvl1pPr>
                      <a:lvl2pPr marL="457200" algn="r" defTabSz="914400" rtl="1" eaLnBrk="1" latinLnBrk="0" hangingPunct="1">
                        <a:defRPr sz="1800" kern="1200">
                          <a:solidFill>
                            <a:schemeClr val="tx1"/>
                          </a:solidFill>
                          <a:latin typeface="Arial" panose="020B0604020202020204"/>
                        </a:defRPr>
                      </a:lvl2pPr>
                      <a:lvl3pPr marL="914400" algn="r" defTabSz="914400" rtl="1" eaLnBrk="1" latinLnBrk="0" hangingPunct="1">
                        <a:defRPr sz="1800" kern="1200">
                          <a:solidFill>
                            <a:schemeClr val="tx1"/>
                          </a:solidFill>
                          <a:latin typeface="Arial" panose="020B0604020202020204"/>
                        </a:defRPr>
                      </a:lvl3pPr>
                      <a:lvl4pPr marL="1371600" algn="r" defTabSz="914400" rtl="1" eaLnBrk="1" latinLnBrk="0" hangingPunct="1">
                        <a:defRPr sz="1800" kern="1200">
                          <a:solidFill>
                            <a:schemeClr val="tx1"/>
                          </a:solidFill>
                          <a:latin typeface="Arial" panose="020B0604020202020204"/>
                        </a:defRPr>
                      </a:lvl4pPr>
                      <a:lvl5pPr marL="1828800" algn="r" defTabSz="914400" rtl="1" eaLnBrk="1" latinLnBrk="0" hangingPunct="1">
                        <a:defRPr sz="1800" kern="1200">
                          <a:solidFill>
                            <a:schemeClr val="tx1"/>
                          </a:solidFill>
                          <a:latin typeface="Arial" panose="020B0604020202020204"/>
                        </a:defRPr>
                      </a:lvl5pPr>
                      <a:lvl6pPr marL="2286000" algn="r" defTabSz="914400" rtl="1" eaLnBrk="1" latinLnBrk="0" hangingPunct="1">
                        <a:defRPr sz="1800" kern="1200">
                          <a:solidFill>
                            <a:schemeClr val="tx1"/>
                          </a:solidFill>
                          <a:latin typeface="Arial" panose="020B0604020202020204"/>
                        </a:defRPr>
                      </a:lvl6pPr>
                      <a:lvl7pPr marL="2743200" algn="r" defTabSz="914400" rtl="1" eaLnBrk="1" latinLnBrk="0" hangingPunct="1">
                        <a:defRPr sz="1800" kern="1200">
                          <a:solidFill>
                            <a:schemeClr val="tx1"/>
                          </a:solidFill>
                          <a:latin typeface="Arial" panose="020B0604020202020204"/>
                        </a:defRPr>
                      </a:lvl7pPr>
                      <a:lvl8pPr marL="3200400" algn="r" defTabSz="914400" rtl="1" eaLnBrk="1" latinLnBrk="0" hangingPunct="1">
                        <a:defRPr sz="1800" kern="1200">
                          <a:solidFill>
                            <a:schemeClr val="tx1"/>
                          </a:solidFill>
                          <a:latin typeface="Arial" panose="020B0604020202020204"/>
                        </a:defRPr>
                      </a:lvl8pPr>
                      <a:lvl9pPr marL="3657600" algn="r" defTabSz="914400" rtl="1" eaLnBrk="1" latinLnBrk="0" hangingPunct="1">
                        <a:defRPr sz="1800" kern="1200">
                          <a:solidFill>
                            <a:schemeClr val="tx1"/>
                          </a:solidFill>
                          <a:latin typeface="Arial" panose="020B0604020202020204"/>
                        </a:defRPr>
                      </a:lvl9pPr>
                    </a:lstStyle>
                    <a:p>
                      <a:pPr algn="ctr" rtl="1" fontAlgn="b"/>
                      <a:r>
                        <a:rPr lang="ar-SA" sz="1100" b="0" dirty="0">
                          <a:solidFill>
                            <a:schemeClr val="bg1"/>
                          </a:solidFill>
                          <a:effectLst/>
                          <a:cs typeface="Arial" panose="020B0604020202020204" pitchFamily="34" charset="0"/>
                        </a:rPr>
                        <a:t>2025</a:t>
                      </a:r>
                      <a:endParaRPr lang="ar-SA" sz="1100" b="0" dirty="0">
                        <a:solidFill>
                          <a:schemeClr val="bg1"/>
                        </a:solidFill>
                        <a:effectLst/>
                        <a:latin typeface="+mj-lt"/>
                        <a:cs typeface="Arial" panose="020B0604020202020204" pitchFamily="34" charset="0"/>
                      </a:endParaRPr>
                    </a:p>
                  </a:txBody>
                  <a:tcPr marT="91440" marB="914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hMerge="1">
                  <a:txBody>
                    <a:bodyPr/>
                    <a:lstStyle/>
                    <a:p>
                      <a:endParaRPr lang="en-US"/>
                    </a:p>
                  </a:txBody>
                  <a:tcPr>
                    <a:lnL w="12700" cap="flat" cmpd="sng" algn="ctr">
                      <a:solidFill>
                        <a:srgbClr val="006E62"/>
                      </a:solidFill>
                      <a:prstDash val="solid"/>
                      <a:round/>
                      <a:headEnd type="none" w="med" len="med"/>
                      <a:tailEnd type="none" w="med" len="med"/>
                    </a:lnL>
                  </a:tcPr>
                </a:tc>
                <a:tc gridSpan="3">
                  <a:txBody>
                    <a:bodyPr/>
                    <a:lstStyle>
                      <a:lvl1pPr marL="0" algn="r" defTabSz="914400" rtl="1" eaLnBrk="1" latinLnBrk="0" hangingPunct="1">
                        <a:defRPr sz="1800" kern="1200">
                          <a:solidFill>
                            <a:schemeClr val="tx1"/>
                          </a:solidFill>
                          <a:latin typeface="Arial" panose="020B0604020202020204"/>
                        </a:defRPr>
                      </a:lvl1pPr>
                      <a:lvl2pPr marL="457200" algn="r" defTabSz="914400" rtl="1" eaLnBrk="1" latinLnBrk="0" hangingPunct="1">
                        <a:defRPr sz="1800" kern="1200">
                          <a:solidFill>
                            <a:schemeClr val="tx1"/>
                          </a:solidFill>
                          <a:latin typeface="Arial" panose="020B0604020202020204"/>
                        </a:defRPr>
                      </a:lvl2pPr>
                      <a:lvl3pPr marL="914400" algn="r" defTabSz="914400" rtl="1" eaLnBrk="1" latinLnBrk="0" hangingPunct="1">
                        <a:defRPr sz="1800" kern="1200">
                          <a:solidFill>
                            <a:schemeClr val="tx1"/>
                          </a:solidFill>
                          <a:latin typeface="Arial" panose="020B0604020202020204"/>
                        </a:defRPr>
                      </a:lvl3pPr>
                      <a:lvl4pPr marL="1371600" algn="r" defTabSz="914400" rtl="1" eaLnBrk="1" latinLnBrk="0" hangingPunct="1">
                        <a:defRPr sz="1800" kern="1200">
                          <a:solidFill>
                            <a:schemeClr val="tx1"/>
                          </a:solidFill>
                          <a:latin typeface="Arial" panose="020B0604020202020204"/>
                        </a:defRPr>
                      </a:lvl4pPr>
                      <a:lvl5pPr marL="1828800" algn="r" defTabSz="914400" rtl="1" eaLnBrk="1" latinLnBrk="0" hangingPunct="1">
                        <a:defRPr sz="1800" kern="1200">
                          <a:solidFill>
                            <a:schemeClr val="tx1"/>
                          </a:solidFill>
                          <a:latin typeface="Arial" panose="020B0604020202020204"/>
                        </a:defRPr>
                      </a:lvl5pPr>
                      <a:lvl6pPr marL="2286000" algn="r" defTabSz="914400" rtl="1" eaLnBrk="1" latinLnBrk="0" hangingPunct="1">
                        <a:defRPr sz="1800" kern="1200">
                          <a:solidFill>
                            <a:schemeClr val="tx1"/>
                          </a:solidFill>
                          <a:latin typeface="Arial" panose="020B0604020202020204"/>
                        </a:defRPr>
                      </a:lvl6pPr>
                      <a:lvl7pPr marL="2743200" algn="r" defTabSz="914400" rtl="1" eaLnBrk="1" latinLnBrk="0" hangingPunct="1">
                        <a:defRPr sz="1800" kern="1200">
                          <a:solidFill>
                            <a:schemeClr val="tx1"/>
                          </a:solidFill>
                          <a:latin typeface="Arial" panose="020B0604020202020204"/>
                        </a:defRPr>
                      </a:lvl7pPr>
                      <a:lvl8pPr marL="3200400" algn="r" defTabSz="914400" rtl="1" eaLnBrk="1" latinLnBrk="0" hangingPunct="1">
                        <a:defRPr sz="1800" kern="1200">
                          <a:solidFill>
                            <a:schemeClr val="tx1"/>
                          </a:solidFill>
                          <a:latin typeface="Arial" panose="020B0604020202020204"/>
                        </a:defRPr>
                      </a:lvl8pPr>
                      <a:lvl9pPr marL="3657600" algn="r" defTabSz="914400" rtl="1" eaLnBrk="1" latinLnBrk="0" hangingPunct="1">
                        <a:defRPr sz="1800" kern="1200">
                          <a:solidFill>
                            <a:schemeClr val="tx1"/>
                          </a:solidFill>
                          <a:latin typeface="Arial" panose="020B0604020202020204"/>
                        </a:defRPr>
                      </a:lvl9pPr>
                    </a:lstStyle>
                    <a:p>
                      <a:pPr algn="ctr" rtl="1" fontAlgn="b"/>
                      <a:r>
                        <a:rPr lang="ar-SA" sz="1100" b="0" dirty="0">
                          <a:solidFill>
                            <a:schemeClr val="bg1"/>
                          </a:solidFill>
                          <a:effectLst/>
                          <a:cs typeface="Arial" panose="020B0604020202020204" pitchFamily="34" charset="0"/>
                        </a:rPr>
                        <a:t>خط الأساس</a:t>
                      </a:r>
                      <a:endParaRPr lang="ar-SA" sz="1100" b="0" dirty="0">
                        <a:solidFill>
                          <a:schemeClr val="bg1"/>
                        </a:solidFill>
                        <a:effectLst/>
                        <a:latin typeface="+mj-lt"/>
                        <a:cs typeface="Arial" panose="020B0604020202020204" pitchFamily="34" charset="0"/>
                      </a:endParaRPr>
                    </a:p>
                  </a:txBody>
                  <a:tcPr marT="91440" marB="914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hMerge="1">
                  <a:txBody>
                    <a:bodyPr/>
                    <a:lstStyle/>
                    <a:p>
                      <a:pPr algn="ctr" rtl="1" fontAlgn="b"/>
                      <a:endParaRPr lang="ar-SA" sz="1200" b="1" dirty="0">
                        <a:solidFill>
                          <a:schemeClr val="bg1"/>
                        </a:solidFill>
                        <a:effectLst/>
                        <a:latin typeface="+mj-lt"/>
                        <a:cs typeface="Ping AR + LT" panose="00000500000000000000"/>
                      </a:endParaRPr>
                    </a:p>
                  </a:txBody>
                  <a:tcPr marT="91440" marB="91440" anchor="ctr">
                    <a:lnL w="12700" cap="flat" cmpd="sng" algn="ctr">
                      <a:solidFill>
                        <a:schemeClr val="accent2">
                          <a:lumMod val="40000"/>
                          <a:lumOff val="60000"/>
                        </a:schemeClr>
                      </a:solidFill>
                      <a:prstDash val="solid"/>
                      <a:round/>
                      <a:headEnd type="none" w="med" len="med"/>
                      <a:tailEnd type="none" w="med" len="med"/>
                    </a:lnL>
                    <a:lnR w="12700" cap="flat" cmpd="sng" algn="ctr">
                      <a:solidFill>
                        <a:schemeClr val="accent2">
                          <a:lumMod val="40000"/>
                          <a:lumOff val="60000"/>
                        </a:schemeClr>
                      </a:solidFill>
                      <a:prstDash val="solid"/>
                      <a:round/>
                      <a:headEnd type="none" w="med" len="med"/>
                      <a:tailEnd type="none" w="med" len="med"/>
                    </a:lnR>
                    <a:lnB w="12700" cap="flat" cmpd="sng" algn="ctr">
                      <a:solidFill>
                        <a:schemeClr val="accent2">
                          <a:lumMod val="40000"/>
                          <a:lumOff val="60000"/>
                        </a:schemeClr>
                      </a:solidFill>
                      <a:prstDash val="solid"/>
                      <a:round/>
                      <a:headEnd type="none" w="med" len="med"/>
                      <a:tailEnd type="none" w="med" len="med"/>
                    </a:lnB>
                    <a:solidFill>
                      <a:srgbClr val="006E62"/>
                    </a:solidFill>
                  </a:tcPr>
                </a:tc>
                <a:tc hMerge="1">
                  <a:txBody>
                    <a:bodyPr/>
                    <a:lstStyle/>
                    <a:p>
                      <a:endParaRPr lang="en-US"/>
                    </a:p>
                  </a:txBody>
                  <a:tcPr>
                    <a:lnL w="12700" cap="flat" cmpd="sng" algn="ctr">
                      <a:solidFill>
                        <a:srgbClr val="006E62"/>
                      </a:solidFill>
                      <a:prstDash val="solid"/>
                      <a:round/>
                      <a:headEnd type="none" w="med" len="med"/>
                      <a:tailEnd type="none" w="med" len="med"/>
                    </a:lnL>
                  </a:tcPr>
                </a:tc>
                <a:tc rowSpan="2" gridSpan="2">
                  <a:txBody>
                    <a:bodyPr/>
                    <a:lstStyle>
                      <a:lvl1pPr marL="0" algn="r" defTabSz="914400" rtl="1" eaLnBrk="1" latinLnBrk="0" hangingPunct="1">
                        <a:defRPr sz="1800" kern="1200">
                          <a:solidFill>
                            <a:schemeClr val="dk1"/>
                          </a:solidFill>
                          <a:latin typeface="Arial"/>
                        </a:defRPr>
                      </a:lvl1pPr>
                      <a:lvl2pPr marL="457200" algn="r" defTabSz="914400" rtl="1" eaLnBrk="1" latinLnBrk="0" hangingPunct="1">
                        <a:defRPr sz="1800" kern="1200">
                          <a:solidFill>
                            <a:schemeClr val="dk1"/>
                          </a:solidFill>
                          <a:latin typeface="Arial"/>
                        </a:defRPr>
                      </a:lvl2pPr>
                      <a:lvl3pPr marL="914400" algn="r" defTabSz="914400" rtl="1" eaLnBrk="1" latinLnBrk="0" hangingPunct="1">
                        <a:defRPr sz="1800" kern="1200">
                          <a:solidFill>
                            <a:schemeClr val="dk1"/>
                          </a:solidFill>
                          <a:latin typeface="Arial"/>
                        </a:defRPr>
                      </a:lvl3pPr>
                      <a:lvl4pPr marL="1371600" algn="r" defTabSz="914400" rtl="1" eaLnBrk="1" latinLnBrk="0" hangingPunct="1">
                        <a:defRPr sz="1800" kern="1200">
                          <a:solidFill>
                            <a:schemeClr val="dk1"/>
                          </a:solidFill>
                          <a:latin typeface="Arial"/>
                        </a:defRPr>
                      </a:lvl4pPr>
                      <a:lvl5pPr marL="1828800" algn="r" defTabSz="914400" rtl="1" eaLnBrk="1" latinLnBrk="0" hangingPunct="1">
                        <a:defRPr sz="1800" kern="1200">
                          <a:solidFill>
                            <a:schemeClr val="dk1"/>
                          </a:solidFill>
                          <a:latin typeface="Arial"/>
                        </a:defRPr>
                      </a:lvl5pPr>
                      <a:lvl6pPr marL="2286000" algn="r" defTabSz="914400" rtl="1" eaLnBrk="1" latinLnBrk="0" hangingPunct="1">
                        <a:defRPr sz="1800" kern="1200">
                          <a:solidFill>
                            <a:schemeClr val="dk1"/>
                          </a:solidFill>
                          <a:latin typeface="Arial"/>
                        </a:defRPr>
                      </a:lvl6pPr>
                      <a:lvl7pPr marL="2743200" algn="r" defTabSz="914400" rtl="1" eaLnBrk="1" latinLnBrk="0" hangingPunct="1">
                        <a:defRPr sz="1800" kern="1200">
                          <a:solidFill>
                            <a:schemeClr val="dk1"/>
                          </a:solidFill>
                          <a:latin typeface="Arial"/>
                        </a:defRPr>
                      </a:lvl7pPr>
                      <a:lvl8pPr marL="3200400" algn="r" defTabSz="914400" rtl="1" eaLnBrk="1" latinLnBrk="0" hangingPunct="1">
                        <a:defRPr sz="1800" kern="1200">
                          <a:solidFill>
                            <a:schemeClr val="dk1"/>
                          </a:solidFill>
                          <a:latin typeface="Arial"/>
                        </a:defRPr>
                      </a:lvl8pPr>
                      <a:lvl9pPr marL="3657600" algn="r" defTabSz="914400" rtl="1" eaLnBrk="1" latinLnBrk="0" hangingPunct="1">
                        <a:defRPr sz="1800" kern="1200">
                          <a:solidFill>
                            <a:schemeClr val="dk1"/>
                          </a:solidFill>
                          <a:latin typeface="Arial"/>
                        </a:defRPr>
                      </a:lvl9pPr>
                    </a:lstStyle>
                    <a:p>
                      <a:pPr algn="ctr" rtl="1"/>
                      <a:r>
                        <a:rPr lang="ar-SA" sz="1600" b="0" dirty="0">
                          <a:solidFill>
                            <a:schemeClr val="tx1"/>
                          </a:solidFill>
                          <a:latin typeface="Ping AR + LT Medium" panose="00000600000000000000" pitchFamily="50" charset="-78"/>
                          <a:ea typeface="Ping AR + LT Medium" panose="00000600000000000000" pitchFamily="50" charset="-78"/>
                          <a:cs typeface="Arial" panose="020B0604020202020204" pitchFamily="34" charset="0"/>
                        </a:rPr>
                        <a:t>5 سنوات </a:t>
                      </a:r>
                    </a:p>
                  </a:txBody>
                  <a:tcPr marT="91440" marB="914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8CBAD"/>
                    </a:solidFill>
                  </a:tcPr>
                </a:tc>
                <a:tc rowSpan="2" hMerge="1">
                  <a:txBody>
                    <a:bodyPr/>
                    <a:lstStyle/>
                    <a:p>
                      <a:endParaRPr lang="en-US"/>
                    </a:p>
                  </a:txBody>
                  <a:tcPr>
                    <a:lnL w="12700" cap="flat" cmpd="sng" algn="ctr">
                      <a:solidFill>
                        <a:schemeClr val="accent2">
                          <a:lumMod val="40000"/>
                          <a:lumOff val="60000"/>
                        </a:schemeClr>
                      </a:solidFill>
                      <a:prstDash val="solid"/>
                      <a:round/>
                      <a:headEnd type="none" w="med" len="med"/>
                      <a:tailEnd type="none" w="med" len="med"/>
                    </a:lnL>
                  </a:tcPr>
                </a:tc>
                <a:extLst>
                  <a:ext uri="{0D108BD9-81ED-4DB2-BD59-A6C34878D82A}">
                    <a16:rowId xmlns:a16="http://schemas.microsoft.com/office/drawing/2014/main" val="373279400"/>
                  </a:ext>
                </a:extLst>
              </a:tr>
              <a:tr h="303735">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marL="0" marR="0" lvl="0" indent="0" algn="ctr" defTabSz="914400" rtl="1" eaLnBrk="1" fontAlgn="auto" latinLnBrk="0" hangingPunct="1">
                        <a:lnSpc>
                          <a:spcPct val="100000"/>
                        </a:lnSpc>
                        <a:spcBef>
                          <a:spcPts val="0"/>
                        </a:spcBef>
                        <a:spcAft>
                          <a:spcPts val="0"/>
                        </a:spcAft>
                        <a:buClr>
                          <a:srgbClr val="000000"/>
                        </a:buClr>
                        <a:buSzTx/>
                        <a:buFont typeface="Arial"/>
                        <a:buNone/>
                        <a:tabLst/>
                        <a:defRPr/>
                      </a:pPr>
                      <a:r>
                        <a:rPr lang="en-US" sz="1200" b="1" i="1" u="none" strike="noStrike" kern="1200" cap="none" noProof="0" dirty="0">
                          <a:solidFill>
                            <a:schemeClr val="tx1"/>
                          </a:solidFill>
                          <a:effectLst/>
                          <a:latin typeface="Calibri"/>
                          <a:ea typeface="+mn-ea"/>
                          <a:cs typeface="Arial" panose="020B0604020202020204" pitchFamily="34" charset="0"/>
                          <a:sym typeface="Arial"/>
                        </a:rPr>
                        <a:t>60%</a:t>
                      </a:r>
                    </a:p>
                  </a:txBody>
                  <a:tcPr marT="91440" marB="914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marL="0" marR="0" lvl="0" indent="0" algn="ctr" defTabSz="914400" rtl="1" eaLnBrk="1" fontAlgn="auto" latinLnBrk="0" hangingPunct="1">
                        <a:lnSpc>
                          <a:spcPct val="100000"/>
                        </a:lnSpc>
                        <a:spcBef>
                          <a:spcPts val="0"/>
                        </a:spcBef>
                        <a:spcAft>
                          <a:spcPts val="0"/>
                        </a:spcAft>
                        <a:buClr>
                          <a:srgbClr val="000000"/>
                        </a:buClr>
                        <a:buSzTx/>
                        <a:buFont typeface="Arial"/>
                        <a:buNone/>
                        <a:tabLst/>
                        <a:defRPr/>
                      </a:pPr>
                      <a:r>
                        <a:rPr lang="ar-SA" sz="1200" b="1" i="0" u="none" strike="noStrike" kern="1200" cap="none" noProof="0" dirty="0">
                          <a:solidFill>
                            <a:schemeClr val="tx1"/>
                          </a:solidFill>
                          <a:effectLst/>
                          <a:latin typeface="Calibri"/>
                          <a:ea typeface="+mn-ea"/>
                          <a:cs typeface="Arial" panose="020B0604020202020204" pitchFamily="34" charset="0"/>
                          <a:sym typeface="Arial"/>
                        </a:rPr>
                        <a:t>15</a:t>
                      </a:r>
                      <a:r>
                        <a:rPr lang="en-US" sz="1200" b="1" i="0" u="none" strike="noStrike" kern="1200" cap="none" noProof="0" dirty="0">
                          <a:solidFill>
                            <a:schemeClr val="tx1"/>
                          </a:solidFill>
                          <a:effectLst/>
                          <a:latin typeface="Calibri"/>
                          <a:ea typeface="+mn-ea"/>
                          <a:cs typeface="Arial" panose="020B0604020202020204" pitchFamily="34" charset="0"/>
                          <a:sym typeface="Arial"/>
                        </a:rPr>
                        <a:t>%</a:t>
                      </a:r>
                    </a:p>
                  </a:txBody>
                  <a:tcPr marT="91440" marB="914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1" eaLnBrk="1" fontAlgn="auto" latinLnBrk="0" hangingPunct="1">
                        <a:lnSpc>
                          <a:spcPct val="100000"/>
                        </a:lnSpc>
                        <a:spcBef>
                          <a:spcPts val="0"/>
                        </a:spcBef>
                        <a:spcAft>
                          <a:spcPts val="0"/>
                        </a:spcAft>
                        <a:buClr>
                          <a:srgbClr val="000000"/>
                        </a:buClr>
                        <a:buSzTx/>
                        <a:buFont typeface="Arial"/>
                        <a:buNone/>
                        <a:tabLst/>
                        <a:defRPr/>
                      </a:pPr>
                      <a:r>
                        <a:rPr lang="ar-SA" sz="1200" b="1" i="0" u="none" strike="noStrike" kern="1200" cap="none" noProof="0" dirty="0">
                          <a:solidFill>
                            <a:schemeClr val="tx1"/>
                          </a:solidFill>
                          <a:effectLst/>
                          <a:latin typeface="Calibri"/>
                          <a:ea typeface="+mn-ea"/>
                          <a:cs typeface="Arial" panose="020B0604020202020204" pitchFamily="34" charset="0"/>
                          <a:sym typeface="Arial"/>
                        </a:rPr>
                        <a:t>15</a:t>
                      </a:r>
                      <a:r>
                        <a:rPr lang="en-US" sz="1200" b="1" i="0" u="none" strike="noStrike" kern="1200" cap="none" noProof="0" dirty="0">
                          <a:solidFill>
                            <a:schemeClr val="tx1"/>
                          </a:solidFill>
                          <a:effectLst/>
                          <a:latin typeface="Calibri"/>
                          <a:ea typeface="+mn-ea"/>
                          <a:cs typeface="Arial" panose="020B0604020202020204" pitchFamily="34" charset="0"/>
                          <a:sym typeface="Arial"/>
                        </a:rPr>
                        <a:t>%</a:t>
                      </a:r>
                    </a:p>
                  </a:txBody>
                  <a:tcPr marT="91440" marB="914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gridSpan="2">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marL="0" marR="0" lvl="0" indent="0" algn="ctr" defTabSz="914400" rtl="1" eaLnBrk="1" fontAlgn="auto" latinLnBrk="0" hangingPunct="1">
                        <a:lnSpc>
                          <a:spcPct val="100000"/>
                        </a:lnSpc>
                        <a:spcBef>
                          <a:spcPts val="0"/>
                        </a:spcBef>
                        <a:spcAft>
                          <a:spcPts val="0"/>
                        </a:spcAft>
                        <a:buClr>
                          <a:srgbClr val="000000"/>
                        </a:buClr>
                        <a:buSzTx/>
                        <a:buFont typeface="Arial"/>
                        <a:buNone/>
                        <a:tabLst/>
                        <a:defRPr/>
                      </a:pPr>
                      <a:r>
                        <a:rPr lang="ar-SA" sz="1200" b="1" i="0" u="none" strike="noStrike" kern="1200" cap="none" noProof="0" dirty="0">
                          <a:solidFill>
                            <a:schemeClr val="tx1"/>
                          </a:solidFill>
                          <a:effectLst/>
                          <a:latin typeface="Calibri"/>
                          <a:ea typeface="+mn-ea"/>
                          <a:cs typeface="Arial" panose="020B0604020202020204" pitchFamily="34" charset="0"/>
                          <a:sym typeface="Arial"/>
                        </a:rPr>
                        <a:t>15</a:t>
                      </a:r>
                      <a:r>
                        <a:rPr lang="en-US" sz="1200" b="1" i="0" u="none" strike="noStrike" kern="1200" cap="none" noProof="0" dirty="0">
                          <a:solidFill>
                            <a:schemeClr val="tx1"/>
                          </a:solidFill>
                          <a:effectLst/>
                          <a:latin typeface="Calibri"/>
                          <a:ea typeface="+mn-ea"/>
                          <a:cs typeface="Arial" panose="020B0604020202020204" pitchFamily="34" charset="0"/>
                          <a:sym typeface="Arial"/>
                        </a:rPr>
                        <a:t>%</a:t>
                      </a:r>
                    </a:p>
                  </a:txBody>
                  <a:tcPr marT="91440" marB="914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1" eaLnBrk="1" fontAlgn="auto" latinLnBrk="0" hangingPunct="1">
                        <a:lnSpc>
                          <a:spcPct val="100000"/>
                        </a:lnSpc>
                        <a:spcBef>
                          <a:spcPts val="0"/>
                        </a:spcBef>
                        <a:spcAft>
                          <a:spcPts val="0"/>
                        </a:spcAft>
                        <a:buClr>
                          <a:srgbClr val="000000"/>
                        </a:buClr>
                        <a:buSzTx/>
                        <a:buFont typeface="Arial"/>
                        <a:buNone/>
                        <a:tabLst/>
                        <a:defRPr/>
                      </a:pPr>
                      <a:endParaRPr lang="en-US" sz="1400" b="0" i="0" u="none" strike="noStrike" kern="1200" cap="none" noProof="0" dirty="0">
                        <a:solidFill>
                          <a:schemeClr val="tx1"/>
                        </a:solidFill>
                        <a:effectLst/>
                        <a:latin typeface="Calibri"/>
                        <a:ea typeface="+mn-ea"/>
                        <a:cs typeface="Ping AR + LT Light" panose="00000400000000000000" pitchFamily="50" charset="-78"/>
                        <a:sym typeface="Arial"/>
                      </a:endParaRPr>
                    </a:p>
                  </a:txBody>
                  <a:tcPr marT="91440" marB="91440" anchor="ctr">
                    <a:lnL w="12700" cap="flat" cmpd="sng" algn="ctr">
                      <a:solidFill>
                        <a:schemeClr val="tx1"/>
                      </a:solidFill>
                      <a:prstDash val="solid"/>
                      <a:round/>
                      <a:headEnd type="none" w="med" len="med"/>
                      <a:tailEnd type="none" w="med" len="med"/>
                    </a:lnL>
                    <a:lnR w="12700" cap="flat" cmpd="sng" algn="ctr">
                      <a:solidFill>
                        <a:srgbClr val="006E62"/>
                      </a:solidFill>
                      <a:prstDash val="solid"/>
                      <a:round/>
                      <a:headEnd type="none" w="med" len="med"/>
                      <a:tailEnd type="none" w="med" len="med"/>
                    </a:lnR>
                    <a:lnT w="12700" cap="flat" cmpd="sng" algn="ctr">
                      <a:solidFill>
                        <a:srgbClr val="006E62"/>
                      </a:solidFill>
                      <a:prstDash val="solid"/>
                      <a:round/>
                      <a:headEnd type="none" w="med" len="med"/>
                      <a:tailEnd type="none" w="med" len="med"/>
                    </a:lnT>
                    <a:lnB w="12700" cap="flat" cmpd="sng" algn="ctr">
                      <a:solidFill>
                        <a:schemeClr val="accent2">
                          <a:lumMod val="40000"/>
                          <a:lumOff val="60000"/>
                        </a:schemeClr>
                      </a:solidFill>
                      <a:prstDash val="solid"/>
                      <a:round/>
                      <a:headEnd type="none" w="med" len="med"/>
                      <a:tailEnd type="none" w="med" len="med"/>
                    </a:lnB>
                    <a:noFill/>
                  </a:tcPr>
                </a:tc>
                <a:tc gridSpan="2">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marL="0" marR="0" lvl="0" indent="0" algn="ctr" defTabSz="914400" rtl="1" eaLnBrk="1" fontAlgn="auto" latinLnBrk="0" hangingPunct="1">
                        <a:lnSpc>
                          <a:spcPct val="100000"/>
                        </a:lnSpc>
                        <a:spcBef>
                          <a:spcPts val="0"/>
                        </a:spcBef>
                        <a:spcAft>
                          <a:spcPts val="0"/>
                        </a:spcAft>
                        <a:buClrTx/>
                        <a:buSzTx/>
                        <a:buFontTx/>
                        <a:buNone/>
                        <a:tabLst/>
                        <a:defRPr/>
                      </a:pPr>
                      <a:r>
                        <a:rPr lang="ar-SA" sz="1200" b="1" i="0" u="none" strike="noStrike" kern="1200" cap="none" noProof="0" dirty="0">
                          <a:solidFill>
                            <a:schemeClr val="tx1"/>
                          </a:solidFill>
                          <a:effectLst/>
                          <a:latin typeface="Calibri"/>
                          <a:ea typeface="+mn-ea"/>
                          <a:cs typeface="Arial" panose="020B0604020202020204" pitchFamily="34" charset="0"/>
                          <a:sym typeface="Arial"/>
                        </a:rPr>
                        <a:t>10</a:t>
                      </a:r>
                      <a:r>
                        <a:rPr lang="en-US" sz="1200" b="1" i="0" u="none" strike="noStrike" kern="1200" cap="none" noProof="0" dirty="0">
                          <a:solidFill>
                            <a:schemeClr val="tx1"/>
                          </a:solidFill>
                          <a:effectLst/>
                          <a:latin typeface="Calibri"/>
                          <a:ea typeface="+mn-ea"/>
                          <a:cs typeface="Arial" panose="020B0604020202020204" pitchFamily="34" charset="0"/>
                          <a:sym typeface="Arial"/>
                        </a:rPr>
                        <a:t>%</a:t>
                      </a:r>
                    </a:p>
                  </a:txBody>
                  <a:tcPr marT="91440" marB="914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endParaRPr lang="en-US" sz="1400" b="0" i="0" u="none" strike="noStrike" kern="1200" cap="none" noProof="0" dirty="0">
                        <a:solidFill>
                          <a:schemeClr val="tx1"/>
                        </a:solidFill>
                        <a:effectLst/>
                        <a:latin typeface="Calibri"/>
                        <a:ea typeface="+mn-ea"/>
                        <a:cs typeface="Ping AR + LT Light" panose="00000400000000000000" pitchFamily="50" charset="-78"/>
                        <a:sym typeface="Arial"/>
                      </a:endParaRPr>
                    </a:p>
                  </a:txBody>
                  <a:tcPr marT="91440" marB="91440" anchor="ctr">
                    <a:lnL w="12700" cap="flat" cmpd="sng" algn="ctr">
                      <a:solidFill>
                        <a:schemeClr val="tx1"/>
                      </a:solidFill>
                      <a:prstDash val="solid"/>
                      <a:round/>
                      <a:headEnd type="none" w="med" len="med"/>
                      <a:tailEnd type="none" w="med" len="med"/>
                    </a:lnL>
                    <a:lnR w="12700" cap="flat" cmpd="sng" algn="ctr">
                      <a:solidFill>
                        <a:srgbClr val="006E62"/>
                      </a:solidFill>
                      <a:prstDash val="solid"/>
                      <a:round/>
                      <a:headEnd type="none" w="med" len="med"/>
                      <a:tailEnd type="none" w="med" len="med"/>
                    </a:lnR>
                    <a:lnT w="12700" cap="flat" cmpd="sng" algn="ctr">
                      <a:solidFill>
                        <a:srgbClr val="006E62"/>
                      </a:solidFill>
                      <a:prstDash val="solid"/>
                      <a:round/>
                      <a:headEnd type="none" w="med" len="med"/>
                      <a:tailEnd type="none" w="med" len="med"/>
                    </a:lnT>
                    <a:lnB w="12700" cap="flat" cmpd="sng" algn="ctr">
                      <a:solidFill>
                        <a:srgbClr val="006E62"/>
                      </a:solidFill>
                      <a:prstDash val="solid"/>
                      <a:round/>
                      <a:headEnd type="none" w="med" len="med"/>
                      <a:tailEnd type="none" w="med" len="med"/>
                    </a:lnB>
                    <a:solidFill>
                      <a:srgbClr val="FCF9F2"/>
                    </a:solidFill>
                  </a:tcPr>
                </a:tc>
                <a:tc gridSpan="2">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rtl="1"/>
                      <a:r>
                        <a:rPr lang="ar-SA" sz="1200" b="1" i="0" u="none" strike="noStrike" kern="1200" cap="none" dirty="0">
                          <a:solidFill>
                            <a:schemeClr val="tx1"/>
                          </a:solidFill>
                          <a:effectLst/>
                          <a:latin typeface="Calibri"/>
                          <a:ea typeface="+mn-ea"/>
                          <a:cs typeface="Arial" panose="020B0604020202020204" pitchFamily="34" charset="0"/>
                          <a:sym typeface="Arial"/>
                        </a:rPr>
                        <a:t>5</a:t>
                      </a:r>
                      <a:r>
                        <a:rPr lang="en-US" sz="1200" b="1" i="0" u="none" strike="noStrike" kern="1200" cap="none" dirty="0">
                          <a:solidFill>
                            <a:schemeClr val="tx1"/>
                          </a:solidFill>
                          <a:effectLst/>
                          <a:latin typeface="Calibri"/>
                          <a:ea typeface="+mn-ea"/>
                          <a:cs typeface="Arial" panose="020B0604020202020204" pitchFamily="34" charset="0"/>
                          <a:sym typeface="Arial"/>
                        </a:rPr>
                        <a:t>%</a:t>
                      </a:r>
                    </a:p>
                  </a:txBody>
                  <a:tcPr marT="91440" marB="914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dirty="0"/>
                    </a:p>
                  </a:txBody>
                  <a:tcPr>
                    <a:lnL w="12700" cap="flat" cmpd="sng" algn="ctr">
                      <a:solidFill>
                        <a:srgbClr val="006E62"/>
                      </a:solidFill>
                      <a:prstDash val="solid"/>
                      <a:round/>
                      <a:headEnd type="none" w="med" len="med"/>
                      <a:tailEnd type="none" w="med" len="med"/>
                    </a:lnL>
                  </a:tcPr>
                </a:tc>
                <a:tc gridSpan="3">
                  <a:txBody>
                    <a:bodyPr/>
                    <a:lstStyle>
                      <a:lvl1pPr marL="0" algn="r" defTabSz="914400" rtl="1" eaLnBrk="1" latinLnBrk="0" hangingPunct="1">
                        <a:defRPr sz="1800" kern="1200">
                          <a:solidFill>
                            <a:schemeClr val="tx1"/>
                          </a:solidFill>
                          <a:latin typeface="Arial" panose="020B0604020202020204"/>
                        </a:defRPr>
                      </a:lvl1pPr>
                      <a:lvl2pPr marL="457200" algn="r" defTabSz="914400" rtl="1" eaLnBrk="1" latinLnBrk="0" hangingPunct="1">
                        <a:defRPr sz="1800" kern="1200">
                          <a:solidFill>
                            <a:schemeClr val="tx1"/>
                          </a:solidFill>
                          <a:latin typeface="Arial" panose="020B0604020202020204"/>
                        </a:defRPr>
                      </a:lvl2pPr>
                      <a:lvl3pPr marL="914400" algn="r" defTabSz="914400" rtl="1" eaLnBrk="1" latinLnBrk="0" hangingPunct="1">
                        <a:defRPr sz="1800" kern="1200">
                          <a:solidFill>
                            <a:schemeClr val="tx1"/>
                          </a:solidFill>
                          <a:latin typeface="Arial" panose="020B0604020202020204"/>
                        </a:defRPr>
                      </a:lvl3pPr>
                      <a:lvl4pPr marL="1371600" algn="r" defTabSz="914400" rtl="1" eaLnBrk="1" latinLnBrk="0" hangingPunct="1">
                        <a:defRPr sz="1800" kern="1200">
                          <a:solidFill>
                            <a:schemeClr val="tx1"/>
                          </a:solidFill>
                          <a:latin typeface="Arial" panose="020B0604020202020204"/>
                        </a:defRPr>
                      </a:lvl4pPr>
                      <a:lvl5pPr marL="1828800" algn="r" defTabSz="914400" rtl="1" eaLnBrk="1" latinLnBrk="0" hangingPunct="1">
                        <a:defRPr sz="1800" kern="1200">
                          <a:solidFill>
                            <a:schemeClr val="tx1"/>
                          </a:solidFill>
                          <a:latin typeface="Arial" panose="020B0604020202020204"/>
                        </a:defRPr>
                      </a:lvl5pPr>
                      <a:lvl6pPr marL="2286000" algn="r" defTabSz="914400" rtl="1" eaLnBrk="1" latinLnBrk="0" hangingPunct="1">
                        <a:defRPr sz="1800" kern="1200">
                          <a:solidFill>
                            <a:schemeClr val="tx1"/>
                          </a:solidFill>
                          <a:latin typeface="Arial" panose="020B0604020202020204"/>
                        </a:defRPr>
                      </a:lvl6pPr>
                      <a:lvl7pPr marL="2743200" algn="r" defTabSz="914400" rtl="1" eaLnBrk="1" latinLnBrk="0" hangingPunct="1">
                        <a:defRPr sz="1800" kern="1200">
                          <a:solidFill>
                            <a:schemeClr val="tx1"/>
                          </a:solidFill>
                          <a:latin typeface="Arial" panose="020B0604020202020204"/>
                        </a:defRPr>
                      </a:lvl7pPr>
                      <a:lvl8pPr marL="3200400" algn="r" defTabSz="914400" rtl="1" eaLnBrk="1" latinLnBrk="0" hangingPunct="1">
                        <a:defRPr sz="1800" kern="1200">
                          <a:solidFill>
                            <a:schemeClr val="tx1"/>
                          </a:solidFill>
                          <a:latin typeface="Arial" panose="020B0604020202020204"/>
                        </a:defRPr>
                      </a:lvl8pPr>
                      <a:lvl9pPr marL="3657600" algn="r" defTabSz="914400" rtl="1" eaLnBrk="1" latinLnBrk="0" hangingPunct="1">
                        <a:defRPr sz="1800" kern="1200">
                          <a:solidFill>
                            <a:schemeClr val="tx1"/>
                          </a:solidFill>
                          <a:latin typeface="Arial" panose="020B0604020202020204"/>
                        </a:defRPr>
                      </a:lvl9pPr>
                    </a:lstStyle>
                    <a:p>
                      <a:pPr algn="ctr"/>
                      <a:r>
                        <a:rPr lang="ar-SA" sz="1200" b="0" dirty="0">
                          <a:solidFill>
                            <a:schemeClr val="tx1"/>
                          </a:solidFill>
                          <a:latin typeface="Bahij TheSansArabic SemiBold" panose="02040503050201020203" pitchFamily="18" charset="-78"/>
                          <a:cs typeface="Arial" panose="020B0604020202020204" pitchFamily="34" charset="0"/>
                        </a:rPr>
                        <a:t>00</a:t>
                      </a:r>
                      <a:endParaRPr lang="en-US" sz="1200" b="0" dirty="0">
                        <a:solidFill>
                          <a:schemeClr val="tx1"/>
                        </a:solidFill>
                        <a:latin typeface="Bahij TheSansArabic SemiBold" panose="02040503050201020203" pitchFamily="18" charset="-78"/>
                        <a:cs typeface="Arial" panose="020B0604020202020204" pitchFamily="34" charset="0"/>
                      </a:endParaRPr>
                    </a:p>
                  </a:txBody>
                  <a:tcPr marT="91440" marB="914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a:endParaRPr lang="en-US" sz="1400" dirty="0">
                        <a:solidFill>
                          <a:schemeClr val="tx1"/>
                        </a:solidFill>
                        <a:latin typeface="Bahij TheSansArabic SemiBold" panose="02040503050201020203" pitchFamily="18" charset="-78"/>
                        <a:cs typeface="Ping AR + LT" panose="00000500000000000000"/>
                      </a:endParaRPr>
                    </a:p>
                  </a:txBody>
                  <a:tcPr marT="91440" marB="91440" anchor="ctr">
                    <a:lnL w="12700" cap="flat" cmpd="sng" algn="ctr">
                      <a:solidFill>
                        <a:schemeClr val="accent2">
                          <a:lumMod val="40000"/>
                          <a:lumOff val="60000"/>
                        </a:schemeClr>
                      </a:solidFill>
                      <a:prstDash val="solid"/>
                      <a:round/>
                      <a:headEnd type="none" w="med" len="med"/>
                      <a:tailEnd type="none" w="med" len="med"/>
                    </a:lnL>
                    <a:lnR w="12700" cap="flat" cmpd="sng" algn="ctr">
                      <a:solidFill>
                        <a:schemeClr val="accent2">
                          <a:lumMod val="40000"/>
                          <a:lumOff val="60000"/>
                        </a:schemeClr>
                      </a:solidFill>
                      <a:prstDash val="solid"/>
                      <a:round/>
                      <a:headEnd type="none" w="med" len="med"/>
                      <a:tailEnd type="none" w="med" len="med"/>
                    </a:lnR>
                    <a:lnT w="12700" cap="flat" cmpd="sng" algn="ctr">
                      <a:solidFill>
                        <a:schemeClr val="accent2">
                          <a:lumMod val="40000"/>
                          <a:lumOff val="60000"/>
                        </a:schemeClr>
                      </a:solidFill>
                      <a:prstDash val="solid"/>
                      <a:round/>
                      <a:headEnd type="none" w="med" len="med"/>
                      <a:tailEnd type="none" w="med" len="med"/>
                    </a:lnT>
                    <a:lnB w="12700" cap="flat" cmpd="sng" algn="ctr">
                      <a:solidFill>
                        <a:schemeClr val="accent2">
                          <a:lumMod val="40000"/>
                          <a:lumOff val="60000"/>
                        </a:schemeClr>
                      </a:solidFill>
                      <a:prstDash val="solid"/>
                      <a:round/>
                      <a:headEnd type="none" w="med" len="med"/>
                      <a:tailEnd type="none" w="med" len="med"/>
                    </a:lnB>
                    <a:solidFill>
                      <a:srgbClr val="FCF9F2"/>
                    </a:solidFill>
                  </a:tcPr>
                </a:tc>
                <a:tc hMerge="1">
                  <a:txBody>
                    <a:bodyPr/>
                    <a:lstStyle/>
                    <a:p>
                      <a:endParaRPr lang="en-US"/>
                    </a:p>
                  </a:txBody>
                  <a:tcPr>
                    <a:lnL w="12700" cap="flat" cmpd="sng" algn="ctr">
                      <a:solidFill>
                        <a:srgbClr val="006E62"/>
                      </a:solidFill>
                      <a:prstDash val="solid"/>
                      <a:round/>
                      <a:headEnd type="none" w="med" len="med"/>
                      <a:tailEnd type="none" w="med" len="med"/>
                    </a:lnL>
                  </a:tcPr>
                </a:tc>
                <a:tc gridSpan="2" vMerge="1">
                  <a:txBody>
                    <a:bodyPr/>
                    <a:lstStyle/>
                    <a:p>
                      <a:pPr algn="r" rtl="1"/>
                      <a:endParaRPr lang="en-US" dirty="0"/>
                    </a:p>
                  </a:txBody>
                  <a:tcPr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accent2">
                          <a:lumMod val="40000"/>
                          <a:lumOff val="60000"/>
                        </a:schemeClr>
                      </a:solidFill>
                      <a:prstDash val="solid"/>
                      <a:round/>
                      <a:headEnd type="none" w="med" len="med"/>
                      <a:tailEnd type="none" w="med" len="med"/>
                    </a:lnB>
                  </a:tcPr>
                </a:tc>
                <a:tc hMerge="1" vMerge="1">
                  <a:txBody>
                    <a:bodyPr/>
                    <a:lstStyle/>
                    <a:p>
                      <a:endParaRPr lang="en-US" dirty="0"/>
                    </a:p>
                  </a:txBody>
                  <a:tcPr/>
                </a:tc>
                <a:extLst>
                  <a:ext uri="{0D108BD9-81ED-4DB2-BD59-A6C34878D82A}">
                    <a16:rowId xmlns:a16="http://schemas.microsoft.com/office/drawing/2014/main" val="4181429053"/>
                  </a:ext>
                </a:extLst>
              </a:tr>
              <a:tr h="467285">
                <a:tc gridSpan="4">
                  <a:txBody>
                    <a:bodyPr/>
                    <a:lstStyle>
                      <a:lvl1pPr marL="0" algn="r" defTabSz="914400" rtl="1" eaLnBrk="1" latinLnBrk="0" hangingPunct="1">
                        <a:defRPr sz="1800" kern="1200">
                          <a:solidFill>
                            <a:schemeClr val="tx1"/>
                          </a:solidFill>
                          <a:latin typeface="Arial" panose="020B0604020202020204"/>
                        </a:defRPr>
                      </a:lvl1pPr>
                      <a:lvl2pPr marL="457200" algn="r" defTabSz="914400" rtl="1" eaLnBrk="1" latinLnBrk="0" hangingPunct="1">
                        <a:defRPr sz="1800" kern="1200">
                          <a:solidFill>
                            <a:schemeClr val="tx1"/>
                          </a:solidFill>
                          <a:latin typeface="Arial" panose="020B0604020202020204"/>
                        </a:defRPr>
                      </a:lvl2pPr>
                      <a:lvl3pPr marL="914400" algn="r" defTabSz="914400" rtl="1" eaLnBrk="1" latinLnBrk="0" hangingPunct="1">
                        <a:defRPr sz="1800" kern="1200">
                          <a:solidFill>
                            <a:schemeClr val="tx1"/>
                          </a:solidFill>
                          <a:latin typeface="Arial" panose="020B0604020202020204"/>
                        </a:defRPr>
                      </a:lvl3pPr>
                      <a:lvl4pPr marL="1371600" algn="r" defTabSz="914400" rtl="1" eaLnBrk="1" latinLnBrk="0" hangingPunct="1">
                        <a:defRPr sz="1800" kern="1200">
                          <a:solidFill>
                            <a:schemeClr val="tx1"/>
                          </a:solidFill>
                          <a:latin typeface="Arial" panose="020B0604020202020204"/>
                        </a:defRPr>
                      </a:lvl4pPr>
                      <a:lvl5pPr marL="1828800" algn="r" defTabSz="914400" rtl="1" eaLnBrk="1" latinLnBrk="0" hangingPunct="1">
                        <a:defRPr sz="1800" kern="1200">
                          <a:solidFill>
                            <a:schemeClr val="tx1"/>
                          </a:solidFill>
                          <a:latin typeface="Arial" panose="020B0604020202020204"/>
                        </a:defRPr>
                      </a:lvl5pPr>
                      <a:lvl6pPr marL="2286000" algn="r" defTabSz="914400" rtl="1" eaLnBrk="1" latinLnBrk="0" hangingPunct="1">
                        <a:defRPr sz="1800" kern="1200">
                          <a:solidFill>
                            <a:schemeClr val="tx1"/>
                          </a:solidFill>
                          <a:latin typeface="Arial" panose="020B0604020202020204"/>
                        </a:defRPr>
                      </a:lvl6pPr>
                      <a:lvl7pPr marL="2743200" algn="r" defTabSz="914400" rtl="1" eaLnBrk="1" latinLnBrk="0" hangingPunct="1">
                        <a:defRPr sz="1800" kern="1200">
                          <a:solidFill>
                            <a:schemeClr val="tx1"/>
                          </a:solidFill>
                          <a:latin typeface="Arial" panose="020B0604020202020204"/>
                        </a:defRPr>
                      </a:lvl7pPr>
                      <a:lvl8pPr marL="3200400" algn="r" defTabSz="914400" rtl="1" eaLnBrk="1" latinLnBrk="0" hangingPunct="1">
                        <a:defRPr sz="1800" kern="1200">
                          <a:solidFill>
                            <a:schemeClr val="tx1"/>
                          </a:solidFill>
                          <a:latin typeface="Arial" panose="020B0604020202020204"/>
                        </a:defRPr>
                      </a:lvl8pPr>
                      <a:lvl9pPr marL="3657600" algn="r" defTabSz="914400" rtl="1" eaLnBrk="1" latinLnBrk="0" hangingPunct="1">
                        <a:defRPr sz="1800" kern="1200">
                          <a:solidFill>
                            <a:schemeClr val="tx1"/>
                          </a:solidFill>
                          <a:latin typeface="Arial" panose="020B0604020202020204"/>
                        </a:defRPr>
                      </a:lvl9pPr>
                    </a:lstStyle>
                    <a:p>
                      <a:pPr algn="ctr" rtl="1" fontAlgn="b"/>
                      <a:r>
                        <a:rPr lang="ar-SA" sz="1200" b="0" i="0" u="none" strike="noStrike" cap="none" dirty="0">
                          <a:solidFill>
                            <a:schemeClr val="bg1"/>
                          </a:solidFill>
                          <a:latin typeface="Ping AR + LT Medium" panose="00000600000000000000" pitchFamily="50" charset="-78"/>
                          <a:ea typeface="Ping AR + LT Medium" panose="00000600000000000000" pitchFamily="50" charset="-78"/>
                          <a:cs typeface="Arial" panose="020B0604020202020204" pitchFamily="34" charset="0"/>
                          <a:sym typeface="Arial"/>
                        </a:rPr>
                        <a:t>محددات دقة البيانات وصحتها</a:t>
                      </a:r>
                    </a:p>
                  </a:txBody>
                  <a:tcPr marT="91440" marB="914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hMerge="1">
                  <a:txBody>
                    <a:bodyPr/>
                    <a:lstStyle/>
                    <a:p>
                      <a:endParaRPr lang="en-US"/>
                    </a:p>
                  </a:txBody>
                  <a:tcPr/>
                </a:tc>
                <a:tc hMerge="1">
                  <a:txBody>
                    <a:bodyPr/>
                    <a:lstStyle/>
                    <a:p>
                      <a:endParaRPr lang="en-US"/>
                    </a:p>
                  </a:txBody>
                  <a:tcPr/>
                </a:tc>
                <a:tc hMerge="1">
                  <a:txBody>
                    <a:bodyPr/>
                    <a:lstStyle>
                      <a:lvl1pPr marL="0" algn="r" defTabSz="914400" rtl="1" eaLnBrk="1" latinLnBrk="0" hangingPunct="1">
                        <a:defRPr sz="1800" kern="1200">
                          <a:solidFill>
                            <a:schemeClr val="tx1"/>
                          </a:solidFill>
                          <a:latin typeface="Arial" panose="020B0604020202020204"/>
                        </a:defRPr>
                      </a:lvl1pPr>
                      <a:lvl2pPr marL="457200" algn="r" defTabSz="914400" rtl="1" eaLnBrk="1" latinLnBrk="0" hangingPunct="1">
                        <a:defRPr sz="1800" kern="1200">
                          <a:solidFill>
                            <a:schemeClr val="tx1"/>
                          </a:solidFill>
                          <a:latin typeface="Arial" panose="020B0604020202020204"/>
                        </a:defRPr>
                      </a:lvl2pPr>
                      <a:lvl3pPr marL="914400" algn="r" defTabSz="914400" rtl="1" eaLnBrk="1" latinLnBrk="0" hangingPunct="1">
                        <a:defRPr sz="1800" kern="1200">
                          <a:solidFill>
                            <a:schemeClr val="tx1"/>
                          </a:solidFill>
                          <a:latin typeface="Arial" panose="020B0604020202020204"/>
                        </a:defRPr>
                      </a:lvl3pPr>
                      <a:lvl4pPr marL="1371600" algn="r" defTabSz="914400" rtl="1" eaLnBrk="1" latinLnBrk="0" hangingPunct="1">
                        <a:defRPr sz="1800" kern="1200">
                          <a:solidFill>
                            <a:schemeClr val="tx1"/>
                          </a:solidFill>
                          <a:latin typeface="Arial" panose="020B0604020202020204"/>
                        </a:defRPr>
                      </a:lvl4pPr>
                      <a:lvl5pPr marL="1828800" algn="r" defTabSz="914400" rtl="1" eaLnBrk="1" latinLnBrk="0" hangingPunct="1">
                        <a:defRPr sz="1800" kern="1200">
                          <a:solidFill>
                            <a:schemeClr val="tx1"/>
                          </a:solidFill>
                          <a:latin typeface="Arial" panose="020B0604020202020204"/>
                        </a:defRPr>
                      </a:lvl5pPr>
                      <a:lvl6pPr marL="2286000" algn="r" defTabSz="914400" rtl="1" eaLnBrk="1" latinLnBrk="0" hangingPunct="1">
                        <a:defRPr sz="1800" kern="1200">
                          <a:solidFill>
                            <a:schemeClr val="tx1"/>
                          </a:solidFill>
                          <a:latin typeface="Arial" panose="020B0604020202020204"/>
                        </a:defRPr>
                      </a:lvl6pPr>
                      <a:lvl7pPr marL="2743200" algn="r" defTabSz="914400" rtl="1" eaLnBrk="1" latinLnBrk="0" hangingPunct="1">
                        <a:defRPr sz="1800" kern="1200">
                          <a:solidFill>
                            <a:schemeClr val="tx1"/>
                          </a:solidFill>
                          <a:latin typeface="Arial" panose="020B0604020202020204"/>
                        </a:defRPr>
                      </a:lvl7pPr>
                      <a:lvl8pPr marL="3200400" algn="r" defTabSz="914400" rtl="1" eaLnBrk="1" latinLnBrk="0" hangingPunct="1">
                        <a:defRPr sz="1800" kern="1200">
                          <a:solidFill>
                            <a:schemeClr val="tx1"/>
                          </a:solidFill>
                          <a:latin typeface="Arial" panose="020B0604020202020204"/>
                        </a:defRPr>
                      </a:lvl8pPr>
                      <a:lvl9pPr marL="3657600" algn="r" defTabSz="914400" rtl="1" eaLnBrk="1" latinLnBrk="0" hangingPunct="1">
                        <a:defRPr sz="1800" kern="1200">
                          <a:solidFill>
                            <a:schemeClr val="tx1"/>
                          </a:solidFill>
                          <a:latin typeface="Arial" panose="020B0604020202020204"/>
                        </a:defRPr>
                      </a:lvl9pPr>
                    </a:lstStyle>
                    <a:p>
                      <a:endParaRPr dirty="0"/>
                    </a:p>
                  </a:txBody>
                  <a:tcPr marT="91440" marB="91440" anchor="b">
                    <a:lnL w="12700" cap="flat" cmpd="sng" algn="ctr">
                      <a:solidFill>
                        <a:srgbClr val="006E62"/>
                      </a:solidFill>
                      <a:prstDash val="solid"/>
                      <a:round/>
                      <a:headEnd type="none" w="med" len="med"/>
                      <a:tailEnd type="none" w="med" len="med"/>
                    </a:lnL>
                    <a:lnR w="12700" cap="flat" cmpd="sng" algn="ctr">
                      <a:solidFill>
                        <a:srgbClr val="006E62"/>
                      </a:solidFill>
                      <a:prstDash val="solid"/>
                      <a:round/>
                      <a:headEnd type="none" w="med" len="med"/>
                      <a:tailEnd type="none" w="med" len="med"/>
                    </a:lnR>
                    <a:lnT w="12700" cap="flat" cmpd="sng" algn="ctr">
                      <a:solidFill>
                        <a:srgbClr val="006E62"/>
                      </a:solidFill>
                      <a:prstDash val="solid"/>
                      <a:round/>
                      <a:headEnd type="none" w="med" len="med"/>
                      <a:tailEnd type="none" w="med" len="med"/>
                    </a:lnT>
                    <a:lnB w="12700" cap="flat" cmpd="sng" algn="ctr">
                      <a:solidFill>
                        <a:srgbClr val="006E62"/>
                      </a:solidFill>
                      <a:prstDash val="solid"/>
                      <a:round/>
                      <a:headEnd type="none" w="med" len="med"/>
                      <a:tailEnd type="none" w="med" len="med"/>
                    </a:lnB>
                    <a:solidFill>
                      <a:srgbClr val="006E62"/>
                    </a:solidFill>
                  </a:tcPr>
                </a:tc>
                <a:tc gridSpan="4">
                  <a:txBody>
                    <a:bodyPr/>
                    <a:lstStyle>
                      <a:lvl1pPr marL="0" algn="r" defTabSz="914400" rtl="1" eaLnBrk="1" latinLnBrk="0" hangingPunct="1">
                        <a:defRPr sz="1800" kern="1200">
                          <a:solidFill>
                            <a:schemeClr val="dk1"/>
                          </a:solidFill>
                          <a:latin typeface="Arial"/>
                        </a:defRPr>
                      </a:lvl1pPr>
                      <a:lvl2pPr marL="457200" algn="r" defTabSz="914400" rtl="1" eaLnBrk="1" latinLnBrk="0" hangingPunct="1">
                        <a:defRPr sz="1800" kern="1200">
                          <a:solidFill>
                            <a:schemeClr val="dk1"/>
                          </a:solidFill>
                          <a:latin typeface="Arial"/>
                        </a:defRPr>
                      </a:lvl2pPr>
                      <a:lvl3pPr marL="914400" algn="r" defTabSz="914400" rtl="1" eaLnBrk="1" latinLnBrk="0" hangingPunct="1">
                        <a:defRPr sz="1800" kern="1200">
                          <a:solidFill>
                            <a:schemeClr val="dk1"/>
                          </a:solidFill>
                          <a:latin typeface="Arial"/>
                        </a:defRPr>
                      </a:lvl3pPr>
                      <a:lvl4pPr marL="1371600" algn="r" defTabSz="914400" rtl="1" eaLnBrk="1" latinLnBrk="0" hangingPunct="1">
                        <a:defRPr sz="1800" kern="1200">
                          <a:solidFill>
                            <a:schemeClr val="dk1"/>
                          </a:solidFill>
                          <a:latin typeface="Arial"/>
                        </a:defRPr>
                      </a:lvl4pPr>
                      <a:lvl5pPr marL="1828800" algn="r" defTabSz="914400" rtl="1" eaLnBrk="1" latinLnBrk="0" hangingPunct="1">
                        <a:defRPr sz="1800" kern="1200">
                          <a:solidFill>
                            <a:schemeClr val="dk1"/>
                          </a:solidFill>
                          <a:latin typeface="Arial"/>
                        </a:defRPr>
                      </a:lvl5pPr>
                      <a:lvl6pPr marL="2286000" algn="r" defTabSz="914400" rtl="1" eaLnBrk="1" latinLnBrk="0" hangingPunct="1">
                        <a:defRPr sz="1800" kern="1200">
                          <a:solidFill>
                            <a:schemeClr val="dk1"/>
                          </a:solidFill>
                          <a:latin typeface="Arial"/>
                        </a:defRPr>
                      </a:lvl6pPr>
                      <a:lvl7pPr marL="2743200" algn="r" defTabSz="914400" rtl="1" eaLnBrk="1" latinLnBrk="0" hangingPunct="1">
                        <a:defRPr sz="1800" kern="1200">
                          <a:solidFill>
                            <a:schemeClr val="dk1"/>
                          </a:solidFill>
                          <a:latin typeface="Arial"/>
                        </a:defRPr>
                      </a:lvl7pPr>
                      <a:lvl8pPr marL="3200400" algn="r" defTabSz="914400" rtl="1" eaLnBrk="1" latinLnBrk="0" hangingPunct="1">
                        <a:defRPr sz="1800" kern="1200">
                          <a:solidFill>
                            <a:schemeClr val="dk1"/>
                          </a:solidFill>
                          <a:latin typeface="Arial"/>
                        </a:defRPr>
                      </a:lvl8pPr>
                      <a:lvl9pPr marL="3657600" algn="r" defTabSz="914400" rtl="1" eaLnBrk="1" latinLnBrk="0" hangingPunct="1">
                        <a:defRPr sz="1800" kern="1200">
                          <a:solidFill>
                            <a:schemeClr val="dk1"/>
                          </a:solidFill>
                          <a:latin typeface="Arial"/>
                        </a:defRPr>
                      </a:lvl9pPr>
                    </a:lstStyle>
                    <a:p>
                      <a:pPr marL="0" marR="0" lvl="0" indent="0" algn="ctr" defTabSz="914400" rtl="1" eaLnBrk="1" fontAlgn="b" latinLnBrk="0" hangingPunct="1">
                        <a:lnSpc>
                          <a:spcPct val="100000"/>
                        </a:lnSpc>
                        <a:spcBef>
                          <a:spcPts val="0"/>
                        </a:spcBef>
                        <a:spcAft>
                          <a:spcPts val="0"/>
                        </a:spcAft>
                        <a:buClr>
                          <a:srgbClr val="000000"/>
                        </a:buClr>
                        <a:buSzTx/>
                        <a:buFont typeface="Arial"/>
                        <a:buNone/>
                        <a:tabLst/>
                        <a:defRPr/>
                      </a:pPr>
                      <a:r>
                        <a:rPr lang="ar-SA" sz="1200" b="0" i="0" u="none" strike="noStrike" cap="none" dirty="0">
                          <a:solidFill>
                            <a:schemeClr val="bg1"/>
                          </a:solidFill>
                          <a:latin typeface="Ping AR + LT Medium" panose="00000600000000000000" pitchFamily="50" charset="-78"/>
                          <a:ea typeface="Ping AR + LT Medium" panose="00000600000000000000" pitchFamily="50" charset="-78"/>
                          <a:cs typeface="Arial" panose="020B0604020202020204" pitchFamily="34" charset="0"/>
                          <a:sym typeface="Arial"/>
                        </a:rPr>
                        <a:t>مصدر البيانات</a:t>
                      </a:r>
                    </a:p>
                  </a:txBody>
                  <a:tcPr marT="91440" marB="914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accent2">
                          <a:lumMod val="40000"/>
                          <a:lumOff val="60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hMerge="1">
                  <a:txBody>
                    <a:bodyPr/>
                    <a:lstStyle>
                      <a:lvl1pPr marL="0" algn="r" defTabSz="914400" rtl="1" eaLnBrk="1" latinLnBrk="0" hangingPunct="1">
                        <a:defRPr sz="1800" kern="1200">
                          <a:solidFill>
                            <a:schemeClr val="tx1"/>
                          </a:solidFill>
                          <a:latin typeface="Arial" panose="020B0604020202020204"/>
                        </a:defRPr>
                      </a:lvl1pPr>
                      <a:lvl2pPr marL="457200" algn="r" defTabSz="914400" rtl="1" eaLnBrk="1" latinLnBrk="0" hangingPunct="1">
                        <a:defRPr sz="1800" kern="1200">
                          <a:solidFill>
                            <a:schemeClr val="tx1"/>
                          </a:solidFill>
                          <a:latin typeface="Arial" panose="020B0604020202020204"/>
                        </a:defRPr>
                      </a:lvl2pPr>
                      <a:lvl3pPr marL="914400" algn="r" defTabSz="914400" rtl="1" eaLnBrk="1" latinLnBrk="0" hangingPunct="1">
                        <a:defRPr sz="1800" kern="1200">
                          <a:solidFill>
                            <a:schemeClr val="tx1"/>
                          </a:solidFill>
                          <a:latin typeface="Arial" panose="020B0604020202020204"/>
                        </a:defRPr>
                      </a:lvl3pPr>
                      <a:lvl4pPr marL="1371600" algn="r" defTabSz="914400" rtl="1" eaLnBrk="1" latinLnBrk="0" hangingPunct="1">
                        <a:defRPr sz="1800" kern="1200">
                          <a:solidFill>
                            <a:schemeClr val="tx1"/>
                          </a:solidFill>
                          <a:latin typeface="Arial" panose="020B0604020202020204"/>
                        </a:defRPr>
                      </a:lvl4pPr>
                      <a:lvl5pPr marL="1828800" algn="r" defTabSz="914400" rtl="1" eaLnBrk="1" latinLnBrk="0" hangingPunct="1">
                        <a:defRPr sz="1800" kern="1200">
                          <a:solidFill>
                            <a:schemeClr val="tx1"/>
                          </a:solidFill>
                          <a:latin typeface="Arial" panose="020B0604020202020204"/>
                        </a:defRPr>
                      </a:lvl5pPr>
                      <a:lvl6pPr marL="2286000" algn="r" defTabSz="914400" rtl="1" eaLnBrk="1" latinLnBrk="0" hangingPunct="1">
                        <a:defRPr sz="1800" kern="1200">
                          <a:solidFill>
                            <a:schemeClr val="tx1"/>
                          </a:solidFill>
                          <a:latin typeface="Arial" panose="020B0604020202020204"/>
                        </a:defRPr>
                      </a:lvl6pPr>
                      <a:lvl7pPr marL="2743200" algn="r" defTabSz="914400" rtl="1" eaLnBrk="1" latinLnBrk="0" hangingPunct="1">
                        <a:defRPr sz="1800" kern="1200">
                          <a:solidFill>
                            <a:schemeClr val="tx1"/>
                          </a:solidFill>
                          <a:latin typeface="Arial" panose="020B0604020202020204"/>
                        </a:defRPr>
                      </a:lvl7pPr>
                      <a:lvl8pPr marL="3200400" algn="r" defTabSz="914400" rtl="1" eaLnBrk="1" latinLnBrk="0" hangingPunct="1">
                        <a:defRPr sz="1800" kern="1200">
                          <a:solidFill>
                            <a:schemeClr val="tx1"/>
                          </a:solidFill>
                          <a:latin typeface="Arial" panose="020B0604020202020204"/>
                        </a:defRPr>
                      </a:lvl8pPr>
                      <a:lvl9pPr marL="3657600" algn="r" defTabSz="914400" rtl="1" eaLnBrk="1" latinLnBrk="0" hangingPunct="1">
                        <a:defRPr sz="1800" kern="1200">
                          <a:solidFill>
                            <a:schemeClr val="tx1"/>
                          </a:solidFill>
                          <a:latin typeface="Arial" panose="020B0604020202020204"/>
                        </a:defRPr>
                      </a:lvl9pPr>
                    </a:lstStyle>
                    <a:p>
                      <a:endParaRPr dirty="0"/>
                    </a:p>
                  </a:txBody>
                  <a:tcPr marT="91440" marB="91440" anchor="ctr">
                    <a:lnL w="12700" cap="flat" cmpd="sng" algn="ctr">
                      <a:solidFill>
                        <a:schemeClr val="tx1"/>
                      </a:solidFill>
                      <a:prstDash val="solid"/>
                      <a:round/>
                      <a:headEnd type="none" w="med" len="med"/>
                      <a:tailEnd type="none" w="med" len="med"/>
                    </a:lnL>
                    <a:lnR w="12700" cap="flat" cmpd="sng" algn="ctr">
                      <a:solidFill>
                        <a:srgbClr val="006E62"/>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006E62"/>
                      </a:solidFill>
                      <a:prstDash val="solid"/>
                      <a:round/>
                      <a:headEnd type="none" w="med" len="med"/>
                      <a:tailEnd type="none" w="med" len="med"/>
                    </a:lnB>
                    <a:solidFill>
                      <a:srgbClr val="006E62"/>
                    </a:solidFill>
                  </a:tcPr>
                </a:tc>
                <a:tc hMerge="1">
                  <a:txBody>
                    <a:bodyPr/>
                    <a:lstStyle/>
                    <a:p>
                      <a:pPr algn="ctr" rtl="1" fontAlgn="b"/>
                      <a:endParaRPr lang="ar-SA" sz="1200" b="1" dirty="0">
                        <a:solidFill>
                          <a:schemeClr val="bg1"/>
                        </a:solidFill>
                        <a:effectLst/>
                        <a:cs typeface="Ping AR + LT" panose="00000500000000000000"/>
                      </a:endParaRPr>
                    </a:p>
                  </a:txBody>
                  <a:tcPr marT="91440" marB="91440" anchor="ctr">
                    <a:lnL w="12700" cap="flat" cmpd="sng" algn="ctr">
                      <a:solidFill>
                        <a:schemeClr val="tx1"/>
                      </a:solidFill>
                      <a:prstDash val="solid"/>
                      <a:round/>
                      <a:headEnd type="none" w="med" len="med"/>
                      <a:tailEnd type="none" w="med" len="med"/>
                    </a:lnL>
                    <a:lnR w="12700" cap="flat" cmpd="sng" algn="ctr">
                      <a:solidFill>
                        <a:srgbClr val="006E62"/>
                      </a:solidFill>
                      <a:prstDash val="solid"/>
                      <a:round/>
                      <a:headEnd type="none" w="med" len="med"/>
                      <a:tailEnd type="none" w="med" len="med"/>
                    </a:lnR>
                    <a:lnT w="12700" cap="flat" cmpd="sng" algn="ctr">
                      <a:solidFill>
                        <a:srgbClr val="006E62"/>
                      </a:solidFill>
                      <a:prstDash val="solid"/>
                      <a:round/>
                      <a:headEnd type="none" w="med" len="med"/>
                      <a:tailEnd type="none" w="med" len="med"/>
                    </a:lnT>
                    <a:lnB w="12700" cap="flat" cmpd="sng" algn="ctr">
                      <a:solidFill>
                        <a:srgbClr val="006E62"/>
                      </a:solidFill>
                      <a:prstDash val="solid"/>
                      <a:round/>
                      <a:headEnd type="none" w="med" len="med"/>
                      <a:tailEnd type="none" w="med" len="med"/>
                    </a:lnB>
                    <a:solidFill>
                      <a:srgbClr val="006E62"/>
                    </a:solidFill>
                  </a:tcPr>
                </a:tc>
                <a:tc hMerge="1">
                  <a:txBody>
                    <a:bodyPr/>
                    <a:lstStyle/>
                    <a:p>
                      <a:endParaRPr lang="en-US"/>
                    </a:p>
                  </a:txBody>
                  <a:tcPr>
                    <a:lnT w="12700" cap="flat" cmpd="sng" algn="ctr">
                      <a:solidFill>
                        <a:schemeClr val="tx1"/>
                      </a:solidFill>
                      <a:prstDash val="solid"/>
                      <a:round/>
                      <a:headEnd type="none" w="med" len="med"/>
                      <a:tailEnd type="none" w="med" len="med"/>
                    </a:lnT>
                    <a:lnB w="12700" cap="flat" cmpd="sng" algn="ctr">
                      <a:solidFill>
                        <a:srgbClr val="006E62"/>
                      </a:solidFill>
                      <a:prstDash val="solid"/>
                      <a:round/>
                      <a:headEnd type="none" w="med" len="med"/>
                      <a:tailEnd type="none" w="med" len="med"/>
                    </a:lnB>
                    <a:solidFill>
                      <a:srgbClr val="006E62"/>
                    </a:solidFill>
                  </a:tcPr>
                </a:tc>
                <a:tc gridSpan="3">
                  <a:txBody>
                    <a:bodyPr/>
                    <a:lstStyle/>
                    <a:p>
                      <a:pPr marL="0" marR="0" lvl="0" indent="0" algn="ctr" defTabSz="914400" rtl="1" eaLnBrk="1" fontAlgn="auto" latinLnBrk="0" hangingPunct="1">
                        <a:lnSpc>
                          <a:spcPct val="100000"/>
                        </a:lnSpc>
                        <a:spcBef>
                          <a:spcPts val="0"/>
                        </a:spcBef>
                        <a:spcAft>
                          <a:spcPts val="0"/>
                        </a:spcAft>
                        <a:buClr>
                          <a:srgbClr val="000000"/>
                        </a:buClr>
                        <a:buSzTx/>
                        <a:buFont typeface="Arial"/>
                        <a:buNone/>
                        <a:tabLst/>
                        <a:defRPr/>
                      </a:pPr>
                      <a:r>
                        <a:rPr lang="ar-SA" sz="1200" b="0" i="0" u="none" strike="noStrike" cap="none" dirty="0">
                          <a:solidFill>
                            <a:schemeClr val="bg1"/>
                          </a:solidFill>
                          <a:latin typeface="Ping AR + LT Medium" panose="00000600000000000000" pitchFamily="50" charset="-78"/>
                          <a:ea typeface="Ping AR + LT Medium" panose="00000600000000000000" pitchFamily="50" charset="-78"/>
                          <a:cs typeface="Arial" panose="020B0604020202020204" pitchFamily="34" charset="0"/>
                          <a:sym typeface="Arial"/>
                        </a:rPr>
                        <a:t>وقت الحصول على البيانات</a:t>
                      </a:r>
                      <a:endParaRPr lang="ar-SA" sz="1600" dirty="0">
                        <a:solidFill>
                          <a:schemeClr val="bg1"/>
                        </a:solidFill>
                        <a:latin typeface="Ping AR + LT Medium" panose="00000600000000000000" pitchFamily="50" charset="-78"/>
                        <a:ea typeface="Ping AR + LT Medium" panose="00000600000000000000" pitchFamily="50" charset="-78"/>
                        <a:cs typeface="Ping AR + LT Medium" panose="00000600000000000000" pitchFamily="50" charset="-78"/>
                      </a:endParaRPr>
                    </a:p>
                  </a:txBody>
                  <a:tcPr marT="91440" marB="914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hMerge="1">
                  <a:txBody>
                    <a:bodyPr/>
                    <a:lstStyle/>
                    <a:p>
                      <a:pPr algn="r" rtl="1"/>
                      <a:endParaRPr lang="en-US" dirty="0"/>
                    </a:p>
                  </a:txBody>
                  <a:tcPr anchor="ctr">
                    <a:lnL w="12700" cap="flat" cmpd="sng" algn="ctr">
                      <a:solidFill>
                        <a:schemeClr val="tx1"/>
                      </a:solidFill>
                      <a:prstDash val="solid"/>
                      <a:round/>
                      <a:headEnd type="none" w="med" len="med"/>
                      <a:tailEnd type="none" w="med" len="med"/>
                    </a:lnL>
                    <a:lnR w="12700" cap="flat" cmpd="sng" algn="ctr">
                      <a:solidFill>
                        <a:srgbClr val="006E62"/>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006E62"/>
                      </a:solidFill>
                      <a:prstDash val="solid"/>
                      <a:round/>
                      <a:headEnd type="none" w="med" len="med"/>
                      <a:tailEnd type="none" w="med" len="med"/>
                    </a:lnB>
                    <a:solidFill>
                      <a:srgbClr val="006E62"/>
                    </a:solidFill>
                  </a:tcPr>
                </a:tc>
                <a:tc hMerge="1">
                  <a:txBody>
                    <a:bodyPr/>
                    <a:lstStyle/>
                    <a:p>
                      <a:endParaRPr lang="en-US"/>
                    </a:p>
                  </a:txBody>
                  <a:tcPr/>
                </a:tc>
                <a:tc gridSpan="3">
                  <a:txBody>
                    <a:bodyPr/>
                    <a:lstStyle>
                      <a:lvl1pPr marL="0" algn="r" defTabSz="914400" rtl="1" eaLnBrk="1" latinLnBrk="0" hangingPunct="1">
                        <a:defRPr sz="1800" kern="1200">
                          <a:solidFill>
                            <a:schemeClr val="dk1"/>
                          </a:solidFill>
                          <a:latin typeface="Arial"/>
                        </a:defRPr>
                      </a:lvl1pPr>
                      <a:lvl2pPr marL="457200" algn="r" defTabSz="914400" rtl="1" eaLnBrk="1" latinLnBrk="0" hangingPunct="1">
                        <a:defRPr sz="1800" kern="1200">
                          <a:solidFill>
                            <a:schemeClr val="dk1"/>
                          </a:solidFill>
                          <a:latin typeface="Arial"/>
                        </a:defRPr>
                      </a:lvl2pPr>
                      <a:lvl3pPr marL="914400" algn="r" defTabSz="914400" rtl="1" eaLnBrk="1" latinLnBrk="0" hangingPunct="1">
                        <a:defRPr sz="1800" kern="1200">
                          <a:solidFill>
                            <a:schemeClr val="dk1"/>
                          </a:solidFill>
                          <a:latin typeface="Arial"/>
                        </a:defRPr>
                      </a:lvl3pPr>
                      <a:lvl4pPr marL="1371600" algn="r" defTabSz="914400" rtl="1" eaLnBrk="1" latinLnBrk="0" hangingPunct="1">
                        <a:defRPr sz="1800" kern="1200">
                          <a:solidFill>
                            <a:schemeClr val="dk1"/>
                          </a:solidFill>
                          <a:latin typeface="Arial"/>
                        </a:defRPr>
                      </a:lvl4pPr>
                      <a:lvl5pPr marL="1828800" algn="r" defTabSz="914400" rtl="1" eaLnBrk="1" latinLnBrk="0" hangingPunct="1">
                        <a:defRPr sz="1800" kern="1200">
                          <a:solidFill>
                            <a:schemeClr val="dk1"/>
                          </a:solidFill>
                          <a:latin typeface="Arial"/>
                        </a:defRPr>
                      </a:lvl5pPr>
                      <a:lvl6pPr marL="2286000" algn="r" defTabSz="914400" rtl="1" eaLnBrk="1" latinLnBrk="0" hangingPunct="1">
                        <a:defRPr sz="1800" kern="1200">
                          <a:solidFill>
                            <a:schemeClr val="dk1"/>
                          </a:solidFill>
                          <a:latin typeface="Arial"/>
                        </a:defRPr>
                      </a:lvl6pPr>
                      <a:lvl7pPr marL="2743200" algn="r" defTabSz="914400" rtl="1" eaLnBrk="1" latinLnBrk="0" hangingPunct="1">
                        <a:defRPr sz="1800" kern="1200">
                          <a:solidFill>
                            <a:schemeClr val="dk1"/>
                          </a:solidFill>
                          <a:latin typeface="Arial"/>
                        </a:defRPr>
                      </a:lvl7pPr>
                      <a:lvl8pPr marL="3200400" algn="r" defTabSz="914400" rtl="1" eaLnBrk="1" latinLnBrk="0" hangingPunct="1">
                        <a:defRPr sz="1800" kern="1200">
                          <a:solidFill>
                            <a:schemeClr val="dk1"/>
                          </a:solidFill>
                          <a:latin typeface="Arial"/>
                        </a:defRPr>
                      </a:lvl8pPr>
                      <a:lvl9pPr marL="3657600" algn="r" defTabSz="914400" rtl="1" eaLnBrk="1" latinLnBrk="0" hangingPunct="1">
                        <a:defRPr sz="1800" kern="1200">
                          <a:solidFill>
                            <a:schemeClr val="dk1"/>
                          </a:solidFill>
                          <a:latin typeface="Arial"/>
                        </a:defRPr>
                      </a:lvl9p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ar-SA" sz="1200" b="0" i="0" u="none" strike="noStrike" cap="none" dirty="0">
                          <a:solidFill>
                            <a:schemeClr val="bg1"/>
                          </a:solidFill>
                          <a:latin typeface="Ping AR + LT Medium" panose="00000600000000000000" pitchFamily="50" charset="-78"/>
                          <a:ea typeface="Ping AR + LT Medium" panose="00000600000000000000" pitchFamily="50" charset="-78"/>
                          <a:cs typeface="Arial" panose="020B0604020202020204" pitchFamily="34" charset="0"/>
                          <a:sym typeface="Arial"/>
                        </a:rPr>
                        <a:t>البيانات المطلوبة</a:t>
                      </a:r>
                    </a:p>
                  </a:txBody>
                  <a:tcPr marT="91440" marB="914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hMerge="1">
                  <a:txBody>
                    <a:bodyPr/>
                    <a:lstStyle/>
                    <a:p>
                      <a:pPr algn="r" rtl="1"/>
                      <a:endParaRPr lang="en-US" dirty="0"/>
                    </a:p>
                  </a:txBody>
                  <a:tcPr anchor="ctr">
                    <a:lnL w="12700" cap="flat" cmpd="sng" algn="ctr">
                      <a:solidFill>
                        <a:schemeClr val="accent2">
                          <a:lumMod val="40000"/>
                          <a:lumOff val="60000"/>
                        </a:schemeClr>
                      </a:solidFill>
                      <a:prstDash val="solid"/>
                      <a:round/>
                      <a:headEnd type="none" w="med" len="med"/>
                      <a:tailEnd type="none" w="med" len="med"/>
                    </a:lnL>
                    <a:lnT w="12700" cap="flat" cmpd="sng" algn="ctr">
                      <a:solidFill>
                        <a:schemeClr val="accent2">
                          <a:lumMod val="40000"/>
                          <a:lumOff val="60000"/>
                        </a:schemeClr>
                      </a:solidFill>
                      <a:prstDash val="solid"/>
                      <a:round/>
                      <a:headEnd type="none" w="med" len="med"/>
                      <a:tailEnd type="none" w="med" len="med"/>
                    </a:lnT>
                    <a:lnB w="12700" cap="flat" cmpd="sng" algn="ctr">
                      <a:solidFill>
                        <a:schemeClr val="accent2">
                          <a:lumMod val="40000"/>
                          <a:lumOff val="60000"/>
                        </a:schemeClr>
                      </a:solidFill>
                      <a:prstDash val="solid"/>
                      <a:round/>
                      <a:headEnd type="none" w="med" len="med"/>
                      <a:tailEnd type="none" w="med" len="med"/>
                    </a:lnB>
                  </a:tcPr>
                </a:tc>
                <a:tc hMerge="1">
                  <a:txBody>
                    <a:bodyPr/>
                    <a:lstStyle/>
                    <a:p>
                      <a:endParaRPr lang="en-US"/>
                    </a:p>
                  </a:txBody>
                  <a:tcPr>
                    <a:lnL w="12700" cap="flat" cmpd="sng" algn="ctr">
                      <a:solidFill>
                        <a:schemeClr val="accent2">
                          <a:lumMod val="40000"/>
                          <a:lumOff val="60000"/>
                        </a:schemeClr>
                      </a:solidFill>
                      <a:prstDash val="solid"/>
                      <a:round/>
                      <a:headEnd type="none" w="med" len="med"/>
                      <a:tailEnd type="none" w="med" len="med"/>
                    </a:lnL>
                  </a:tcPr>
                </a:tc>
                <a:extLst>
                  <a:ext uri="{0D108BD9-81ED-4DB2-BD59-A6C34878D82A}">
                    <a16:rowId xmlns:a16="http://schemas.microsoft.com/office/drawing/2014/main" val="776786462"/>
                  </a:ext>
                </a:extLst>
              </a:tr>
              <a:tr h="1285034">
                <a:tc gridSpan="4">
                  <a:txBody>
                    <a:bodyPr/>
                    <a:lstStyle>
                      <a:lvl1pPr marL="0" algn="r" defTabSz="914400" rtl="1" eaLnBrk="1" latinLnBrk="0" hangingPunct="1">
                        <a:defRPr sz="1800" kern="1200">
                          <a:solidFill>
                            <a:schemeClr val="dk1"/>
                          </a:solidFill>
                          <a:latin typeface="Arial"/>
                        </a:defRPr>
                      </a:lvl1pPr>
                      <a:lvl2pPr marL="457200" algn="r" defTabSz="914400" rtl="1" eaLnBrk="1" latinLnBrk="0" hangingPunct="1">
                        <a:defRPr sz="1800" kern="1200">
                          <a:solidFill>
                            <a:schemeClr val="dk1"/>
                          </a:solidFill>
                          <a:latin typeface="Arial"/>
                        </a:defRPr>
                      </a:lvl2pPr>
                      <a:lvl3pPr marL="914400" algn="r" defTabSz="914400" rtl="1" eaLnBrk="1" latinLnBrk="0" hangingPunct="1">
                        <a:defRPr sz="1800" kern="1200">
                          <a:solidFill>
                            <a:schemeClr val="dk1"/>
                          </a:solidFill>
                          <a:latin typeface="Arial"/>
                        </a:defRPr>
                      </a:lvl3pPr>
                      <a:lvl4pPr marL="1371600" algn="r" defTabSz="914400" rtl="1" eaLnBrk="1" latinLnBrk="0" hangingPunct="1">
                        <a:defRPr sz="1800" kern="1200">
                          <a:solidFill>
                            <a:schemeClr val="dk1"/>
                          </a:solidFill>
                          <a:latin typeface="Arial"/>
                        </a:defRPr>
                      </a:lvl4pPr>
                      <a:lvl5pPr marL="1828800" algn="r" defTabSz="914400" rtl="1" eaLnBrk="1" latinLnBrk="0" hangingPunct="1">
                        <a:defRPr sz="1800" kern="1200">
                          <a:solidFill>
                            <a:schemeClr val="dk1"/>
                          </a:solidFill>
                          <a:latin typeface="Arial"/>
                        </a:defRPr>
                      </a:lvl5pPr>
                      <a:lvl6pPr marL="2286000" algn="r" defTabSz="914400" rtl="1" eaLnBrk="1" latinLnBrk="0" hangingPunct="1">
                        <a:defRPr sz="1800" kern="1200">
                          <a:solidFill>
                            <a:schemeClr val="dk1"/>
                          </a:solidFill>
                          <a:latin typeface="Arial"/>
                        </a:defRPr>
                      </a:lvl6pPr>
                      <a:lvl7pPr marL="2743200" algn="r" defTabSz="914400" rtl="1" eaLnBrk="1" latinLnBrk="0" hangingPunct="1">
                        <a:defRPr sz="1800" kern="1200">
                          <a:solidFill>
                            <a:schemeClr val="dk1"/>
                          </a:solidFill>
                          <a:latin typeface="Arial"/>
                        </a:defRPr>
                      </a:lvl7pPr>
                      <a:lvl8pPr marL="3200400" algn="r" defTabSz="914400" rtl="1" eaLnBrk="1" latinLnBrk="0" hangingPunct="1">
                        <a:defRPr sz="1800" kern="1200">
                          <a:solidFill>
                            <a:schemeClr val="dk1"/>
                          </a:solidFill>
                          <a:latin typeface="Arial"/>
                        </a:defRPr>
                      </a:lvl8pPr>
                      <a:lvl9pPr marL="3657600" algn="r" defTabSz="914400" rtl="1" eaLnBrk="1" latinLnBrk="0" hangingPunct="1">
                        <a:defRPr sz="1800" kern="1200">
                          <a:solidFill>
                            <a:schemeClr val="dk1"/>
                          </a:solidFill>
                          <a:latin typeface="Arial"/>
                        </a:defRPr>
                      </a:lvl9pPr>
                    </a:lstStyle>
                    <a:p>
                      <a:pPr marL="171450" indent="-171450" algn="justLow" rtl="1">
                        <a:buFont typeface="Arial" panose="020B0604020202020204" pitchFamily="34" charset="0"/>
                        <a:buChar char="•"/>
                      </a:pPr>
                      <a:br>
                        <a:rPr lang="ar-SA" sz="1100" b="1" dirty="0">
                          <a:effectLst/>
                          <a:cs typeface="Arial" panose="020B0604020202020204" pitchFamily="34" charset="0"/>
                        </a:rPr>
                      </a:br>
                      <a:r>
                        <a:rPr lang="ar-SA" sz="1100" b="0" dirty="0">
                          <a:solidFill>
                            <a:schemeClr val="accent1"/>
                          </a:solidFill>
                          <a:effectLst/>
                        </a:rPr>
                        <a:t>التدقيق المالي</a:t>
                      </a:r>
                      <a:r>
                        <a:rPr lang="ar-SA" sz="1100" dirty="0"/>
                        <a:t>: التأكد من صحة البيانات المالية من خلال مراجعات دورية.</a:t>
                      </a:r>
                    </a:p>
                    <a:p>
                      <a:pPr marL="171450" indent="-171450" algn="justLow" rtl="1">
                        <a:buFont typeface="Arial" panose="020B0604020202020204" pitchFamily="34" charset="0"/>
                        <a:buChar char="•"/>
                      </a:pPr>
                      <a:r>
                        <a:rPr lang="ar-SA" sz="1100" b="0" dirty="0">
                          <a:solidFill>
                            <a:schemeClr val="accent1"/>
                          </a:solidFill>
                          <a:effectLst/>
                        </a:rPr>
                        <a:t>التزامن في التقارير</a:t>
                      </a:r>
                      <a:r>
                        <a:rPr lang="ar-SA" sz="1100" dirty="0"/>
                        <a:t>: التأكد من أن التقارير المالية تغطي نفس الفترات الزمنية للمقارنة.</a:t>
                      </a:r>
                      <a:endParaRPr lang="ar-SA" sz="1050" b="0" dirty="0">
                        <a:latin typeface="Ping AR + LT Medium" panose="00000600000000000000" pitchFamily="50" charset="-78"/>
                        <a:ea typeface="Ping AR + LT Medium" panose="00000600000000000000" pitchFamily="50" charset="-78"/>
                        <a:cs typeface="Arial" panose="020B0604020202020204" pitchFamily="34" charset="0"/>
                      </a:endParaRPr>
                    </a:p>
                  </a:txBody>
                  <a:tcPr marL="0" marR="0" marT="91440" marB="914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a:p>
                  </a:txBody>
                  <a:tcPr/>
                </a:tc>
                <a:tc hMerge="1">
                  <a:txBody>
                    <a:bodyPr/>
                    <a:lstStyle/>
                    <a:p>
                      <a:endParaRPr lang="en-US"/>
                    </a:p>
                  </a:txBody>
                  <a:tcPr/>
                </a:tc>
                <a:tc hMerge="1">
                  <a:txBody>
                    <a:bodyPr/>
                    <a:lstStyle/>
                    <a:p>
                      <a:endParaRPr/>
                    </a:p>
                  </a:txBody>
                  <a:tcPr marL="0" marR="0" marT="91440" marB="91440" anchor="ctr">
                    <a:lnL w="12700" cap="flat" cmpd="sng" algn="ctr">
                      <a:solidFill>
                        <a:srgbClr val="006E62"/>
                      </a:solidFill>
                      <a:prstDash val="solid"/>
                      <a:round/>
                      <a:headEnd type="none" w="med" len="med"/>
                      <a:tailEnd type="none" w="med" len="med"/>
                    </a:lnL>
                    <a:lnR w="12700" cap="flat" cmpd="sng" algn="ctr">
                      <a:solidFill>
                        <a:srgbClr val="006E62"/>
                      </a:solidFill>
                      <a:prstDash val="solid"/>
                      <a:round/>
                      <a:headEnd type="none" w="med" len="med"/>
                      <a:tailEnd type="none" w="med" len="med"/>
                    </a:lnR>
                    <a:lnT w="12700" cap="flat" cmpd="sng" algn="ctr">
                      <a:solidFill>
                        <a:srgbClr val="006E62"/>
                      </a:solidFill>
                      <a:prstDash val="solid"/>
                      <a:round/>
                      <a:headEnd type="none" w="med" len="med"/>
                      <a:tailEnd type="none" w="med" len="med"/>
                    </a:lnT>
                    <a:lnB w="12700" cap="flat" cmpd="sng" algn="ctr">
                      <a:solidFill>
                        <a:srgbClr val="006E62"/>
                      </a:solidFill>
                      <a:prstDash val="solid"/>
                      <a:round/>
                      <a:headEnd type="none" w="med" len="med"/>
                      <a:tailEnd type="none" w="med" len="med"/>
                    </a:lnB>
                    <a:noFill/>
                  </a:tcPr>
                </a:tc>
                <a:tc gridSpan="4">
                  <a:txBody>
                    <a:bodyPr/>
                    <a:lstStyle>
                      <a:lvl1pPr marL="0" algn="r" defTabSz="914400" rtl="1" eaLnBrk="1" latinLnBrk="0" hangingPunct="1">
                        <a:defRPr sz="1800" kern="1200">
                          <a:solidFill>
                            <a:schemeClr val="dk1"/>
                          </a:solidFill>
                          <a:latin typeface="Arial"/>
                        </a:defRPr>
                      </a:lvl1pPr>
                      <a:lvl2pPr marL="457200" algn="r" defTabSz="914400" rtl="1" eaLnBrk="1" latinLnBrk="0" hangingPunct="1">
                        <a:defRPr sz="1800" kern="1200">
                          <a:solidFill>
                            <a:schemeClr val="dk1"/>
                          </a:solidFill>
                          <a:latin typeface="Arial"/>
                        </a:defRPr>
                      </a:lvl2pPr>
                      <a:lvl3pPr marL="914400" algn="r" defTabSz="914400" rtl="1" eaLnBrk="1" latinLnBrk="0" hangingPunct="1">
                        <a:defRPr sz="1800" kern="1200">
                          <a:solidFill>
                            <a:schemeClr val="dk1"/>
                          </a:solidFill>
                          <a:latin typeface="Arial"/>
                        </a:defRPr>
                      </a:lvl3pPr>
                      <a:lvl4pPr marL="1371600" algn="r" defTabSz="914400" rtl="1" eaLnBrk="1" latinLnBrk="0" hangingPunct="1">
                        <a:defRPr sz="1800" kern="1200">
                          <a:solidFill>
                            <a:schemeClr val="dk1"/>
                          </a:solidFill>
                          <a:latin typeface="Arial"/>
                        </a:defRPr>
                      </a:lvl4pPr>
                      <a:lvl5pPr marL="1828800" algn="r" defTabSz="914400" rtl="1" eaLnBrk="1" latinLnBrk="0" hangingPunct="1">
                        <a:defRPr sz="1800" kern="1200">
                          <a:solidFill>
                            <a:schemeClr val="dk1"/>
                          </a:solidFill>
                          <a:latin typeface="Arial"/>
                        </a:defRPr>
                      </a:lvl5pPr>
                      <a:lvl6pPr marL="2286000" algn="r" defTabSz="914400" rtl="1" eaLnBrk="1" latinLnBrk="0" hangingPunct="1">
                        <a:defRPr sz="1800" kern="1200">
                          <a:solidFill>
                            <a:schemeClr val="dk1"/>
                          </a:solidFill>
                          <a:latin typeface="Arial"/>
                        </a:defRPr>
                      </a:lvl6pPr>
                      <a:lvl7pPr marL="2743200" algn="r" defTabSz="914400" rtl="1" eaLnBrk="1" latinLnBrk="0" hangingPunct="1">
                        <a:defRPr sz="1800" kern="1200">
                          <a:solidFill>
                            <a:schemeClr val="dk1"/>
                          </a:solidFill>
                          <a:latin typeface="Arial"/>
                        </a:defRPr>
                      </a:lvl7pPr>
                      <a:lvl8pPr marL="3200400" algn="r" defTabSz="914400" rtl="1" eaLnBrk="1" latinLnBrk="0" hangingPunct="1">
                        <a:defRPr sz="1800" kern="1200">
                          <a:solidFill>
                            <a:schemeClr val="dk1"/>
                          </a:solidFill>
                          <a:latin typeface="Arial"/>
                        </a:defRPr>
                      </a:lvl8pPr>
                      <a:lvl9pPr marL="3657600" algn="r" defTabSz="914400" rtl="1" eaLnBrk="1" latinLnBrk="0" hangingPunct="1">
                        <a:defRPr sz="1800" kern="1200">
                          <a:solidFill>
                            <a:schemeClr val="dk1"/>
                          </a:solidFill>
                          <a:latin typeface="Arial"/>
                        </a:defRPr>
                      </a:lvl9pPr>
                    </a:lstStyle>
                    <a:p>
                      <a:pPr marL="285750" marR="0" lvl="0" indent="-285750" algn="r" defTabSz="914400" rtl="1"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ar-SA" sz="1200" b="0" i="0" u="none" strike="noStrike" kern="1200" cap="none" spc="0" normalizeH="0" baseline="0" noProof="0" dirty="0">
                          <a:ln>
                            <a:noFill/>
                          </a:ln>
                          <a:solidFill>
                            <a:schemeClr val="accent1"/>
                          </a:solidFill>
                          <a:effectLst/>
                          <a:uLnTx/>
                          <a:uFillTx/>
                          <a:latin typeface="Ping AR + LT Medium" panose="00000600000000000000" pitchFamily="50" charset="-78"/>
                          <a:ea typeface="Ping AR + LT Medium" panose="00000600000000000000" pitchFamily="50" charset="-78"/>
                          <a:cs typeface="Arial" panose="020B0604020202020204" pitchFamily="34" charset="0"/>
                        </a:rPr>
                        <a:t>السجلات المالية للجمعيات</a:t>
                      </a:r>
                      <a:r>
                        <a:rPr kumimoji="0" lang="ar-SA" sz="1200" b="0" i="0" u="none" strike="noStrike" kern="1200" cap="none" spc="0" normalizeH="0" baseline="0" noProof="0" dirty="0">
                          <a:ln>
                            <a:noFill/>
                          </a:ln>
                          <a:solidFill>
                            <a:prstClr val="black"/>
                          </a:solidFill>
                          <a:effectLst/>
                          <a:uLnTx/>
                          <a:uFillTx/>
                          <a:latin typeface="Ping AR + LT Medium" panose="00000600000000000000" pitchFamily="50" charset="-78"/>
                          <a:ea typeface="Ping AR + LT Medium" panose="00000600000000000000" pitchFamily="50" charset="-78"/>
                          <a:cs typeface="Arial" panose="020B0604020202020204" pitchFamily="34" charset="0"/>
                        </a:rPr>
                        <a:t>: تقارير مالية دورية تصدرها الجمعيات تظهر تفصيل دخلها.</a:t>
                      </a:r>
                    </a:p>
                    <a:p>
                      <a:pPr marL="285750" marR="0" lvl="0" indent="-285750" algn="r" defTabSz="914400" rtl="1"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ar-SA" sz="1200" b="0" i="0" u="none" strike="noStrike" kern="1200" cap="none" spc="0" normalizeH="0" baseline="0" noProof="0" dirty="0">
                          <a:ln>
                            <a:noFill/>
                          </a:ln>
                          <a:solidFill>
                            <a:schemeClr val="accent1"/>
                          </a:solidFill>
                          <a:effectLst/>
                          <a:uLnTx/>
                          <a:uFillTx/>
                          <a:latin typeface="Ping AR + LT Medium" panose="00000600000000000000" pitchFamily="50" charset="-78"/>
                          <a:ea typeface="Ping AR + LT Medium" panose="00000600000000000000" pitchFamily="50" charset="-78"/>
                          <a:cs typeface="Arial" panose="020B0604020202020204" pitchFamily="34" charset="0"/>
                        </a:rPr>
                        <a:t>التقارير المالية السنوية</a:t>
                      </a:r>
                      <a:r>
                        <a:rPr kumimoji="0" lang="ar-SA" sz="1200" b="0" i="0" u="none" strike="noStrike" kern="1200" cap="none" spc="0" normalizeH="0" baseline="0" noProof="0" dirty="0">
                          <a:ln>
                            <a:noFill/>
                          </a:ln>
                          <a:solidFill>
                            <a:prstClr val="black"/>
                          </a:solidFill>
                          <a:effectLst/>
                          <a:uLnTx/>
                          <a:uFillTx/>
                          <a:latin typeface="Ping AR + LT Medium" panose="00000600000000000000" pitchFamily="50" charset="-78"/>
                          <a:ea typeface="Ping AR + LT Medium" panose="00000600000000000000" pitchFamily="50" charset="-78"/>
                          <a:cs typeface="Arial" panose="020B0604020202020204" pitchFamily="34" charset="0"/>
                        </a:rPr>
                        <a:t>: تقارير تفصل الدخل السنوي للجمعيات.</a:t>
                      </a:r>
                    </a:p>
                  </a:txBody>
                  <a:tcPr marL="0" marR="0" marT="91440" marB="914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T="91440" marB="91440" anchor="ctr">
                    <a:lnL w="12700" cap="flat" cmpd="sng" algn="ctr">
                      <a:solidFill>
                        <a:schemeClr val="tx1"/>
                      </a:solidFill>
                      <a:prstDash val="solid"/>
                      <a:round/>
                      <a:headEnd type="none" w="med" len="med"/>
                      <a:tailEnd type="none" w="med" len="med"/>
                    </a:lnL>
                    <a:lnT w="12700" cap="flat" cmpd="sng" algn="ctr">
                      <a:solidFill>
                        <a:srgbClr val="006E62"/>
                      </a:solidFill>
                      <a:prstDash val="solid"/>
                      <a:round/>
                      <a:headEnd type="none" w="med" len="med"/>
                      <a:tailEnd type="none" w="med" len="med"/>
                    </a:lnT>
                    <a:lnB w="12700" cap="flat" cmpd="sng" algn="ctr">
                      <a:solidFill>
                        <a:srgbClr val="006E62"/>
                      </a:solidFill>
                      <a:prstDash val="solid"/>
                      <a:round/>
                      <a:headEnd type="none" w="med" len="med"/>
                      <a:tailEnd type="none" w="med" len="med"/>
                    </a:lnB>
                    <a:noFill/>
                  </a:tcPr>
                </a:tc>
                <a:tc hMerge="1">
                  <a:txBody>
                    <a:bodyPr/>
                    <a:lstStyle/>
                    <a:p>
                      <a:pPr marL="0" indent="0" algn="ctr" rtl="1">
                        <a:buFont typeface="Arial" panose="020B0604020202020204" pitchFamily="34" charset="0"/>
                        <a:buNone/>
                      </a:pPr>
                      <a:endParaRPr lang="ar-SA" sz="1200" b="0" dirty="0">
                        <a:latin typeface="Ping AR + LT Medium" panose="00000600000000000000" pitchFamily="50" charset="-78"/>
                        <a:ea typeface="Ping AR + LT Medium" panose="00000600000000000000" pitchFamily="50" charset="-78"/>
                        <a:cs typeface="Ping AR + LT Medium" panose="00000600000000000000" pitchFamily="50" charset="-78"/>
                      </a:endParaRPr>
                    </a:p>
                  </a:txBody>
                  <a:tcPr marT="91440" marB="91440" anchor="ctr">
                    <a:lnL w="12700" cap="flat" cmpd="sng" algn="ctr">
                      <a:solidFill>
                        <a:schemeClr val="tx1"/>
                      </a:solidFill>
                      <a:prstDash val="solid"/>
                      <a:round/>
                      <a:headEnd type="none" w="med" len="med"/>
                      <a:tailEnd type="none" w="med" len="med"/>
                    </a:lnL>
                    <a:lnR w="12700" cap="flat" cmpd="sng" algn="ctr">
                      <a:solidFill>
                        <a:srgbClr val="006E62"/>
                      </a:solidFill>
                      <a:prstDash val="solid"/>
                      <a:round/>
                      <a:headEnd type="none" w="med" len="med"/>
                      <a:tailEnd type="none" w="med" len="med"/>
                    </a:lnR>
                    <a:lnT w="12700" cap="flat" cmpd="sng" algn="ctr">
                      <a:solidFill>
                        <a:srgbClr val="006E62"/>
                      </a:solidFill>
                      <a:prstDash val="solid"/>
                      <a:round/>
                      <a:headEnd type="none" w="med" len="med"/>
                      <a:tailEnd type="none" w="med" len="med"/>
                    </a:lnT>
                    <a:lnB w="12700" cap="flat" cmpd="sng" algn="ctr">
                      <a:solidFill>
                        <a:srgbClr val="006E62"/>
                      </a:solidFill>
                      <a:prstDash val="solid"/>
                      <a:round/>
                      <a:headEnd type="none" w="med" len="med"/>
                      <a:tailEnd type="none" w="med" len="med"/>
                    </a:lnB>
                    <a:solidFill>
                      <a:srgbClr val="FCF9F2"/>
                    </a:solidFill>
                  </a:tcPr>
                </a:tc>
                <a:tc hMerge="1">
                  <a:txBody>
                    <a:bodyPr/>
                    <a:lstStyle/>
                    <a:p>
                      <a:endParaRPr dirty="0"/>
                    </a:p>
                  </a:txBody>
                  <a:tcPr marT="91440" marB="91440" anchor="ctr">
                    <a:lnR w="12700" cap="flat" cmpd="sng" algn="ctr">
                      <a:solidFill>
                        <a:srgbClr val="006E62"/>
                      </a:solidFill>
                      <a:prstDash val="solid"/>
                      <a:round/>
                      <a:headEnd type="none" w="med" len="med"/>
                      <a:tailEnd type="none" w="med" len="med"/>
                    </a:lnR>
                    <a:lnT w="12700" cap="flat" cmpd="sng" algn="ctr">
                      <a:solidFill>
                        <a:srgbClr val="006E62"/>
                      </a:solidFill>
                      <a:prstDash val="solid"/>
                      <a:round/>
                      <a:headEnd type="none" w="med" len="med"/>
                      <a:tailEnd type="none" w="med" len="med"/>
                    </a:lnT>
                    <a:lnB w="12700" cap="flat" cmpd="sng" algn="ctr">
                      <a:solidFill>
                        <a:srgbClr val="006E62"/>
                      </a:solidFill>
                      <a:prstDash val="solid"/>
                      <a:round/>
                      <a:headEnd type="none" w="med" len="med"/>
                      <a:tailEnd type="none" w="med" len="med"/>
                    </a:lnB>
                    <a:noFill/>
                  </a:tcPr>
                </a:tc>
                <a:tc gridSpan="3">
                  <a:txBody>
                    <a:bodyPr/>
                    <a:lstStyle/>
                    <a:p>
                      <a:pPr algn="ctr"/>
                      <a:r>
                        <a:rPr lang="ar-SA" sz="1600" dirty="0">
                          <a:latin typeface="Arial" panose="020B0604020202020204" pitchFamily="34" charset="0"/>
                          <a:cs typeface="Arial" panose="020B0604020202020204" pitchFamily="34" charset="0"/>
                        </a:rPr>
                        <a:t>سنوياً</a:t>
                      </a:r>
                      <a:endParaRPr lang="en-US" sz="1600" dirty="0"/>
                    </a:p>
                  </a:txBody>
                  <a:tcPr marL="0" marR="0" marT="91440" marB="914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T="91440" marB="91440" anchor="ctr">
                    <a:lnL w="12700" cap="flat" cmpd="sng" algn="ctr">
                      <a:solidFill>
                        <a:schemeClr val="tx1"/>
                      </a:solidFill>
                      <a:prstDash val="solid"/>
                      <a:round/>
                      <a:headEnd type="none" w="med" len="med"/>
                      <a:tailEnd type="none" w="med" len="med"/>
                    </a:lnL>
                    <a:lnR w="12700" cap="flat" cmpd="sng" algn="ctr">
                      <a:solidFill>
                        <a:srgbClr val="006E62"/>
                      </a:solidFill>
                      <a:prstDash val="solid"/>
                      <a:round/>
                      <a:headEnd type="none" w="med" len="med"/>
                      <a:tailEnd type="none" w="med" len="med"/>
                    </a:lnR>
                    <a:lnT w="12700" cap="flat" cmpd="sng" algn="ctr">
                      <a:solidFill>
                        <a:srgbClr val="006E62"/>
                      </a:solidFill>
                      <a:prstDash val="solid"/>
                      <a:round/>
                      <a:headEnd type="none" w="med" len="med"/>
                      <a:tailEnd type="none" w="med" len="med"/>
                    </a:lnT>
                    <a:lnB w="12700" cap="flat" cmpd="sng" algn="ctr">
                      <a:solidFill>
                        <a:srgbClr val="006E62"/>
                      </a:solidFill>
                      <a:prstDash val="solid"/>
                      <a:round/>
                      <a:headEnd type="none" w="med" len="med"/>
                      <a:tailEnd type="none" w="med" len="med"/>
                    </a:lnB>
                    <a:noFill/>
                  </a:tcPr>
                </a:tc>
                <a:tc hMerge="1">
                  <a:txBody>
                    <a:bodyPr/>
                    <a:lstStyle/>
                    <a:p>
                      <a:endParaRPr lang="en-US"/>
                    </a:p>
                  </a:txBody>
                  <a:tcPr/>
                </a:tc>
                <a:tc gridSpan="3">
                  <a:txBody>
                    <a:bodyPr/>
                    <a:lstStyle>
                      <a:lvl1pPr marL="0" algn="r" defTabSz="914400" rtl="1" eaLnBrk="1" latinLnBrk="0" hangingPunct="1">
                        <a:defRPr sz="1800" kern="1200">
                          <a:solidFill>
                            <a:schemeClr val="dk1"/>
                          </a:solidFill>
                          <a:latin typeface="Arial"/>
                        </a:defRPr>
                      </a:lvl1pPr>
                      <a:lvl2pPr marL="457200" algn="r" defTabSz="914400" rtl="1" eaLnBrk="1" latinLnBrk="0" hangingPunct="1">
                        <a:defRPr sz="1800" kern="1200">
                          <a:solidFill>
                            <a:schemeClr val="dk1"/>
                          </a:solidFill>
                          <a:latin typeface="Arial"/>
                        </a:defRPr>
                      </a:lvl2pPr>
                      <a:lvl3pPr marL="914400" algn="r" defTabSz="914400" rtl="1" eaLnBrk="1" latinLnBrk="0" hangingPunct="1">
                        <a:defRPr sz="1800" kern="1200">
                          <a:solidFill>
                            <a:schemeClr val="dk1"/>
                          </a:solidFill>
                          <a:latin typeface="Arial"/>
                        </a:defRPr>
                      </a:lvl3pPr>
                      <a:lvl4pPr marL="1371600" algn="r" defTabSz="914400" rtl="1" eaLnBrk="1" latinLnBrk="0" hangingPunct="1">
                        <a:defRPr sz="1800" kern="1200">
                          <a:solidFill>
                            <a:schemeClr val="dk1"/>
                          </a:solidFill>
                          <a:latin typeface="Arial"/>
                        </a:defRPr>
                      </a:lvl4pPr>
                      <a:lvl5pPr marL="1828800" algn="r" defTabSz="914400" rtl="1" eaLnBrk="1" latinLnBrk="0" hangingPunct="1">
                        <a:defRPr sz="1800" kern="1200">
                          <a:solidFill>
                            <a:schemeClr val="dk1"/>
                          </a:solidFill>
                          <a:latin typeface="Arial"/>
                        </a:defRPr>
                      </a:lvl5pPr>
                      <a:lvl6pPr marL="2286000" algn="r" defTabSz="914400" rtl="1" eaLnBrk="1" latinLnBrk="0" hangingPunct="1">
                        <a:defRPr sz="1800" kern="1200">
                          <a:solidFill>
                            <a:schemeClr val="dk1"/>
                          </a:solidFill>
                          <a:latin typeface="Arial"/>
                        </a:defRPr>
                      </a:lvl6pPr>
                      <a:lvl7pPr marL="2743200" algn="r" defTabSz="914400" rtl="1" eaLnBrk="1" latinLnBrk="0" hangingPunct="1">
                        <a:defRPr sz="1800" kern="1200">
                          <a:solidFill>
                            <a:schemeClr val="dk1"/>
                          </a:solidFill>
                          <a:latin typeface="Arial"/>
                        </a:defRPr>
                      </a:lvl7pPr>
                      <a:lvl8pPr marL="3200400" algn="r" defTabSz="914400" rtl="1" eaLnBrk="1" latinLnBrk="0" hangingPunct="1">
                        <a:defRPr sz="1800" kern="1200">
                          <a:solidFill>
                            <a:schemeClr val="dk1"/>
                          </a:solidFill>
                          <a:latin typeface="Arial"/>
                        </a:defRPr>
                      </a:lvl8pPr>
                      <a:lvl9pPr marL="3657600" algn="r" defTabSz="914400" rtl="1" eaLnBrk="1" latinLnBrk="0" hangingPunct="1">
                        <a:defRPr sz="1800" kern="1200">
                          <a:solidFill>
                            <a:schemeClr val="dk1"/>
                          </a:solidFill>
                          <a:latin typeface="Arial"/>
                        </a:defRPr>
                      </a:lvl9pPr>
                    </a:lstStyle>
                    <a:p>
                      <a:pPr marL="171450" indent="-171450" algn="justLow" rtl="1">
                        <a:buFont typeface="Arial" panose="020B0604020202020204" pitchFamily="34" charset="0"/>
                        <a:buChar char="•"/>
                      </a:pPr>
                      <a:r>
                        <a:rPr lang="ar-SA" sz="1100" b="0" dirty="0">
                          <a:solidFill>
                            <a:schemeClr val="accent1"/>
                          </a:solidFill>
                          <a:effectLst/>
                          <a:cs typeface="Arial" panose="020B0604020202020204" pitchFamily="34" charset="0"/>
                        </a:rPr>
                        <a:t>الدخل في بداية الفترة</a:t>
                      </a:r>
                      <a:r>
                        <a:rPr lang="ar-SA" sz="1100" dirty="0"/>
                        <a:t>: مجموع الدخل الذي حققته الجمعيات في بداية الفترة المحددة.</a:t>
                      </a:r>
                    </a:p>
                    <a:p>
                      <a:pPr marL="171450" indent="-171450" algn="justLow" rtl="1">
                        <a:buFont typeface="Arial" panose="020B0604020202020204" pitchFamily="34" charset="0"/>
                        <a:buChar char="•"/>
                      </a:pPr>
                      <a:r>
                        <a:rPr lang="ar-SA" sz="1100" b="0" dirty="0">
                          <a:solidFill>
                            <a:schemeClr val="accent1"/>
                          </a:solidFill>
                          <a:effectLst/>
                        </a:rPr>
                        <a:t>الدخل في نهاية الفترة</a:t>
                      </a:r>
                      <a:r>
                        <a:rPr lang="ar-SA" sz="1100" dirty="0"/>
                        <a:t>: مجموع الدخل الذي حققته الجمعيات في نهاية الفترة المحددة.</a:t>
                      </a:r>
                      <a:endParaRPr lang="ar-SA" sz="1050" b="0" dirty="0">
                        <a:solidFill>
                          <a:schemeClr val="tx1"/>
                        </a:solidFill>
                        <a:latin typeface="Ping AR + LT Medium" panose="00000600000000000000" pitchFamily="50" charset="-78"/>
                        <a:ea typeface="Ping AR + LT Medium" panose="00000600000000000000" pitchFamily="50" charset="-78"/>
                        <a:cs typeface="Arial" panose="020B0604020202020204" pitchFamily="34" charset="0"/>
                      </a:endParaRPr>
                    </a:p>
                  </a:txBody>
                  <a:tcPr marL="0" marR="0" marT="91440" marB="914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r" rtl="1"/>
                      <a:endParaRPr lang="en-US" dirty="0"/>
                    </a:p>
                  </a:txBody>
                  <a:tcPr anchor="ctr">
                    <a:lnL w="12700" cap="flat" cmpd="sng" algn="ctr">
                      <a:solidFill>
                        <a:schemeClr val="accent2">
                          <a:lumMod val="40000"/>
                          <a:lumOff val="60000"/>
                        </a:schemeClr>
                      </a:solidFill>
                      <a:prstDash val="solid"/>
                      <a:round/>
                      <a:headEnd type="none" w="med" len="med"/>
                      <a:tailEnd type="none" w="med" len="med"/>
                    </a:lnL>
                    <a:lnT w="12700" cap="flat" cmpd="sng" algn="ctr">
                      <a:solidFill>
                        <a:schemeClr val="accent2">
                          <a:lumMod val="40000"/>
                          <a:lumOff val="60000"/>
                        </a:schemeClr>
                      </a:solidFill>
                      <a:prstDash val="solid"/>
                      <a:round/>
                      <a:headEnd type="none" w="med" len="med"/>
                      <a:tailEnd type="none" w="med" len="med"/>
                    </a:lnT>
                    <a:lnB w="12700" cap="flat" cmpd="sng" algn="ctr">
                      <a:solidFill>
                        <a:schemeClr val="accent2">
                          <a:lumMod val="40000"/>
                          <a:lumOff val="60000"/>
                        </a:schemeClr>
                      </a:solidFill>
                      <a:prstDash val="solid"/>
                      <a:round/>
                      <a:headEnd type="none" w="med" len="med"/>
                      <a:tailEnd type="none" w="med" len="med"/>
                    </a:lnB>
                  </a:tcPr>
                </a:tc>
                <a:tc hMerge="1">
                  <a:txBody>
                    <a:bodyPr/>
                    <a:lstStyle/>
                    <a:p>
                      <a:endParaRPr lang="en-US"/>
                    </a:p>
                  </a:txBody>
                  <a:tcPr>
                    <a:lnL w="12700" cap="flat" cmpd="sng" algn="ctr">
                      <a:solidFill>
                        <a:schemeClr val="accent2">
                          <a:lumMod val="40000"/>
                          <a:lumOff val="60000"/>
                        </a:schemeClr>
                      </a:solidFill>
                      <a:prstDash val="solid"/>
                      <a:round/>
                      <a:headEnd type="none" w="med" len="med"/>
                      <a:tailEnd type="none" w="med" len="med"/>
                    </a:lnL>
                  </a:tcPr>
                </a:tc>
                <a:extLst>
                  <a:ext uri="{0D108BD9-81ED-4DB2-BD59-A6C34878D82A}">
                    <a16:rowId xmlns:a16="http://schemas.microsoft.com/office/drawing/2014/main" val="2446728338"/>
                  </a:ext>
                </a:extLst>
              </a:tr>
              <a:tr h="596624">
                <a:tc gridSpan="6">
                  <a:txBody>
                    <a:bodyPr/>
                    <a:lstStyle>
                      <a:lvl1pPr marL="0" algn="r" defTabSz="914400" rtl="1" eaLnBrk="1" latinLnBrk="0" hangingPunct="1">
                        <a:defRPr sz="1800" kern="1200">
                          <a:solidFill>
                            <a:schemeClr val="tx1"/>
                          </a:solidFill>
                          <a:latin typeface="Arial" panose="020B0604020202020204"/>
                        </a:defRPr>
                      </a:lvl1pPr>
                      <a:lvl2pPr marL="457200" algn="r" defTabSz="914400" rtl="1" eaLnBrk="1" latinLnBrk="0" hangingPunct="1">
                        <a:defRPr sz="1800" kern="1200">
                          <a:solidFill>
                            <a:schemeClr val="tx1"/>
                          </a:solidFill>
                          <a:latin typeface="Arial" panose="020B0604020202020204"/>
                        </a:defRPr>
                      </a:lvl2pPr>
                      <a:lvl3pPr marL="914400" algn="r" defTabSz="914400" rtl="1" eaLnBrk="1" latinLnBrk="0" hangingPunct="1">
                        <a:defRPr sz="1800" kern="1200">
                          <a:solidFill>
                            <a:schemeClr val="tx1"/>
                          </a:solidFill>
                          <a:latin typeface="Arial" panose="020B0604020202020204"/>
                        </a:defRPr>
                      </a:lvl3pPr>
                      <a:lvl4pPr marL="1371600" algn="r" defTabSz="914400" rtl="1" eaLnBrk="1" latinLnBrk="0" hangingPunct="1">
                        <a:defRPr sz="1800" kern="1200">
                          <a:solidFill>
                            <a:schemeClr val="tx1"/>
                          </a:solidFill>
                          <a:latin typeface="Arial" panose="020B0604020202020204"/>
                        </a:defRPr>
                      </a:lvl4pPr>
                      <a:lvl5pPr marL="1828800" algn="r" defTabSz="914400" rtl="1" eaLnBrk="1" latinLnBrk="0" hangingPunct="1">
                        <a:defRPr sz="1800" kern="1200">
                          <a:solidFill>
                            <a:schemeClr val="tx1"/>
                          </a:solidFill>
                          <a:latin typeface="Arial" panose="020B0604020202020204"/>
                        </a:defRPr>
                      </a:lvl5pPr>
                      <a:lvl6pPr marL="2286000" algn="r" defTabSz="914400" rtl="1" eaLnBrk="1" latinLnBrk="0" hangingPunct="1">
                        <a:defRPr sz="1800" kern="1200">
                          <a:solidFill>
                            <a:schemeClr val="tx1"/>
                          </a:solidFill>
                          <a:latin typeface="Arial" panose="020B0604020202020204"/>
                        </a:defRPr>
                      </a:lvl6pPr>
                      <a:lvl7pPr marL="2743200" algn="r" defTabSz="914400" rtl="1" eaLnBrk="1" latinLnBrk="0" hangingPunct="1">
                        <a:defRPr sz="1800" kern="1200">
                          <a:solidFill>
                            <a:schemeClr val="tx1"/>
                          </a:solidFill>
                          <a:latin typeface="Arial" panose="020B0604020202020204"/>
                        </a:defRPr>
                      </a:lvl7pPr>
                      <a:lvl8pPr marL="3200400" algn="r" defTabSz="914400" rtl="1" eaLnBrk="1" latinLnBrk="0" hangingPunct="1">
                        <a:defRPr sz="1800" kern="1200">
                          <a:solidFill>
                            <a:schemeClr val="tx1"/>
                          </a:solidFill>
                          <a:latin typeface="Arial" panose="020B0604020202020204"/>
                        </a:defRPr>
                      </a:lvl8pPr>
                      <a:lvl9pPr marL="3657600" algn="r" defTabSz="914400" rtl="1" eaLnBrk="1" latinLnBrk="0" hangingPunct="1">
                        <a:defRPr sz="1800" kern="1200">
                          <a:solidFill>
                            <a:schemeClr val="tx1"/>
                          </a:solidFill>
                          <a:latin typeface="Arial" panose="020B0604020202020204"/>
                        </a:defRPr>
                      </a:lvl9pPr>
                    </a:lstStyle>
                    <a:p>
                      <a:pPr marL="171450" indent="-171450" algn="justLow" rtl="1" fontAlgn="b">
                        <a:buFont typeface="Arial" panose="020B0604020202020204" pitchFamily="34" charset="0"/>
                        <a:buChar char="•"/>
                      </a:pPr>
                      <a:r>
                        <a:rPr lang="ar-SA" sz="1000" b="0" i="0" u="none" strike="noStrike" kern="1200" cap="none" dirty="0">
                          <a:solidFill>
                            <a:schemeClr val="accent1"/>
                          </a:solidFill>
                          <a:effectLst/>
                          <a:latin typeface="Arial" panose="020B0604020202020204"/>
                          <a:ea typeface="+mn-ea"/>
                          <a:cs typeface="Arial" panose="020B0604020202020204" pitchFamily="34" charset="0"/>
                          <a:sym typeface="Arial"/>
                        </a:rPr>
                        <a:t>إيجابية</a:t>
                      </a:r>
                      <a:r>
                        <a:rPr lang="ar-SA" sz="1000" b="0" i="0" u="none" strike="noStrike" kern="1200" cap="none" dirty="0">
                          <a:solidFill>
                            <a:schemeClr val="tx1"/>
                          </a:solidFill>
                          <a:effectLst/>
                          <a:latin typeface="Arial" panose="020B0604020202020204"/>
                          <a:ea typeface="+mn-ea"/>
                          <a:cs typeface="Arial" panose="020B0604020202020204" pitchFamily="34" charset="0"/>
                          <a:sym typeface="Arial"/>
                        </a:rPr>
                        <a:t>: زيادة معدل نمو الدخل يعد مؤشراً إيجابياً يدل على قدرة الجمعيات على تحقيق النمو المالي والاستقرار، مما يعزز قدرتها على تنفيذ مشاريعها وتوسيع نطاق أنشطتها.</a:t>
                      </a:r>
                    </a:p>
                    <a:p>
                      <a:pPr marL="171450" indent="-171450" algn="justLow" rtl="1" fontAlgn="b">
                        <a:buFont typeface="Arial" panose="020B0604020202020204" pitchFamily="34" charset="0"/>
                        <a:buChar char="•"/>
                      </a:pPr>
                      <a:r>
                        <a:rPr lang="ar-SA" sz="1000" b="0" i="0" u="none" strike="noStrike" kern="1200" cap="none" dirty="0">
                          <a:solidFill>
                            <a:schemeClr val="accent1"/>
                          </a:solidFill>
                          <a:effectLst/>
                          <a:latin typeface="Arial" panose="020B0604020202020204"/>
                          <a:ea typeface="+mn-ea"/>
                          <a:cs typeface="Arial" panose="020B0604020202020204" pitchFamily="34" charset="0"/>
                          <a:sym typeface="Arial"/>
                        </a:rPr>
                        <a:t>سلبية</a:t>
                      </a:r>
                      <a:r>
                        <a:rPr lang="ar-SA" sz="1000" b="0" i="0" u="none" strike="noStrike" kern="1200" cap="none" dirty="0">
                          <a:solidFill>
                            <a:schemeClr val="tx1"/>
                          </a:solidFill>
                          <a:effectLst/>
                          <a:latin typeface="Arial" panose="020B0604020202020204"/>
                          <a:ea typeface="+mn-ea"/>
                          <a:cs typeface="Arial" panose="020B0604020202020204" pitchFamily="34" charset="0"/>
                          <a:sym typeface="Arial"/>
                        </a:rPr>
                        <a:t>: انخفاض في معدل نمو الدخل قد يشير إلى تحديات مالية تواجهها الجمعيات، مما يتطلب مراجعة الاستراتيجيات والبحث عن مصادر تمويل بديلة.</a:t>
                      </a:r>
                    </a:p>
                  </a:txBody>
                  <a:tcPr marT="9144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a:p>
                  </a:txBody>
                  <a:tcPr/>
                </a:tc>
                <a:tc hMerge="1">
                  <a:txBody>
                    <a:bodyPr/>
                    <a:lstStyle/>
                    <a:p>
                      <a:endParaRPr lang="en-US"/>
                    </a:p>
                  </a:txBody>
                  <a:tcPr/>
                </a:tc>
                <a:tc hMerge="1">
                  <a:txBody>
                    <a:bodyPr/>
                    <a:lstStyle/>
                    <a:p>
                      <a:endParaRPr lang="en-US"/>
                    </a:p>
                  </a:txBody>
                  <a:tcPr>
                    <a:lnL w="12700" cap="flat" cmpd="sng" algn="ctr">
                      <a:solidFill>
                        <a:schemeClr val="accent2">
                          <a:lumMod val="40000"/>
                          <a:lumOff val="60000"/>
                        </a:schemeClr>
                      </a:solidFill>
                      <a:prstDash val="solid"/>
                      <a:round/>
                      <a:headEnd type="none" w="med" len="med"/>
                      <a:tailEnd type="none" w="med" len="med"/>
                    </a:lnL>
                    <a:lnR w="12700" cap="flat" cmpd="sng" algn="ctr">
                      <a:solidFill>
                        <a:schemeClr val="accent2">
                          <a:lumMod val="40000"/>
                          <a:lumOff val="60000"/>
                        </a:schemeClr>
                      </a:solidFill>
                      <a:prstDash val="solid"/>
                      <a:round/>
                      <a:headEnd type="none" w="med" len="med"/>
                      <a:tailEnd type="none" w="med" len="med"/>
                    </a:lnR>
                    <a:lnT w="12700" cap="flat" cmpd="sng" algn="ctr">
                      <a:solidFill>
                        <a:schemeClr val="accent2">
                          <a:lumMod val="40000"/>
                          <a:lumOff val="60000"/>
                        </a:schemeClr>
                      </a:solidFill>
                      <a:prstDash val="solid"/>
                      <a:round/>
                      <a:headEnd type="none" w="med" len="med"/>
                      <a:tailEnd type="none" w="med" len="med"/>
                    </a:lnT>
                    <a:lnB w="12700" cap="flat" cmpd="sng" algn="ctr">
                      <a:solidFill>
                        <a:schemeClr val="accent2">
                          <a:lumMod val="40000"/>
                          <a:lumOff val="60000"/>
                        </a:schemeClr>
                      </a:solidFill>
                      <a:prstDash val="solid"/>
                      <a:round/>
                      <a:headEnd type="none" w="med" len="med"/>
                      <a:tailEnd type="none" w="med" len="med"/>
                    </a:lnB>
                    <a:solidFill>
                      <a:schemeClr val="accent2">
                        <a:lumMod val="20000"/>
                        <a:lumOff val="80000"/>
                      </a:schemeClr>
                    </a:solidFill>
                  </a:tcPr>
                </a:tc>
                <a:tc hMerge="1">
                  <a:txBody>
                    <a:bodyPr/>
                    <a:lstStyle/>
                    <a:p>
                      <a:endParaRPr lang="en-US"/>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tcPr>
                </a:tc>
                <a:tc hMerge="1">
                  <a:txBody>
                    <a:bodyPr/>
                    <a:lstStyle/>
                    <a:p>
                      <a:endParaRPr lang="en-US"/>
                    </a:p>
                  </a:txBody>
                  <a:tcPr>
                    <a:lnR w="12700" cap="flat" cmpd="sng" algn="ctr">
                      <a:solidFill>
                        <a:schemeClr val="accent2">
                          <a:lumMod val="40000"/>
                          <a:lumOff val="60000"/>
                        </a:schemeClr>
                      </a:solidFill>
                      <a:prstDash val="solid"/>
                      <a:round/>
                      <a:headEnd type="none" w="med" len="med"/>
                      <a:tailEnd type="none" w="med" len="med"/>
                    </a:lnR>
                    <a:lnT w="12700" cap="flat" cmpd="sng" algn="ctr">
                      <a:solidFill>
                        <a:srgbClr val="006E62"/>
                      </a:solidFill>
                      <a:prstDash val="solid"/>
                      <a:round/>
                      <a:headEnd type="none" w="med" len="med"/>
                      <a:tailEnd type="none" w="med" len="med"/>
                    </a:lnT>
                    <a:lnB w="12700" cap="flat" cmpd="sng" algn="ctr">
                      <a:solidFill>
                        <a:schemeClr val="accent2">
                          <a:lumMod val="40000"/>
                          <a:lumOff val="60000"/>
                        </a:schemeClr>
                      </a:solidFill>
                      <a:prstDash val="solid"/>
                      <a:round/>
                      <a:headEnd type="none" w="med" len="med"/>
                      <a:tailEnd type="none" w="med" len="med"/>
                    </a:lnB>
                    <a:solidFill>
                      <a:schemeClr val="accent2">
                        <a:lumMod val="20000"/>
                        <a:lumOff val="80000"/>
                      </a:schemeClr>
                    </a:solidFill>
                  </a:tcPr>
                </a:tc>
                <a:tc gridSpan="2">
                  <a:txBody>
                    <a:bodyPr/>
                    <a:lstStyle>
                      <a:lvl1pPr marL="0" algn="r" defTabSz="914400" rtl="1" eaLnBrk="1" latinLnBrk="0" hangingPunct="1">
                        <a:defRPr sz="1800" kern="1200">
                          <a:solidFill>
                            <a:schemeClr val="dk1"/>
                          </a:solidFill>
                          <a:latin typeface="Arial"/>
                        </a:defRPr>
                      </a:lvl1pPr>
                      <a:lvl2pPr marL="457200" algn="r" defTabSz="914400" rtl="1" eaLnBrk="1" latinLnBrk="0" hangingPunct="1">
                        <a:defRPr sz="1800" kern="1200">
                          <a:solidFill>
                            <a:schemeClr val="dk1"/>
                          </a:solidFill>
                          <a:latin typeface="Arial"/>
                        </a:defRPr>
                      </a:lvl2pPr>
                      <a:lvl3pPr marL="914400" algn="r" defTabSz="914400" rtl="1" eaLnBrk="1" latinLnBrk="0" hangingPunct="1">
                        <a:defRPr sz="1800" kern="1200">
                          <a:solidFill>
                            <a:schemeClr val="dk1"/>
                          </a:solidFill>
                          <a:latin typeface="Arial"/>
                        </a:defRPr>
                      </a:lvl3pPr>
                      <a:lvl4pPr marL="1371600" algn="r" defTabSz="914400" rtl="1" eaLnBrk="1" latinLnBrk="0" hangingPunct="1">
                        <a:defRPr sz="1800" kern="1200">
                          <a:solidFill>
                            <a:schemeClr val="dk1"/>
                          </a:solidFill>
                          <a:latin typeface="Arial"/>
                        </a:defRPr>
                      </a:lvl4pPr>
                      <a:lvl5pPr marL="1828800" algn="r" defTabSz="914400" rtl="1" eaLnBrk="1" latinLnBrk="0" hangingPunct="1">
                        <a:defRPr sz="1800" kern="1200">
                          <a:solidFill>
                            <a:schemeClr val="dk1"/>
                          </a:solidFill>
                          <a:latin typeface="Arial"/>
                        </a:defRPr>
                      </a:lvl5pPr>
                      <a:lvl6pPr marL="2286000" algn="r" defTabSz="914400" rtl="1" eaLnBrk="1" latinLnBrk="0" hangingPunct="1">
                        <a:defRPr sz="1800" kern="1200">
                          <a:solidFill>
                            <a:schemeClr val="dk1"/>
                          </a:solidFill>
                          <a:latin typeface="Arial"/>
                        </a:defRPr>
                      </a:lvl6pPr>
                      <a:lvl7pPr marL="2743200" algn="r" defTabSz="914400" rtl="1" eaLnBrk="1" latinLnBrk="0" hangingPunct="1">
                        <a:defRPr sz="1800" kern="1200">
                          <a:solidFill>
                            <a:schemeClr val="dk1"/>
                          </a:solidFill>
                          <a:latin typeface="Arial"/>
                        </a:defRPr>
                      </a:lvl7pPr>
                      <a:lvl8pPr marL="3200400" algn="r" defTabSz="914400" rtl="1" eaLnBrk="1" latinLnBrk="0" hangingPunct="1">
                        <a:defRPr sz="1800" kern="1200">
                          <a:solidFill>
                            <a:schemeClr val="dk1"/>
                          </a:solidFill>
                          <a:latin typeface="Arial"/>
                        </a:defRPr>
                      </a:lvl8pPr>
                      <a:lvl9pPr marL="3657600" algn="r" defTabSz="914400" rtl="1" eaLnBrk="1" latinLnBrk="0" hangingPunct="1">
                        <a:defRPr sz="1800" kern="1200">
                          <a:solidFill>
                            <a:schemeClr val="dk1"/>
                          </a:solidFill>
                          <a:latin typeface="Arial"/>
                        </a:defRPr>
                      </a:lvl9pPr>
                    </a:lstStyle>
                    <a:p>
                      <a:pPr algn="ctr" rtl="1"/>
                      <a:r>
                        <a:rPr lang="ar-SA" sz="1100" b="0" dirty="0">
                          <a:solidFill>
                            <a:schemeClr val="bg1"/>
                          </a:solidFill>
                          <a:effectLst/>
                          <a:cs typeface="Arial" panose="020B0604020202020204" pitchFamily="34" charset="0"/>
                        </a:rPr>
                        <a:t>القطبية</a:t>
                      </a:r>
                      <a:endParaRPr lang="en-US" sz="1600" b="0" dirty="0">
                        <a:cs typeface="Arial" panose="020B0604020202020204" pitchFamily="34" charset="0"/>
                      </a:endParaRPr>
                    </a:p>
                  </a:txBody>
                  <a:tcPr marT="9144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006E62"/>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hMerge="1">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accent2">
                          <a:lumMod val="40000"/>
                          <a:lumOff val="60000"/>
                        </a:schemeClr>
                      </a:solidFill>
                      <a:prstDash val="solid"/>
                      <a:round/>
                      <a:headEnd type="none" w="med" len="med"/>
                      <a:tailEnd type="none" w="med" len="med"/>
                    </a:lnR>
                    <a:lnT w="12700" cap="flat" cmpd="sng" algn="ctr">
                      <a:solidFill>
                        <a:srgbClr val="006E62"/>
                      </a:solidFill>
                      <a:prstDash val="solid"/>
                      <a:round/>
                      <a:headEnd type="none" w="med" len="med"/>
                      <a:tailEnd type="none" w="med" len="med"/>
                    </a:lnT>
                    <a:lnB w="12700" cap="flat" cmpd="sng" algn="ctr">
                      <a:solidFill>
                        <a:schemeClr val="accent2">
                          <a:lumMod val="40000"/>
                          <a:lumOff val="60000"/>
                        </a:schemeClr>
                      </a:solidFill>
                      <a:prstDash val="solid"/>
                      <a:round/>
                      <a:headEnd type="none" w="med" len="med"/>
                      <a:tailEnd type="none" w="med" len="med"/>
                    </a:lnB>
                    <a:solidFill>
                      <a:schemeClr val="accent2">
                        <a:lumMod val="20000"/>
                        <a:lumOff val="80000"/>
                      </a:schemeClr>
                    </a:solidFill>
                  </a:tcPr>
                </a:tc>
                <a:tc gridSpan="4">
                  <a:txBody>
                    <a:bodyPr/>
                    <a:lstStyle>
                      <a:lvl1pPr marL="0" algn="r" defTabSz="914400" rtl="1" eaLnBrk="1" latinLnBrk="0" hangingPunct="1">
                        <a:defRPr sz="1800" kern="1200">
                          <a:solidFill>
                            <a:schemeClr val="dk1"/>
                          </a:solidFill>
                          <a:latin typeface="Arial"/>
                        </a:defRPr>
                      </a:lvl1pPr>
                      <a:lvl2pPr marL="457200" algn="r" defTabSz="914400" rtl="1" eaLnBrk="1" latinLnBrk="0" hangingPunct="1">
                        <a:defRPr sz="1800" kern="1200">
                          <a:solidFill>
                            <a:schemeClr val="dk1"/>
                          </a:solidFill>
                          <a:latin typeface="Arial"/>
                        </a:defRPr>
                      </a:lvl2pPr>
                      <a:lvl3pPr marL="914400" algn="r" defTabSz="914400" rtl="1" eaLnBrk="1" latinLnBrk="0" hangingPunct="1">
                        <a:defRPr sz="1800" kern="1200">
                          <a:solidFill>
                            <a:schemeClr val="dk1"/>
                          </a:solidFill>
                          <a:latin typeface="Arial"/>
                        </a:defRPr>
                      </a:lvl3pPr>
                      <a:lvl4pPr marL="1371600" algn="r" defTabSz="914400" rtl="1" eaLnBrk="1" latinLnBrk="0" hangingPunct="1">
                        <a:defRPr sz="1800" kern="1200">
                          <a:solidFill>
                            <a:schemeClr val="dk1"/>
                          </a:solidFill>
                          <a:latin typeface="Arial"/>
                        </a:defRPr>
                      </a:lvl4pPr>
                      <a:lvl5pPr marL="1828800" algn="r" defTabSz="914400" rtl="1" eaLnBrk="1" latinLnBrk="0" hangingPunct="1">
                        <a:defRPr sz="1800" kern="1200">
                          <a:solidFill>
                            <a:schemeClr val="dk1"/>
                          </a:solidFill>
                          <a:latin typeface="Arial"/>
                        </a:defRPr>
                      </a:lvl5pPr>
                      <a:lvl6pPr marL="2286000" algn="r" defTabSz="914400" rtl="1" eaLnBrk="1" latinLnBrk="0" hangingPunct="1">
                        <a:defRPr sz="1800" kern="1200">
                          <a:solidFill>
                            <a:schemeClr val="dk1"/>
                          </a:solidFill>
                          <a:latin typeface="Arial"/>
                        </a:defRPr>
                      </a:lvl6pPr>
                      <a:lvl7pPr marL="2743200" algn="r" defTabSz="914400" rtl="1" eaLnBrk="1" latinLnBrk="0" hangingPunct="1">
                        <a:defRPr sz="1800" kern="1200">
                          <a:solidFill>
                            <a:schemeClr val="dk1"/>
                          </a:solidFill>
                          <a:latin typeface="Arial"/>
                        </a:defRPr>
                      </a:lvl7pPr>
                      <a:lvl8pPr marL="3200400" algn="r" defTabSz="914400" rtl="1" eaLnBrk="1" latinLnBrk="0" hangingPunct="1">
                        <a:defRPr sz="1800" kern="1200">
                          <a:solidFill>
                            <a:schemeClr val="dk1"/>
                          </a:solidFill>
                          <a:latin typeface="Arial"/>
                        </a:defRPr>
                      </a:lvl8pPr>
                      <a:lvl9pPr marL="3657600" algn="r" defTabSz="914400" rtl="1" eaLnBrk="1" latinLnBrk="0" hangingPunct="1">
                        <a:defRPr sz="1800" kern="1200">
                          <a:solidFill>
                            <a:schemeClr val="dk1"/>
                          </a:solidFill>
                          <a:latin typeface="Arial"/>
                        </a:defRPr>
                      </a:lvl9pPr>
                    </a:lstStyle>
                    <a:p>
                      <a:pPr marL="0" marR="0" lvl="0" indent="0" algn="r" defTabSz="914400" rtl="1" eaLnBrk="1" fontAlgn="b" latinLnBrk="0" hangingPunct="1">
                        <a:lnSpc>
                          <a:spcPct val="100000"/>
                        </a:lnSpc>
                        <a:spcBef>
                          <a:spcPts val="0"/>
                        </a:spcBef>
                        <a:spcAft>
                          <a:spcPts val="0"/>
                        </a:spcAft>
                        <a:buClr>
                          <a:srgbClr val="000000"/>
                        </a:buClr>
                        <a:buSzTx/>
                        <a:buFont typeface="Arial"/>
                        <a:buNone/>
                        <a:tabLst/>
                        <a:defRPr/>
                      </a:pPr>
                      <a:r>
                        <a:rPr lang="ar-SA" sz="1100" b="0" i="0" u="none" strike="noStrike" cap="none" dirty="0">
                          <a:solidFill>
                            <a:schemeClr val="tx1"/>
                          </a:solidFill>
                          <a:effectLst/>
                          <a:latin typeface="Arial" panose="020B0604020202020204" pitchFamily="34" charset="0"/>
                          <a:ea typeface="+mn-ea"/>
                          <a:cs typeface="Arial" panose="020B0604020202020204" pitchFamily="34" charset="0"/>
                          <a:sym typeface="Arial"/>
                        </a:rPr>
                        <a:t>سنوي</a:t>
                      </a:r>
                    </a:p>
                  </a:txBody>
                  <a:tcPr marT="9144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accent2">
                          <a:lumMod val="40000"/>
                          <a:lumOff val="60000"/>
                        </a:schemeClr>
                      </a:solidFill>
                      <a:prstDash val="solid"/>
                      <a:round/>
                      <a:headEnd type="none" w="med" len="med"/>
                      <a:tailEnd type="none" w="med" len="med"/>
                    </a:lnR>
                    <a:lnT w="12700" cap="flat" cmpd="sng" algn="ctr">
                      <a:solidFill>
                        <a:srgbClr val="006E62"/>
                      </a:solidFill>
                      <a:prstDash val="solid"/>
                      <a:round/>
                      <a:headEnd type="none" w="med" len="med"/>
                      <a:tailEnd type="none" w="med" len="med"/>
                    </a:lnT>
                    <a:lnB w="12700" cap="flat" cmpd="sng" algn="ctr">
                      <a:solidFill>
                        <a:schemeClr val="accent2">
                          <a:lumMod val="40000"/>
                          <a:lumOff val="60000"/>
                        </a:schemeClr>
                      </a:solidFill>
                      <a:prstDash val="solid"/>
                      <a:round/>
                      <a:headEnd type="none" w="med" len="med"/>
                      <a:tailEnd type="none" w="med" len="med"/>
                    </a:lnB>
                    <a:solidFill>
                      <a:schemeClr val="accent2">
                        <a:lumMod val="20000"/>
                        <a:lumOff val="80000"/>
                      </a:schemeClr>
                    </a:solidFill>
                  </a:tcPr>
                </a:tc>
                <a:tc hMerge="1">
                  <a:txBody>
                    <a:bodyPr/>
                    <a:lstStyle/>
                    <a:p>
                      <a:pPr algn="r" rtl="1" fontAlgn="b"/>
                      <a:endParaRPr lang="ar-SA" sz="1200" b="0" dirty="0">
                        <a:solidFill>
                          <a:schemeClr val="tx1"/>
                        </a:solidFill>
                        <a:effectLst/>
                        <a:latin typeface="+mj-lt"/>
                        <a:cs typeface="Ping AR + LT" panose="00000500000000000000"/>
                      </a:endParaRPr>
                    </a:p>
                  </a:txBody>
                  <a:tcPr marT="91440" marB="91440" anchor="ctr">
                    <a:lnL w="12700" cap="flat" cmpd="sng" algn="ctr">
                      <a:solidFill>
                        <a:schemeClr val="accent2">
                          <a:lumMod val="40000"/>
                          <a:lumOff val="60000"/>
                        </a:schemeClr>
                      </a:solidFill>
                      <a:prstDash val="solid"/>
                      <a:round/>
                      <a:headEnd type="none" w="med" len="med"/>
                      <a:tailEnd type="none" w="med" len="med"/>
                    </a:lnL>
                    <a:lnR w="12700" cap="flat" cmpd="sng" algn="ctr">
                      <a:solidFill>
                        <a:schemeClr val="accent2">
                          <a:lumMod val="40000"/>
                          <a:lumOff val="60000"/>
                        </a:schemeClr>
                      </a:solidFill>
                      <a:prstDash val="solid"/>
                      <a:round/>
                      <a:headEnd type="none" w="med" len="med"/>
                      <a:tailEnd type="none" w="med" len="med"/>
                    </a:lnR>
                    <a:lnT w="12700" cap="flat" cmpd="sng" algn="ctr">
                      <a:solidFill>
                        <a:schemeClr val="accent2">
                          <a:lumMod val="40000"/>
                          <a:lumOff val="60000"/>
                        </a:schemeClr>
                      </a:solidFill>
                      <a:prstDash val="solid"/>
                      <a:round/>
                      <a:headEnd type="none" w="med" len="med"/>
                      <a:tailEnd type="none" w="med" len="med"/>
                    </a:lnT>
                    <a:lnB w="12700" cap="flat" cmpd="sng" algn="ctr">
                      <a:solidFill>
                        <a:schemeClr val="accent2">
                          <a:lumMod val="40000"/>
                          <a:lumOff val="60000"/>
                        </a:schemeClr>
                      </a:solidFill>
                      <a:prstDash val="solid"/>
                      <a:round/>
                      <a:headEnd type="none" w="med" len="med"/>
                      <a:tailEnd type="none" w="med" len="med"/>
                    </a:lnB>
                    <a:solidFill>
                      <a:srgbClr val="FCF9F2"/>
                    </a:solidFill>
                  </a:tcPr>
                </a:tc>
                <a:tc hMerge="1">
                  <a:txBody>
                    <a:bodyPr/>
                    <a:lstStyle/>
                    <a:p>
                      <a:endParaRPr lang="en-US"/>
                    </a:p>
                  </a:txBody>
                  <a:tcPr>
                    <a:lnL w="12700" cap="flat" cmpd="sng" algn="ctr">
                      <a:solidFill>
                        <a:srgbClr val="006E62"/>
                      </a:solidFill>
                      <a:prstDash val="solid"/>
                      <a:round/>
                      <a:headEnd type="none" w="med" len="med"/>
                      <a:tailEnd type="none" w="med" len="med"/>
                    </a:lnL>
                    <a:lnT w="12700" cap="flat" cmpd="sng" algn="ctr">
                      <a:solidFill>
                        <a:srgbClr val="006E62"/>
                      </a:solidFill>
                      <a:prstDash val="solid"/>
                      <a:round/>
                      <a:headEnd type="none" w="med" len="med"/>
                      <a:tailEnd type="none" w="med" len="med"/>
                    </a:lnT>
                  </a:tcPr>
                </a:tc>
                <a:tc gridSpan="2">
                  <a:txBody>
                    <a:bodyPr/>
                    <a:lstStyle>
                      <a:lvl1pPr marL="0" algn="r" defTabSz="914400" rtl="1" eaLnBrk="1" latinLnBrk="0" hangingPunct="1">
                        <a:defRPr sz="1800" kern="1200">
                          <a:solidFill>
                            <a:schemeClr val="tx1"/>
                          </a:solidFill>
                          <a:latin typeface="Arial" panose="020B0604020202020204"/>
                        </a:defRPr>
                      </a:lvl1pPr>
                      <a:lvl2pPr marL="457200" algn="r" defTabSz="914400" rtl="1" eaLnBrk="1" latinLnBrk="0" hangingPunct="1">
                        <a:defRPr sz="1800" kern="1200">
                          <a:solidFill>
                            <a:schemeClr val="tx1"/>
                          </a:solidFill>
                          <a:latin typeface="Arial" panose="020B0604020202020204"/>
                        </a:defRPr>
                      </a:lvl2pPr>
                      <a:lvl3pPr marL="914400" algn="r" defTabSz="914400" rtl="1" eaLnBrk="1" latinLnBrk="0" hangingPunct="1">
                        <a:defRPr sz="1800" kern="1200">
                          <a:solidFill>
                            <a:schemeClr val="tx1"/>
                          </a:solidFill>
                          <a:latin typeface="Arial" panose="020B0604020202020204"/>
                        </a:defRPr>
                      </a:lvl3pPr>
                      <a:lvl4pPr marL="1371600" algn="r" defTabSz="914400" rtl="1" eaLnBrk="1" latinLnBrk="0" hangingPunct="1">
                        <a:defRPr sz="1800" kern="1200">
                          <a:solidFill>
                            <a:schemeClr val="tx1"/>
                          </a:solidFill>
                          <a:latin typeface="Arial" panose="020B0604020202020204"/>
                        </a:defRPr>
                      </a:lvl4pPr>
                      <a:lvl5pPr marL="1828800" algn="r" defTabSz="914400" rtl="1" eaLnBrk="1" latinLnBrk="0" hangingPunct="1">
                        <a:defRPr sz="1800" kern="1200">
                          <a:solidFill>
                            <a:schemeClr val="tx1"/>
                          </a:solidFill>
                          <a:latin typeface="Arial" panose="020B0604020202020204"/>
                        </a:defRPr>
                      </a:lvl5pPr>
                      <a:lvl6pPr marL="2286000" algn="r" defTabSz="914400" rtl="1" eaLnBrk="1" latinLnBrk="0" hangingPunct="1">
                        <a:defRPr sz="1800" kern="1200">
                          <a:solidFill>
                            <a:schemeClr val="tx1"/>
                          </a:solidFill>
                          <a:latin typeface="Arial" panose="020B0604020202020204"/>
                        </a:defRPr>
                      </a:lvl6pPr>
                      <a:lvl7pPr marL="2743200" algn="r" defTabSz="914400" rtl="1" eaLnBrk="1" latinLnBrk="0" hangingPunct="1">
                        <a:defRPr sz="1800" kern="1200">
                          <a:solidFill>
                            <a:schemeClr val="tx1"/>
                          </a:solidFill>
                          <a:latin typeface="Arial" panose="020B0604020202020204"/>
                        </a:defRPr>
                      </a:lvl7pPr>
                      <a:lvl8pPr marL="3200400" algn="r" defTabSz="914400" rtl="1" eaLnBrk="1" latinLnBrk="0" hangingPunct="1">
                        <a:defRPr sz="1800" kern="1200">
                          <a:solidFill>
                            <a:schemeClr val="tx1"/>
                          </a:solidFill>
                          <a:latin typeface="Arial" panose="020B0604020202020204"/>
                        </a:defRPr>
                      </a:lvl8pPr>
                      <a:lvl9pPr marL="3657600" algn="r" defTabSz="914400" rtl="1" eaLnBrk="1" latinLnBrk="0" hangingPunct="1">
                        <a:defRPr sz="1800" kern="1200">
                          <a:solidFill>
                            <a:schemeClr val="tx1"/>
                          </a:solidFill>
                          <a:latin typeface="Arial" panose="020B0604020202020204"/>
                        </a:defRPr>
                      </a:lvl9pPr>
                    </a:lstStyle>
                    <a:p>
                      <a:pPr algn="ctr" rtl="1" fontAlgn="b"/>
                      <a:r>
                        <a:rPr lang="ar-SA" sz="1100" b="0" dirty="0">
                          <a:solidFill>
                            <a:schemeClr val="bg1"/>
                          </a:solidFill>
                          <a:effectLst/>
                          <a:cs typeface="Arial" panose="020B0604020202020204" pitchFamily="34" charset="0"/>
                        </a:rPr>
                        <a:t>دورية القياس</a:t>
                      </a:r>
                      <a:endParaRPr lang="ar-SA" sz="1100" b="0" dirty="0">
                        <a:solidFill>
                          <a:schemeClr val="bg1"/>
                        </a:solidFill>
                        <a:effectLst/>
                        <a:latin typeface="+mj-lt"/>
                        <a:cs typeface="Arial" panose="020B0604020202020204" pitchFamily="34" charset="0"/>
                      </a:endParaRPr>
                    </a:p>
                  </a:txBody>
                  <a:tcPr marT="9144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hMerge="1">
                  <a:txBody>
                    <a:bodyPr/>
                    <a:lstStyle/>
                    <a:p>
                      <a:endParaRPr lang="en-US"/>
                    </a:p>
                  </a:txBody>
                  <a:tcPr>
                    <a:lnL w="12700" cap="flat" cmpd="sng" algn="ctr">
                      <a:solidFill>
                        <a:schemeClr val="accent2">
                          <a:lumMod val="40000"/>
                          <a:lumOff val="60000"/>
                        </a:schemeClr>
                      </a:solidFill>
                      <a:prstDash val="solid"/>
                      <a:round/>
                      <a:headEnd type="none" w="med" len="med"/>
                      <a:tailEnd type="none" w="med" len="med"/>
                    </a:lnL>
                  </a:tcPr>
                </a:tc>
                <a:extLst>
                  <a:ext uri="{0D108BD9-81ED-4DB2-BD59-A6C34878D82A}">
                    <a16:rowId xmlns:a16="http://schemas.microsoft.com/office/drawing/2014/main" val="3564121472"/>
                  </a:ext>
                </a:extLst>
              </a:tr>
              <a:tr h="280371">
                <a:tc gridSpan="12">
                  <a:txBody>
                    <a:bodyPr/>
                    <a:lstStyle>
                      <a:lvl1pPr marL="0" algn="r" defTabSz="914400" rtl="1" eaLnBrk="1" latinLnBrk="0" hangingPunct="1">
                        <a:defRPr sz="1800" kern="1200">
                          <a:solidFill>
                            <a:schemeClr val="tx1"/>
                          </a:solidFill>
                          <a:latin typeface="Arial" panose="020B0604020202020204"/>
                        </a:defRPr>
                      </a:lvl1pPr>
                      <a:lvl2pPr marL="457200" algn="r" defTabSz="914400" rtl="1" eaLnBrk="1" latinLnBrk="0" hangingPunct="1">
                        <a:defRPr sz="1800" kern="1200">
                          <a:solidFill>
                            <a:schemeClr val="tx1"/>
                          </a:solidFill>
                          <a:latin typeface="Arial" panose="020B0604020202020204"/>
                        </a:defRPr>
                      </a:lvl2pPr>
                      <a:lvl3pPr marL="914400" algn="r" defTabSz="914400" rtl="1" eaLnBrk="1" latinLnBrk="0" hangingPunct="1">
                        <a:defRPr sz="1800" kern="1200">
                          <a:solidFill>
                            <a:schemeClr val="tx1"/>
                          </a:solidFill>
                          <a:latin typeface="Arial" panose="020B0604020202020204"/>
                        </a:defRPr>
                      </a:lvl3pPr>
                      <a:lvl4pPr marL="1371600" algn="r" defTabSz="914400" rtl="1" eaLnBrk="1" latinLnBrk="0" hangingPunct="1">
                        <a:defRPr sz="1800" kern="1200">
                          <a:solidFill>
                            <a:schemeClr val="tx1"/>
                          </a:solidFill>
                          <a:latin typeface="Arial" panose="020B0604020202020204"/>
                        </a:defRPr>
                      </a:lvl4pPr>
                      <a:lvl5pPr marL="1828800" algn="r" defTabSz="914400" rtl="1" eaLnBrk="1" latinLnBrk="0" hangingPunct="1">
                        <a:defRPr sz="1800" kern="1200">
                          <a:solidFill>
                            <a:schemeClr val="tx1"/>
                          </a:solidFill>
                          <a:latin typeface="Arial" panose="020B0604020202020204"/>
                        </a:defRPr>
                      </a:lvl5pPr>
                      <a:lvl6pPr marL="2286000" algn="r" defTabSz="914400" rtl="1" eaLnBrk="1" latinLnBrk="0" hangingPunct="1">
                        <a:defRPr sz="1800" kern="1200">
                          <a:solidFill>
                            <a:schemeClr val="tx1"/>
                          </a:solidFill>
                          <a:latin typeface="Arial" panose="020B0604020202020204"/>
                        </a:defRPr>
                      </a:lvl6pPr>
                      <a:lvl7pPr marL="2743200" algn="r" defTabSz="914400" rtl="1" eaLnBrk="1" latinLnBrk="0" hangingPunct="1">
                        <a:defRPr sz="1800" kern="1200">
                          <a:solidFill>
                            <a:schemeClr val="tx1"/>
                          </a:solidFill>
                          <a:latin typeface="Arial" panose="020B0604020202020204"/>
                        </a:defRPr>
                      </a:lvl7pPr>
                      <a:lvl8pPr marL="3200400" algn="r" defTabSz="914400" rtl="1" eaLnBrk="1" latinLnBrk="0" hangingPunct="1">
                        <a:defRPr sz="1800" kern="1200">
                          <a:solidFill>
                            <a:schemeClr val="tx1"/>
                          </a:solidFill>
                          <a:latin typeface="Arial" panose="020B0604020202020204"/>
                        </a:defRPr>
                      </a:lvl8pPr>
                      <a:lvl9pPr marL="3657600" algn="r" defTabSz="914400" rtl="1" eaLnBrk="1" latinLnBrk="0" hangingPunct="1">
                        <a:defRPr sz="1800" kern="1200">
                          <a:solidFill>
                            <a:schemeClr val="tx1"/>
                          </a:solidFill>
                          <a:latin typeface="Arial" panose="020B0604020202020204"/>
                        </a:defRPr>
                      </a:lvl9pPr>
                    </a:lstStyle>
                    <a:p>
                      <a:pPr marL="0" indent="0" algn="r" rtl="1" fontAlgn="b">
                        <a:buNone/>
                      </a:pPr>
                      <a:r>
                        <a:rPr lang="ar-SA" sz="1100" b="0" i="0" u="none" strike="noStrike" kern="1200" cap="none" dirty="0">
                          <a:solidFill>
                            <a:schemeClr val="tx1"/>
                          </a:solidFill>
                          <a:effectLst/>
                          <a:latin typeface="Arial" panose="020B0604020202020204"/>
                          <a:ea typeface="+mn-ea"/>
                          <a:cs typeface="Arial" panose="020B0604020202020204" pitchFamily="34" charset="0"/>
                          <a:sym typeface="Arial"/>
                        </a:rPr>
                        <a:t>الدخل في نهاية الفترة </a:t>
                      </a:r>
                      <a:r>
                        <a:rPr lang="ar-SA" sz="1100" b="0" i="0" u="none" strike="noStrike" kern="1200" cap="none" dirty="0">
                          <a:solidFill>
                            <a:schemeClr val="accent1"/>
                          </a:solidFill>
                          <a:effectLst/>
                          <a:latin typeface="Arial" panose="020B0604020202020204"/>
                          <a:ea typeface="+mn-ea"/>
                          <a:cs typeface="Arial" panose="020B0604020202020204" pitchFamily="34" charset="0"/>
                          <a:sym typeface="Arial"/>
                        </a:rPr>
                        <a:t>&amp;</a:t>
                      </a:r>
                      <a:r>
                        <a:rPr lang="ar-SA" sz="1100" b="0" i="0" u="none" strike="noStrike" kern="1200" cap="none" dirty="0">
                          <a:solidFill>
                            <a:schemeClr val="tx1"/>
                          </a:solidFill>
                          <a:effectLst/>
                          <a:latin typeface="Arial" panose="020B0604020202020204"/>
                          <a:ea typeface="+mn-ea"/>
                          <a:cs typeface="Arial" panose="020B0604020202020204" pitchFamily="34" charset="0"/>
                          <a:sym typeface="Arial"/>
                        </a:rPr>
                        <a:t> الدخل في بداية الفترة</a:t>
                      </a:r>
                    </a:p>
                  </a:txBody>
                  <a:tcPr marT="91440" marB="914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a:p>
                  </a:txBody>
                  <a:tcPr/>
                </a:tc>
                <a:tc hMerge="1">
                  <a:txBody>
                    <a:bodyPr/>
                    <a:lstStyle/>
                    <a:p>
                      <a:endParaRPr lang="en-US"/>
                    </a:p>
                  </a:txBody>
                  <a:tcPr/>
                </a:tc>
                <a:tc hMerge="1">
                  <a:txBody>
                    <a:bodyPr/>
                    <a:lstStyle/>
                    <a:p>
                      <a:endParaRPr lang="en-US"/>
                    </a:p>
                  </a:txBody>
                  <a:tcPr>
                    <a:lnL w="12700" cap="flat" cmpd="sng" algn="ctr">
                      <a:solidFill>
                        <a:schemeClr val="accent2">
                          <a:lumMod val="40000"/>
                          <a:lumOff val="60000"/>
                        </a:schemeClr>
                      </a:solidFill>
                      <a:prstDash val="solid"/>
                      <a:round/>
                      <a:headEnd type="none" w="med" len="med"/>
                      <a:tailEnd type="none" w="med" len="med"/>
                    </a:lnL>
                    <a:lnR w="12700" cap="flat" cmpd="sng" algn="ctr">
                      <a:solidFill>
                        <a:schemeClr val="accent2">
                          <a:lumMod val="40000"/>
                          <a:lumOff val="60000"/>
                        </a:schemeClr>
                      </a:solidFill>
                      <a:prstDash val="solid"/>
                      <a:round/>
                      <a:headEnd type="none" w="med" len="med"/>
                      <a:tailEnd type="none" w="med" len="med"/>
                    </a:lnR>
                    <a:lnT w="12700" cap="flat" cmpd="sng" algn="ctr">
                      <a:solidFill>
                        <a:schemeClr val="accent2">
                          <a:lumMod val="40000"/>
                          <a:lumOff val="60000"/>
                        </a:schemeClr>
                      </a:solidFill>
                      <a:prstDash val="solid"/>
                      <a:round/>
                      <a:headEnd type="none" w="med" len="med"/>
                      <a:tailEnd type="none" w="med" len="med"/>
                    </a:lnT>
                    <a:lnB w="12700" cap="flat" cmpd="sng" algn="ctr">
                      <a:solidFill>
                        <a:schemeClr val="accent2">
                          <a:lumMod val="40000"/>
                          <a:lumOff val="60000"/>
                        </a:schemeClr>
                      </a:solidFill>
                      <a:prstDash val="solid"/>
                      <a:round/>
                      <a:headEnd type="none" w="med" len="med"/>
                      <a:tailEnd type="none" w="med" len="med"/>
                    </a:lnB>
                    <a:solidFill>
                      <a:schemeClr val="accent2">
                        <a:lumMod val="20000"/>
                        <a:lumOff val="80000"/>
                      </a:schemeClr>
                    </a:solidFill>
                  </a:tcPr>
                </a:tc>
                <a:tc hMerge="1">
                  <a:txBody>
                    <a:bodyPr/>
                    <a:lstStyle/>
                    <a:p>
                      <a:endParaRPr lang="en-US"/>
                    </a:p>
                  </a:txBody>
                  <a:tcPr>
                    <a:lnL w="12700" cap="flat" cmpd="sng" algn="ctr">
                      <a:solidFill>
                        <a:schemeClr val="tx1"/>
                      </a:solidFill>
                      <a:prstDash val="solid"/>
                      <a:round/>
                      <a:headEnd type="none" w="med" len="med"/>
                      <a:tailEnd type="none" w="med" len="med"/>
                    </a:lnL>
                  </a:tcPr>
                </a:tc>
                <a:tc hMerge="1">
                  <a:txBody>
                    <a:bodyPr/>
                    <a:lstStyle/>
                    <a:p>
                      <a:endParaRPr lang="en-US"/>
                    </a:p>
                  </a:txBody>
                  <a:tcPr>
                    <a:lnR w="12700" cap="flat" cmpd="sng" algn="ctr">
                      <a:solidFill>
                        <a:schemeClr val="accent2">
                          <a:lumMod val="40000"/>
                          <a:lumOff val="60000"/>
                        </a:schemeClr>
                      </a:solidFill>
                      <a:prstDash val="solid"/>
                      <a:round/>
                      <a:headEnd type="none" w="med" len="med"/>
                      <a:tailEnd type="none" w="med" len="med"/>
                    </a:lnR>
                    <a:lnT w="12700" cap="flat" cmpd="sng" algn="ctr">
                      <a:solidFill>
                        <a:schemeClr val="accent2">
                          <a:lumMod val="40000"/>
                          <a:lumOff val="60000"/>
                        </a:schemeClr>
                      </a:solidFill>
                      <a:prstDash val="solid"/>
                      <a:round/>
                      <a:headEnd type="none" w="med" len="med"/>
                      <a:tailEnd type="none" w="med" len="med"/>
                    </a:lnT>
                    <a:lnB w="12700" cap="flat" cmpd="sng" algn="ctr">
                      <a:solidFill>
                        <a:schemeClr val="accent2">
                          <a:lumMod val="40000"/>
                          <a:lumOff val="60000"/>
                        </a:schemeClr>
                      </a:solidFill>
                      <a:prstDash val="solid"/>
                      <a:round/>
                      <a:headEnd type="none" w="med" len="med"/>
                      <a:tailEnd type="none" w="med" len="med"/>
                    </a:lnB>
                    <a:solidFill>
                      <a:schemeClr val="accent2">
                        <a:lumMod val="20000"/>
                        <a:lumOff val="80000"/>
                      </a:schemeClr>
                    </a:solidFill>
                  </a:tcPr>
                </a:tc>
                <a:tc hMerge="1">
                  <a:txBody>
                    <a:bodyPr/>
                    <a:lstStyle/>
                    <a:p>
                      <a:endParaRPr lang="en-US"/>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tcPr>
                </a:tc>
                <a:tc hMerge="1">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accent2">
                          <a:lumMod val="40000"/>
                          <a:lumOff val="60000"/>
                        </a:schemeClr>
                      </a:solidFill>
                      <a:prstDash val="solid"/>
                      <a:round/>
                      <a:headEnd type="none" w="med" len="med"/>
                      <a:tailEnd type="none" w="med" len="med"/>
                    </a:lnR>
                    <a:lnT w="12700" cap="flat" cmpd="sng" algn="ctr">
                      <a:solidFill>
                        <a:schemeClr val="accent2">
                          <a:lumMod val="40000"/>
                          <a:lumOff val="60000"/>
                        </a:schemeClr>
                      </a:solidFill>
                      <a:prstDash val="solid"/>
                      <a:round/>
                      <a:headEnd type="none" w="med" len="med"/>
                      <a:tailEnd type="none" w="med" len="med"/>
                    </a:lnT>
                    <a:lnB w="12700" cap="flat" cmpd="sng" algn="ctr">
                      <a:solidFill>
                        <a:schemeClr val="accent2">
                          <a:lumMod val="40000"/>
                          <a:lumOff val="60000"/>
                        </a:schemeClr>
                      </a:solidFill>
                      <a:prstDash val="solid"/>
                      <a:round/>
                      <a:headEnd type="none" w="med" len="med"/>
                      <a:tailEnd type="none" w="med" len="med"/>
                    </a:lnB>
                    <a:solidFill>
                      <a:schemeClr val="accent2">
                        <a:lumMod val="20000"/>
                        <a:lumOff val="80000"/>
                      </a:schemeClr>
                    </a:solidFill>
                  </a:tcPr>
                </a:tc>
                <a:tc hMerge="1">
                  <a:txBody>
                    <a:bodyPr/>
                    <a:lstStyle/>
                    <a:p>
                      <a:endParaRPr lang="en-US"/>
                    </a:p>
                  </a:txBody>
                  <a:tcPr>
                    <a:lnL w="12700" cap="flat" cmpd="sng" algn="ctr">
                      <a:solidFill>
                        <a:schemeClr val="accent2">
                          <a:lumMod val="40000"/>
                          <a:lumOff val="60000"/>
                        </a:schemeClr>
                      </a:solidFill>
                      <a:prstDash val="solid"/>
                      <a:round/>
                      <a:headEnd type="none" w="med" len="med"/>
                      <a:tailEnd type="none" w="med" len="med"/>
                    </a:lnL>
                    <a:lnT w="12700" cap="flat" cmpd="sng" algn="ctr">
                      <a:solidFill>
                        <a:srgbClr val="006E62"/>
                      </a:solidFill>
                      <a:prstDash val="solid"/>
                      <a:round/>
                      <a:headEnd type="none" w="med" len="med"/>
                      <a:tailEnd type="none" w="med" len="med"/>
                    </a:lnT>
                  </a:tcPr>
                </a:tc>
                <a:tc hMerge="1">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accent2">
                          <a:lumMod val="40000"/>
                          <a:lumOff val="60000"/>
                        </a:schemeClr>
                      </a:solidFill>
                      <a:prstDash val="solid"/>
                      <a:round/>
                      <a:headEnd type="none" w="med" len="med"/>
                      <a:tailEnd type="none" w="med" len="med"/>
                    </a:lnR>
                    <a:lnT w="12700" cap="flat" cmpd="sng" algn="ctr">
                      <a:solidFill>
                        <a:schemeClr val="accent2">
                          <a:lumMod val="40000"/>
                          <a:lumOff val="60000"/>
                        </a:schemeClr>
                      </a:solidFill>
                      <a:prstDash val="solid"/>
                      <a:round/>
                      <a:headEnd type="none" w="med" len="med"/>
                      <a:tailEnd type="none" w="med" len="med"/>
                    </a:lnT>
                    <a:lnB w="12700" cap="flat" cmpd="sng" algn="ctr">
                      <a:solidFill>
                        <a:schemeClr val="accent2">
                          <a:lumMod val="40000"/>
                          <a:lumOff val="60000"/>
                        </a:schemeClr>
                      </a:solidFill>
                      <a:prstDash val="solid"/>
                      <a:round/>
                      <a:headEnd type="none" w="med" len="med"/>
                      <a:tailEnd type="none" w="med" len="med"/>
                    </a:lnB>
                    <a:solidFill>
                      <a:schemeClr val="accent2">
                        <a:lumMod val="20000"/>
                        <a:lumOff val="80000"/>
                      </a:schemeClr>
                    </a:solidFill>
                  </a:tcPr>
                </a:tc>
                <a:tc hMerge="1">
                  <a:txBody>
                    <a:bodyPr/>
                    <a:lstStyle/>
                    <a:p>
                      <a:pPr marL="0" indent="0" algn="r" rtl="1" fontAlgn="b">
                        <a:buNone/>
                      </a:pPr>
                      <a:endParaRPr lang="en-US" sz="1200" b="0" dirty="0">
                        <a:solidFill>
                          <a:schemeClr val="tx1"/>
                        </a:solidFill>
                        <a:effectLst/>
                        <a:latin typeface="+mj-lt"/>
                        <a:cs typeface="Ping AR + LT" panose="00000500000000000000"/>
                      </a:endParaRPr>
                    </a:p>
                  </a:txBody>
                  <a:tcPr marT="91440" marB="91440" anchor="ctr">
                    <a:lnL w="12700" cap="flat" cmpd="sng" algn="ctr">
                      <a:solidFill>
                        <a:schemeClr val="accent2">
                          <a:lumMod val="40000"/>
                          <a:lumOff val="60000"/>
                        </a:schemeClr>
                      </a:solidFill>
                      <a:prstDash val="solid"/>
                      <a:round/>
                      <a:headEnd type="none" w="med" len="med"/>
                      <a:tailEnd type="none" w="med" len="med"/>
                    </a:lnL>
                    <a:lnR w="12700" cap="flat" cmpd="sng" algn="ctr">
                      <a:solidFill>
                        <a:schemeClr val="accent2">
                          <a:lumMod val="40000"/>
                          <a:lumOff val="60000"/>
                        </a:schemeClr>
                      </a:solidFill>
                      <a:prstDash val="solid"/>
                      <a:round/>
                      <a:headEnd type="none" w="med" len="med"/>
                      <a:tailEnd type="none" w="med" len="med"/>
                    </a:lnR>
                    <a:lnT w="12700" cap="flat" cmpd="sng" algn="ctr">
                      <a:solidFill>
                        <a:schemeClr val="accent2">
                          <a:lumMod val="40000"/>
                          <a:lumOff val="60000"/>
                        </a:schemeClr>
                      </a:solidFill>
                      <a:prstDash val="solid"/>
                      <a:round/>
                      <a:headEnd type="none" w="med" len="med"/>
                      <a:tailEnd type="none" w="med" len="med"/>
                    </a:lnT>
                    <a:lnB w="12700" cap="flat" cmpd="sng" algn="ctr">
                      <a:solidFill>
                        <a:schemeClr val="accent2">
                          <a:lumMod val="40000"/>
                          <a:lumOff val="60000"/>
                        </a:schemeClr>
                      </a:solidFill>
                      <a:prstDash val="solid"/>
                      <a:round/>
                      <a:headEnd type="none" w="med" len="med"/>
                      <a:tailEnd type="none" w="med" len="med"/>
                    </a:lnB>
                    <a:solidFill>
                      <a:srgbClr val="FCF9F2"/>
                    </a:solidFill>
                  </a:tcPr>
                </a:tc>
                <a:tc hMerge="1">
                  <a:txBody>
                    <a:bodyPr/>
                    <a:lstStyle/>
                    <a:p>
                      <a:endParaRPr lang="en-US"/>
                    </a:p>
                  </a:txBody>
                  <a:tcPr>
                    <a:lnL w="12700" cap="flat" cmpd="sng" algn="ctr">
                      <a:solidFill>
                        <a:srgbClr val="006E62"/>
                      </a:solidFill>
                      <a:prstDash val="solid"/>
                      <a:round/>
                      <a:headEnd type="none" w="med" len="med"/>
                      <a:tailEnd type="none" w="med" len="med"/>
                    </a:lnL>
                  </a:tcPr>
                </a:tc>
                <a:tc gridSpan="2">
                  <a:txBody>
                    <a:bodyPr/>
                    <a:lstStyle>
                      <a:lvl1pPr marL="0" algn="r" defTabSz="914400" rtl="1" eaLnBrk="1" latinLnBrk="0" hangingPunct="1">
                        <a:defRPr sz="1800" kern="1200">
                          <a:solidFill>
                            <a:schemeClr val="tx1"/>
                          </a:solidFill>
                          <a:latin typeface="Arial" panose="020B0604020202020204"/>
                        </a:defRPr>
                      </a:lvl1pPr>
                      <a:lvl2pPr marL="457200" algn="r" defTabSz="914400" rtl="1" eaLnBrk="1" latinLnBrk="0" hangingPunct="1">
                        <a:defRPr sz="1800" kern="1200">
                          <a:solidFill>
                            <a:schemeClr val="tx1"/>
                          </a:solidFill>
                          <a:latin typeface="Arial" panose="020B0604020202020204"/>
                        </a:defRPr>
                      </a:lvl2pPr>
                      <a:lvl3pPr marL="914400" algn="r" defTabSz="914400" rtl="1" eaLnBrk="1" latinLnBrk="0" hangingPunct="1">
                        <a:defRPr sz="1800" kern="1200">
                          <a:solidFill>
                            <a:schemeClr val="tx1"/>
                          </a:solidFill>
                          <a:latin typeface="Arial" panose="020B0604020202020204"/>
                        </a:defRPr>
                      </a:lvl3pPr>
                      <a:lvl4pPr marL="1371600" algn="r" defTabSz="914400" rtl="1" eaLnBrk="1" latinLnBrk="0" hangingPunct="1">
                        <a:defRPr sz="1800" kern="1200">
                          <a:solidFill>
                            <a:schemeClr val="tx1"/>
                          </a:solidFill>
                          <a:latin typeface="Arial" panose="020B0604020202020204"/>
                        </a:defRPr>
                      </a:lvl4pPr>
                      <a:lvl5pPr marL="1828800" algn="r" defTabSz="914400" rtl="1" eaLnBrk="1" latinLnBrk="0" hangingPunct="1">
                        <a:defRPr sz="1800" kern="1200">
                          <a:solidFill>
                            <a:schemeClr val="tx1"/>
                          </a:solidFill>
                          <a:latin typeface="Arial" panose="020B0604020202020204"/>
                        </a:defRPr>
                      </a:lvl5pPr>
                      <a:lvl6pPr marL="2286000" algn="r" defTabSz="914400" rtl="1" eaLnBrk="1" latinLnBrk="0" hangingPunct="1">
                        <a:defRPr sz="1800" kern="1200">
                          <a:solidFill>
                            <a:schemeClr val="tx1"/>
                          </a:solidFill>
                          <a:latin typeface="Arial" panose="020B0604020202020204"/>
                        </a:defRPr>
                      </a:lvl6pPr>
                      <a:lvl7pPr marL="2743200" algn="r" defTabSz="914400" rtl="1" eaLnBrk="1" latinLnBrk="0" hangingPunct="1">
                        <a:defRPr sz="1800" kern="1200">
                          <a:solidFill>
                            <a:schemeClr val="tx1"/>
                          </a:solidFill>
                          <a:latin typeface="Arial" panose="020B0604020202020204"/>
                        </a:defRPr>
                      </a:lvl7pPr>
                      <a:lvl8pPr marL="3200400" algn="r" defTabSz="914400" rtl="1" eaLnBrk="1" latinLnBrk="0" hangingPunct="1">
                        <a:defRPr sz="1800" kern="1200">
                          <a:solidFill>
                            <a:schemeClr val="tx1"/>
                          </a:solidFill>
                          <a:latin typeface="Arial" panose="020B0604020202020204"/>
                        </a:defRPr>
                      </a:lvl8pPr>
                      <a:lvl9pPr marL="3657600" algn="r" defTabSz="914400" rtl="1" eaLnBrk="1" latinLnBrk="0" hangingPunct="1">
                        <a:defRPr sz="1800" kern="1200">
                          <a:solidFill>
                            <a:schemeClr val="tx1"/>
                          </a:solidFill>
                          <a:latin typeface="Arial" panose="020B0604020202020204"/>
                        </a:defRPr>
                      </a:lvl9pPr>
                    </a:lstStyle>
                    <a:p>
                      <a:pPr algn="ctr" rtl="1" fontAlgn="b"/>
                      <a:r>
                        <a:rPr lang="ar-SA" sz="1100" b="0" dirty="0">
                          <a:solidFill>
                            <a:schemeClr val="bg1"/>
                          </a:solidFill>
                          <a:effectLst/>
                          <a:cs typeface="Arial" panose="020B0604020202020204" pitchFamily="34" charset="0"/>
                        </a:rPr>
                        <a:t>مكونات المعادلة</a:t>
                      </a:r>
                      <a:endParaRPr lang="ar-SA" sz="1100" b="0" dirty="0">
                        <a:solidFill>
                          <a:schemeClr val="bg1"/>
                        </a:solidFill>
                        <a:effectLst/>
                        <a:latin typeface="+mj-lt"/>
                        <a:cs typeface="Arial" panose="020B0604020202020204" pitchFamily="34" charset="0"/>
                      </a:endParaRPr>
                    </a:p>
                  </a:txBody>
                  <a:tcPr marT="91440" marB="914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hMerge="1">
                  <a:txBody>
                    <a:bodyPr/>
                    <a:lstStyle/>
                    <a:p>
                      <a:endParaRPr lang="en-US"/>
                    </a:p>
                  </a:txBody>
                  <a:tcPr>
                    <a:lnL w="12700" cap="flat" cmpd="sng" algn="ctr">
                      <a:solidFill>
                        <a:schemeClr val="accent2">
                          <a:lumMod val="40000"/>
                          <a:lumOff val="60000"/>
                        </a:schemeClr>
                      </a:solidFill>
                      <a:prstDash val="solid"/>
                      <a:round/>
                      <a:headEnd type="none" w="med" len="med"/>
                      <a:tailEnd type="none" w="med" len="med"/>
                    </a:lnL>
                  </a:tcPr>
                </a:tc>
                <a:extLst>
                  <a:ext uri="{0D108BD9-81ED-4DB2-BD59-A6C34878D82A}">
                    <a16:rowId xmlns:a16="http://schemas.microsoft.com/office/drawing/2014/main" val="307788154"/>
                  </a:ext>
                </a:extLst>
              </a:tr>
              <a:tr h="280371">
                <a:tc gridSpan="12">
                  <a:txBody>
                    <a:bodyPr/>
                    <a:lstStyle>
                      <a:lvl1pPr marL="0" algn="r" defTabSz="914400" rtl="1" eaLnBrk="1" latinLnBrk="0" hangingPunct="1">
                        <a:defRPr sz="1800" kern="1200">
                          <a:solidFill>
                            <a:schemeClr val="tx1"/>
                          </a:solidFill>
                          <a:latin typeface="Arial" panose="020B0604020202020204"/>
                        </a:defRPr>
                      </a:lvl1pPr>
                      <a:lvl2pPr marL="457200" algn="r" defTabSz="914400" rtl="1" eaLnBrk="1" latinLnBrk="0" hangingPunct="1">
                        <a:defRPr sz="1800" kern="1200">
                          <a:solidFill>
                            <a:schemeClr val="tx1"/>
                          </a:solidFill>
                          <a:latin typeface="Arial" panose="020B0604020202020204"/>
                        </a:defRPr>
                      </a:lvl2pPr>
                      <a:lvl3pPr marL="914400" algn="r" defTabSz="914400" rtl="1" eaLnBrk="1" latinLnBrk="0" hangingPunct="1">
                        <a:defRPr sz="1800" kern="1200">
                          <a:solidFill>
                            <a:schemeClr val="tx1"/>
                          </a:solidFill>
                          <a:latin typeface="Arial" panose="020B0604020202020204"/>
                        </a:defRPr>
                      </a:lvl3pPr>
                      <a:lvl4pPr marL="1371600" algn="r" defTabSz="914400" rtl="1" eaLnBrk="1" latinLnBrk="0" hangingPunct="1">
                        <a:defRPr sz="1800" kern="1200">
                          <a:solidFill>
                            <a:schemeClr val="tx1"/>
                          </a:solidFill>
                          <a:latin typeface="Arial" panose="020B0604020202020204"/>
                        </a:defRPr>
                      </a:lvl4pPr>
                      <a:lvl5pPr marL="1828800" algn="r" defTabSz="914400" rtl="1" eaLnBrk="1" latinLnBrk="0" hangingPunct="1">
                        <a:defRPr sz="1800" kern="1200">
                          <a:solidFill>
                            <a:schemeClr val="tx1"/>
                          </a:solidFill>
                          <a:latin typeface="Arial" panose="020B0604020202020204"/>
                        </a:defRPr>
                      </a:lvl5pPr>
                      <a:lvl6pPr marL="2286000" algn="r" defTabSz="914400" rtl="1" eaLnBrk="1" latinLnBrk="0" hangingPunct="1">
                        <a:defRPr sz="1800" kern="1200">
                          <a:solidFill>
                            <a:schemeClr val="tx1"/>
                          </a:solidFill>
                          <a:latin typeface="Arial" panose="020B0604020202020204"/>
                        </a:defRPr>
                      </a:lvl6pPr>
                      <a:lvl7pPr marL="2743200" algn="r" defTabSz="914400" rtl="1" eaLnBrk="1" latinLnBrk="0" hangingPunct="1">
                        <a:defRPr sz="1800" kern="1200">
                          <a:solidFill>
                            <a:schemeClr val="tx1"/>
                          </a:solidFill>
                          <a:latin typeface="Arial" panose="020B0604020202020204"/>
                        </a:defRPr>
                      </a:lvl7pPr>
                      <a:lvl8pPr marL="3200400" algn="r" defTabSz="914400" rtl="1" eaLnBrk="1" latinLnBrk="0" hangingPunct="1">
                        <a:defRPr sz="1800" kern="1200">
                          <a:solidFill>
                            <a:schemeClr val="tx1"/>
                          </a:solidFill>
                          <a:latin typeface="Arial" panose="020B0604020202020204"/>
                        </a:defRPr>
                      </a:lvl8pPr>
                      <a:lvl9pPr marL="3657600" algn="r" defTabSz="914400" rtl="1" eaLnBrk="1" latinLnBrk="0" hangingPunct="1">
                        <a:defRPr sz="1800" kern="1200">
                          <a:solidFill>
                            <a:schemeClr val="tx1"/>
                          </a:solidFill>
                          <a:latin typeface="Arial" panose="020B0604020202020204"/>
                        </a:defRPr>
                      </a:lvl9pPr>
                    </a:lstStyle>
                    <a:p>
                      <a:pPr marL="0" marR="0" lvl="0" indent="0" algn="r" defTabSz="914400" rtl="1" eaLnBrk="1" fontAlgn="b" latinLnBrk="0" hangingPunct="1">
                        <a:lnSpc>
                          <a:spcPct val="100000"/>
                        </a:lnSpc>
                        <a:spcBef>
                          <a:spcPts val="0"/>
                        </a:spcBef>
                        <a:spcAft>
                          <a:spcPts val="0"/>
                        </a:spcAft>
                        <a:buClrTx/>
                        <a:buSzTx/>
                        <a:buFontTx/>
                        <a:buNone/>
                        <a:tabLst/>
                        <a:defRPr/>
                      </a:pPr>
                      <a:r>
                        <a:rPr lang="ar-SA" sz="1100" b="0" i="0" u="none" strike="noStrike" kern="1200" cap="none" dirty="0">
                          <a:solidFill>
                            <a:schemeClr val="tx1"/>
                          </a:solidFill>
                          <a:effectLst/>
                          <a:latin typeface="Arial" panose="020B0604020202020204"/>
                          <a:ea typeface="+mn-ea"/>
                          <a:cs typeface="Arial" panose="020B0604020202020204" pitchFamily="34" charset="0"/>
                          <a:sym typeface="Arial"/>
                        </a:rPr>
                        <a:t>الدخل في نهاية الفترة – الدخل في بداية الفترة ÷ الدخل في بداية الفترة × 100=  معدل نمو الدخل</a:t>
                      </a:r>
                    </a:p>
                  </a:txBody>
                  <a:tcPr marT="91440" marB="914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a:p>
                  </a:txBody>
                  <a:tcPr/>
                </a:tc>
                <a:tc hMerge="1">
                  <a:txBody>
                    <a:bodyPr/>
                    <a:lstStyle/>
                    <a:p>
                      <a:endParaRPr lang="en-US"/>
                    </a:p>
                  </a:txBody>
                  <a:tcPr/>
                </a:tc>
                <a:tc hMerge="1">
                  <a:txBody>
                    <a:bodyPr/>
                    <a:lstStyle/>
                    <a:p>
                      <a:endParaRPr lang="en-US"/>
                    </a:p>
                  </a:txBody>
                  <a:tcPr>
                    <a:lnL w="12700" cap="flat" cmpd="sng" algn="ctr">
                      <a:solidFill>
                        <a:schemeClr val="accent2">
                          <a:lumMod val="40000"/>
                          <a:lumOff val="60000"/>
                        </a:schemeClr>
                      </a:solidFill>
                      <a:prstDash val="solid"/>
                      <a:round/>
                      <a:headEnd type="none" w="med" len="med"/>
                      <a:tailEnd type="none" w="med" len="med"/>
                    </a:lnL>
                    <a:lnR w="12700" cap="flat" cmpd="sng" algn="ctr">
                      <a:solidFill>
                        <a:schemeClr val="accent2">
                          <a:lumMod val="40000"/>
                          <a:lumOff val="60000"/>
                        </a:schemeClr>
                      </a:solidFill>
                      <a:prstDash val="solid"/>
                      <a:round/>
                      <a:headEnd type="none" w="med" len="med"/>
                      <a:tailEnd type="none" w="med" len="med"/>
                    </a:lnR>
                    <a:lnT w="12700" cap="flat" cmpd="sng" algn="ctr">
                      <a:solidFill>
                        <a:schemeClr val="accent2">
                          <a:lumMod val="40000"/>
                          <a:lumOff val="60000"/>
                        </a:schemeClr>
                      </a:solidFill>
                      <a:prstDash val="solid"/>
                      <a:round/>
                      <a:headEnd type="none" w="med" len="med"/>
                      <a:tailEnd type="none" w="med" len="med"/>
                    </a:lnT>
                    <a:lnB w="12700" cap="flat" cmpd="sng" algn="ctr">
                      <a:solidFill>
                        <a:schemeClr val="accent2">
                          <a:lumMod val="40000"/>
                          <a:lumOff val="60000"/>
                        </a:schemeClr>
                      </a:solidFill>
                      <a:prstDash val="solid"/>
                      <a:round/>
                      <a:headEnd type="none" w="med" len="med"/>
                      <a:tailEnd type="none" w="med" len="med"/>
                    </a:lnB>
                    <a:solidFill>
                      <a:schemeClr val="accent2">
                        <a:lumMod val="20000"/>
                        <a:lumOff val="80000"/>
                      </a:schemeClr>
                    </a:solidFill>
                  </a:tcPr>
                </a:tc>
                <a:tc hMerge="1">
                  <a:txBody>
                    <a:bodyPr/>
                    <a:lstStyle/>
                    <a:p>
                      <a:endParaRPr lang="en-US"/>
                    </a:p>
                  </a:txBody>
                  <a:tcPr>
                    <a:lnL w="12700" cap="flat" cmpd="sng" algn="ctr">
                      <a:solidFill>
                        <a:schemeClr val="tx1"/>
                      </a:solidFill>
                      <a:prstDash val="solid"/>
                      <a:round/>
                      <a:headEnd type="none" w="med" len="med"/>
                      <a:tailEnd type="none" w="med" len="med"/>
                    </a:lnL>
                  </a:tcPr>
                </a:tc>
                <a:tc hMerge="1">
                  <a:txBody>
                    <a:bodyPr/>
                    <a:lstStyle/>
                    <a:p>
                      <a:endParaRPr lang="en-US"/>
                    </a:p>
                  </a:txBody>
                  <a:tcPr>
                    <a:lnR w="12700" cap="flat" cmpd="sng" algn="ctr">
                      <a:solidFill>
                        <a:schemeClr val="accent2">
                          <a:lumMod val="40000"/>
                          <a:lumOff val="60000"/>
                        </a:schemeClr>
                      </a:solidFill>
                      <a:prstDash val="solid"/>
                      <a:round/>
                      <a:headEnd type="none" w="med" len="med"/>
                      <a:tailEnd type="none" w="med" len="med"/>
                    </a:lnR>
                    <a:lnT w="12700" cap="flat" cmpd="sng" algn="ctr">
                      <a:solidFill>
                        <a:schemeClr val="accent2">
                          <a:lumMod val="40000"/>
                          <a:lumOff val="60000"/>
                        </a:schemeClr>
                      </a:solidFill>
                      <a:prstDash val="solid"/>
                      <a:round/>
                      <a:headEnd type="none" w="med" len="med"/>
                      <a:tailEnd type="none" w="med" len="med"/>
                    </a:lnT>
                    <a:lnB w="12700" cap="flat" cmpd="sng" algn="ctr">
                      <a:solidFill>
                        <a:schemeClr val="accent2">
                          <a:lumMod val="40000"/>
                          <a:lumOff val="60000"/>
                        </a:schemeClr>
                      </a:solidFill>
                      <a:prstDash val="solid"/>
                      <a:round/>
                      <a:headEnd type="none" w="med" len="med"/>
                      <a:tailEnd type="none" w="med" len="med"/>
                    </a:lnB>
                    <a:solidFill>
                      <a:schemeClr val="accent2">
                        <a:lumMod val="20000"/>
                        <a:lumOff val="80000"/>
                      </a:schemeClr>
                    </a:solidFill>
                  </a:tcPr>
                </a:tc>
                <a:tc hMerge="1">
                  <a:txBody>
                    <a:bodyPr/>
                    <a:lstStyle/>
                    <a:p>
                      <a:endParaRPr lang="en-US" dirty="0"/>
                    </a:p>
                  </a:txBody>
                  <a:tcPr>
                    <a:lnL w="12700" cap="flat" cmpd="sng" algn="ctr">
                      <a:solidFill>
                        <a:schemeClr val="tx1"/>
                      </a:solidFill>
                      <a:prstDash val="solid"/>
                      <a:round/>
                      <a:headEnd type="none" w="med" len="med"/>
                      <a:tailEnd type="none" w="med" len="med"/>
                    </a:lnL>
                  </a:tcPr>
                </a:tc>
                <a:tc hMerge="1">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accent2">
                          <a:lumMod val="40000"/>
                          <a:lumOff val="60000"/>
                        </a:schemeClr>
                      </a:solidFill>
                      <a:prstDash val="solid"/>
                      <a:round/>
                      <a:headEnd type="none" w="med" len="med"/>
                      <a:tailEnd type="none" w="med" len="med"/>
                    </a:lnR>
                    <a:lnT w="12700" cap="flat" cmpd="sng" algn="ctr">
                      <a:solidFill>
                        <a:schemeClr val="accent2">
                          <a:lumMod val="40000"/>
                          <a:lumOff val="60000"/>
                        </a:schemeClr>
                      </a:solidFill>
                      <a:prstDash val="solid"/>
                      <a:round/>
                      <a:headEnd type="none" w="med" len="med"/>
                      <a:tailEnd type="none" w="med" len="med"/>
                    </a:lnT>
                    <a:lnB w="12700" cap="flat" cmpd="sng" algn="ctr">
                      <a:solidFill>
                        <a:schemeClr val="accent2">
                          <a:lumMod val="40000"/>
                          <a:lumOff val="60000"/>
                        </a:schemeClr>
                      </a:solidFill>
                      <a:prstDash val="solid"/>
                      <a:round/>
                      <a:headEnd type="none" w="med" len="med"/>
                      <a:tailEnd type="none" w="med" len="med"/>
                    </a:lnB>
                    <a:solidFill>
                      <a:schemeClr val="accent2">
                        <a:lumMod val="20000"/>
                        <a:lumOff val="80000"/>
                      </a:schemeClr>
                    </a:solidFill>
                  </a:tcPr>
                </a:tc>
                <a:tc hMerge="1">
                  <a:txBody>
                    <a:bodyPr/>
                    <a:lstStyle/>
                    <a:p>
                      <a:endParaRPr lang="en-US"/>
                    </a:p>
                  </a:txBody>
                  <a:tcPr>
                    <a:lnL w="12700" cap="flat" cmpd="sng" algn="ctr">
                      <a:solidFill>
                        <a:schemeClr val="accent2">
                          <a:lumMod val="40000"/>
                          <a:lumOff val="60000"/>
                        </a:schemeClr>
                      </a:solidFill>
                      <a:prstDash val="solid"/>
                      <a:round/>
                      <a:headEnd type="none" w="med" len="med"/>
                      <a:tailEnd type="none" w="med" len="med"/>
                    </a:lnL>
                  </a:tcPr>
                </a:tc>
                <a:tc hMerge="1">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accent2">
                          <a:lumMod val="40000"/>
                          <a:lumOff val="60000"/>
                        </a:schemeClr>
                      </a:solidFill>
                      <a:prstDash val="solid"/>
                      <a:round/>
                      <a:headEnd type="none" w="med" len="med"/>
                      <a:tailEnd type="none" w="med" len="med"/>
                    </a:lnR>
                    <a:lnT w="12700" cap="flat" cmpd="sng" algn="ctr">
                      <a:solidFill>
                        <a:schemeClr val="accent2">
                          <a:lumMod val="40000"/>
                          <a:lumOff val="60000"/>
                        </a:schemeClr>
                      </a:solidFill>
                      <a:prstDash val="solid"/>
                      <a:round/>
                      <a:headEnd type="none" w="med" len="med"/>
                      <a:tailEnd type="none" w="med" len="med"/>
                    </a:lnT>
                    <a:lnB w="12700" cap="flat" cmpd="sng" algn="ctr">
                      <a:solidFill>
                        <a:schemeClr val="accent2">
                          <a:lumMod val="40000"/>
                          <a:lumOff val="60000"/>
                        </a:schemeClr>
                      </a:solidFill>
                      <a:prstDash val="solid"/>
                      <a:round/>
                      <a:headEnd type="none" w="med" len="med"/>
                      <a:tailEnd type="none" w="med" len="med"/>
                    </a:lnB>
                    <a:solidFill>
                      <a:schemeClr val="accent2">
                        <a:lumMod val="20000"/>
                        <a:lumOff val="80000"/>
                      </a:schemeClr>
                    </a:solidFill>
                  </a:tcPr>
                </a:tc>
                <a:tc hMerge="1">
                  <a:txBody>
                    <a:bodyPr/>
                    <a:lstStyle/>
                    <a:p>
                      <a:pPr marL="0" marR="0" lvl="0" indent="0" algn="r" defTabSz="914400" rtl="1" eaLnBrk="1" fontAlgn="b" latinLnBrk="0" hangingPunct="1">
                        <a:lnSpc>
                          <a:spcPct val="100000"/>
                        </a:lnSpc>
                        <a:spcBef>
                          <a:spcPts val="0"/>
                        </a:spcBef>
                        <a:spcAft>
                          <a:spcPts val="0"/>
                        </a:spcAft>
                        <a:buClrTx/>
                        <a:buSzTx/>
                        <a:buFontTx/>
                        <a:buNone/>
                        <a:tabLst/>
                        <a:defRPr/>
                      </a:pPr>
                      <a:endParaRPr lang="ar-SA" sz="1200" b="0" i="0" u="none" strike="noStrike" kern="1200" cap="none" dirty="0">
                        <a:solidFill>
                          <a:schemeClr val="tx1"/>
                        </a:solidFill>
                        <a:effectLst/>
                        <a:latin typeface="Arial" panose="020B0604020202020204"/>
                        <a:ea typeface="+mn-ea"/>
                        <a:cs typeface="Ping AR + LT" panose="00000500000000000000"/>
                        <a:sym typeface="Arial"/>
                      </a:endParaRPr>
                    </a:p>
                  </a:txBody>
                  <a:tcPr marT="91440" marB="91440" anchor="ctr">
                    <a:lnL w="12700" cap="flat" cmpd="sng" algn="ctr">
                      <a:solidFill>
                        <a:schemeClr val="accent2">
                          <a:lumMod val="40000"/>
                          <a:lumOff val="60000"/>
                        </a:schemeClr>
                      </a:solidFill>
                      <a:prstDash val="solid"/>
                      <a:round/>
                      <a:headEnd type="none" w="med" len="med"/>
                      <a:tailEnd type="none" w="med" len="med"/>
                    </a:lnL>
                    <a:lnR w="12700" cap="flat" cmpd="sng" algn="ctr">
                      <a:solidFill>
                        <a:schemeClr val="accent2">
                          <a:lumMod val="40000"/>
                          <a:lumOff val="60000"/>
                        </a:schemeClr>
                      </a:solidFill>
                      <a:prstDash val="solid"/>
                      <a:round/>
                      <a:headEnd type="none" w="med" len="med"/>
                      <a:tailEnd type="none" w="med" len="med"/>
                    </a:lnR>
                    <a:lnT w="12700" cap="flat" cmpd="sng" algn="ctr">
                      <a:solidFill>
                        <a:schemeClr val="accent2">
                          <a:lumMod val="40000"/>
                          <a:lumOff val="60000"/>
                        </a:schemeClr>
                      </a:solidFill>
                      <a:prstDash val="solid"/>
                      <a:round/>
                      <a:headEnd type="none" w="med" len="med"/>
                      <a:tailEnd type="none" w="med" len="med"/>
                    </a:lnT>
                    <a:lnB w="12700" cap="flat" cmpd="sng" algn="ctr">
                      <a:solidFill>
                        <a:schemeClr val="accent2">
                          <a:lumMod val="40000"/>
                          <a:lumOff val="60000"/>
                        </a:schemeClr>
                      </a:solidFill>
                      <a:prstDash val="solid"/>
                      <a:round/>
                      <a:headEnd type="none" w="med" len="med"/>
                      <a:tailEnd type="none" w="med" len="med"/>
                    </a:lnB>
                    <a:solidFill>
                      <a:srgbClr val="FCF9F2"/>
                    </a:solidFill>
                  </a:tcPr>
                </a:tc>
                <a:tc hMerge="1">
                  <a:txBody>
                    <a:bodyPr/>
                    <a:lstStyle/>
                    <a:p>
                      <a:endParaRPr lang="en-US"/>
                    </a:p>
                  </a:txBody>
                  <a:tcPr>
                    <a:lnL w="12700" cap="flat" cmpd="sng" algn="ctr">
                      <a:solidFill>
                        <a:srgbClr val="006E62"/>
                      </a:solidFill>
                      <a:prstDash val="solid"/>
                      <a:round/>
                      <a:headEnd type="none" w="med" len="med"/>
                      <a:tailEnd type="none" w="med" len="med"/>
                    </a:lnL>
                  </a:tcPr>
                </a:tc>
                <a:tc gridSpan="2">
                  <a:txBody>
                    <a:bodyPr/>
                    <a:lstStyle>
                      <a:lvl1pPr marL="0" algn="r" defTabSz="914400" rtl="1" eaLnBrk="1" latinLnBrk="0" hangingPunct="1">
                        <a:defRPr sz="1800" kern="1200">
                          <a:solidFill>
                            <a:schemeClr val="tx1"/>
                          </a:solidFill>
                          <a:latin typeface="Arial" panose="020B0604020202020204"/>
                        </a:defRPr>
                      </a:lvl1pPr>
                      <a:lvl2pPr marL="457200" algn="r" defTabSz="914400" rtl="1" eaLnBrk="1" latinLnBrk="0" hangingPunct="1">
                        <a:defRPr sz="1800" kern="1200">
                          <a:solidFill>
                            <a:schemeClr val="tx1"/>
                          </a:solidFill>
                          <a:latin typeface="Arial" panose="020B0604020202020204"/>
                        </a:defRPr>
                      </a:lvl2pPr>
                      <a:lvl3pPr marL="914400" algn="r" defTabSz="914400" rtl="1" eaLnBrk="1" latinLnBrk="0" hangingPunct="1">
                        <a:defRPr sz="1800" kern="1200">
                          <a:solidFill>
                            <a:schemeClr val="tx1"/>
                          </a:solidFill>
                          <a:latin typeface="Arial" panose="020B0604020202020204"/>
                        </a:defRPr>
                      </a:lvl3pPr>
                      <a:lvl4pPr marL="1371600" algn="r" defTabSz="914400" rtl="1" eaLnBrk="1" latinLnBrk="0" hangingPunct="1">
                        <a:defRPr sz="1800" kern="1200">
                          <a:solidFill>
                            <a:schemeClr val="tx1"/>
                          </a:solidFill>
                          <a:latin typeface="Arial" panose="020B0604020202020204"/>
                        </a:defRPr>
                      </a:lvl4pPr>
                      <a:lvl5pPr marL="1828800" algn="r" defTabSz="914400" rtl="1" eaLnBrk="1" latinLnBrk="0" hangingPunct="1">
                        <a:defRPr sz="1800" kern="1200">
                          <a:solidFill>
                            <a:schemeClr val="tx1"/>
                          </a:solidFill>
                          <a:latin typeface="Arial" panose="020B0604020202020204"/>
                        </a:defRPr>
                      </a:lvl5pPr>
                      <a:lvl6pPr marL="2286000" algn="r" defTabSz="914400" rtl="1" eaLnBrk="1" latinLnBrk="0" hangingPunct="1">
                        <a:defRPr sz="1800" kern="1200">
                          <a:solidFill>
                            <a:schemeClr val="tx1"/>
                          </a:solidFill>
                          <a:latin typeface="Arial" panose="020B0604020202020204"/>
                        </a:defRPr>
                      </a:lvl6pPr>
                      <a:lvl7pPr marL="2743200" algn="r" defTabSz="914400" rtl="1" eaLnBrk="1" latinLnBrk="0" hangingPunct="1">
                        <a:defRPr sz="1800" kern="1200">
                          <a:solidFill>
                            <a:schemeClr val="tx1"/>
                          </a:solidFill>
                          <a:latin typeface="Arial" panose="020B0604020202020204"/>
                        </a:defRPr>
                      </a:lvl7pPr>
                      <a:lvl8pPr marL="3200400" algn="r" defTabSz="914400" rtl="1" eaLnBrk="1" latinLnBrk="0" hangingPunct="1">
                        <a:defRPr sz="1800" kern="1200">
                          <a:solidFill>
                            <a:schemeClr val="tx1"/>
                          </a:solidFill>
                          <a:latin typeface="Arial" panose="020B0604020202020204"/>
                        </a:defRPr>
                      </a:lvl8pPr>
                      <a:lvl9pPr marL="3657600" algn="r" defTabSz="914400" rtl="1" eaLnBrk="1" latinLnBrk="0" hangingPunct="1">
                        <a:defRPr sz="1800" kern="1200">
                          <a:solidFill>
                            <a:schemeClr val="tx1"/>
                          </a:solidFill>
                          <a:latin typeface="Arial" panose="020B0604020202020204"/>
                        </a:defRPr>
                      </a:lvl9pPr>
                    </a:lstStyle>
                    <a:p>
                      <a:pPr algn="ctr" rtl="1" fontAlgn="b"/>
                      <a:r>
                        <a:rPr lang="ar-SA" sz="1100" b="0" dirty="0">
                          <a:solidFill>
                            <a:schemeClr val="bg1"/>
                          </a:solidFill>
                          <a:effectLst/>
                          <a:cs typeface="Arial" panose="020B0604020202020204" pitchFamily="34" charset="0"/>
                        </a:rPr>
                        <a:t>حساب المعادلة</a:t>
                      </a:r>
                      <a:endParaRPr lang="ar-SA" sz="1100" b="0" dirty="0">
                        <a:solidFill>
                          <a:schemeClr val="bg1"/>
                        </a:solidFill>
                        <a:effectLst/>
                        <a:latin typeface="+mj-lt"/>
                        <a:cs typeface="Arial" panose="020B0604020202020204" pitchFamily="34" charset="0"/>
                      </a:endParaRPr>
                    </a:p>
                  </a:txBody>
                  <a:tcPr marT="91440" marB="914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hMerge="1">
                  <a:txBody>
                    <a:bodyPr/>
                    <a:lstStyle/>
                    <a:p>
                      <a:endParaRPr lang="en-US"/>
                    </a:p>
                  </a:txBody>
                  <a:tcPr>
                    <a:lnL w="12700" cap="flat" cmpd="sng" algn="ctr">
                      <a:solidFill>
                        <a:schemeClr val="accent2">
                          <a:lumMod val="40000"/>
                          <a:lumOff val="60000"/>
                        </a:schemeClr>
                      </a:solidFill>
                      <a:prstDash val="solid"/>
                      <a:round/>
                      <a:headEnd type="none" w="med" len="med"/>
                      <a:tailEnd type="none" w="med" len="med"/>
                    </a:lnL>
                  </a:tcPr>
                </a:tc>
                <a:extLst>
                  <a:ext uri="{0D108BD9-81ED-4DB2-BD59-A6C34878D82A}">
                    <a16:rowId xmlns:a16="http://schemas.microsoft.com/office/drawing/2014/main" val="2750514928"/>
                  </a:ext>
                </a:extLst>
              </a:tr>
            </a:tbl>
          </a:graphicData>
        </a:graphic>
      </p:graphicFrame>
    </p:spTree>
    <p:extLst>
      <p:ext uri="{BB962C8B-B14F-4D97-AF65-F5344CB8AC3E}">
        <p14:creationId xmlns:p14="http://schemas.microsoft.com/office/powerpoint/2010/main" val="2112561398"/>
      </p:ext>
    </p:extLst>
  </p:cSld>
  <p:clrMapOvr>
    <a:masterClrMapping/>
  </p:clrMapOvr>
</p:sld>
</file>

<file path=ppt/theme/theme1.xml><?xml version="1.0" encoding="utf-8"?>
<a:theme xmlns:a="http://schemas.openxmlformats.org/drawingml/2006/main" name="نسق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4_نسق الصندوق 01">
  <a:themeElements>
    <a:clrScheme name="ASF">
      <a:dk1>
        <a:sysClr val="windowText" lastClr="000000"/>
      </a:dk1>
      <a:lt1>
        <a:sysClr val="window" lastClr="FFFFFF"/>
      </a:lt1>
      <a:dk2>
        <a:srgbClr val="44546A"/>
      </a:dk2>
      <a:lt2>
        <a:srgbClr val="E7E6E6"/>
      </a:lt2>
      <a:accent1>
        <a:srgbClr val="713C66"/>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ASF">
      <a:majorFont>
        <a:latin typeface="Readex Pro SemiBold"/>
        <a:ea typeface=""/>
        <a:cs typeface="Readex Pro SemiBold"/>
      </a:majorFont>
      <a:minorFont>
        <a:latin typeface="Readex Pro Medium"/>
        <a:ea typeface=""/>
        <a:cs typeface="Readex Pro Medium"/>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نسق الصندوق 01" id="{498A9768-ECEB-4D9B-AB03-19ABAA80F708}" vid="{057EC195-131B-42CD-A9D3-3BC51F51FAD9}"/>
    </a:ext>
  </a:extLst>
</a:theme>
</file>

<file path=ppt/theme/theme3.xml><?xml version="1.0" encoding="utf-8"?>
<a:theme xmlns:a="http://schemas.openxmlformats.org/drawingml/2006/main" name="نسق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2D25D66503ACC74E9ACCF61A02BBA683" ma:contentTypeVersion="5" ma:contentTypeDescription="Create a new document." ma:contentTypeScope="" ma:versionID="9dac7b95dcf57ffc4a1568b3411cf012">
  <xsd:schema xmlns:xsd="http://www.w3.org/2001/XMLSchema" xmlns:xs="http://www.w3.org/2001/XMLSchema" xmlns:p="http://schemas.microsoft.com/office/2006/metadata/properties" xmlns:ns3="60ac0015-3a45-424a-a9eb-fdada17f5e1a" targetNamespace="http://schemas.microsoft.com/office/2006/metadata/properties" ma:root="true" ma:fieldsID="b29e56a0aeb0208a3f2fb246aa1494e1" ns3:_="">
    <xsd:import namespace="60ac0015-3a45-424a-a9eb-fdada17f5e1a"/>
    <xsd:element name="properties">
      <xsd:complexType>
        <xsd:sequence>
          <xsd:element name="documentManagement">
            <xsd:complexType>
              <xsd:all>
                <xsd:element ref="ns3:MediaServiceMetadata" minOccurs="0"/>
                <xsd:element ref="ns3:MediaServiceFastMetadata" minOccurs="0"/>
                <xsd:element ref="ns3:MediaServiceObjectDetectorVersions" minOccurs="0"/>
                <xsd:element ref="ns3:MediaServiceSearchProperties" minOccurs="0"/>
                <xsd:element ref="ns3:MediaServiceDateTake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60ac0015-3a45-424a-a9eb-fdada17f5e1a"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element name="MediaServiceSearchProperties" ma:index="11" nillable="true" ma:displayName="MediaServiceSearchProperties" ma:hidden="true" ma:internalName="MediaServiceSearchProperties" ma:readOnly="true">
      <xsd:simpleType>
        <xsd:restriction base="dms:Note"/>
      </xsd:simpleType>
    </xsd:element>
    <xsd:element name="MediaServiceDateTaken" ma:index="12" nillable="true" ma:displayName="MediaServiceDateTaken" ma:hidden="true" ma:indexed="true" ma:internalName="MediaServiceDateTaken"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74259444-D403-4EB6-A5CA-6ACB95FEB25E}">
  <ds:schemaRefs>
    <ds:schemaRef ds:uri="http://purl.org/dc/elements/1.1/"/>
    <ds:schemaRef ds:uri="http://schemas.microsoft.com/office/2006/metadata/properties"/>
    <ds:schemaRef ds:uri="http://schemas.microsoft.com/office/2006/documentManagement/types"/>
    <ds:schemaRef ds:uri="http://purl.org/dc/terms/"/>
    <ds:schemaRef ds:uri="60ac0015-3a45-424a-a9eb-fdada17f5e1a"/>
    <ds:schemaRef ds:uri="http://purl.org/dc/dcmitype/"/>
    <ds:schemaRef ds:uri="http://schemas.microsoft.com/office/infopath/2007/PartnerControls"/>
    <ds:schemaRef ds:uri="http://schemas.openxmlformats.org/package/2006/metadata/core-properties"/>
    <ds:schemaRef ds:uri="http://www.w3.org/XML/1998/namespace"/>
  </ds:schemaRefs>
</ds:datastoreItem>
</file>

<file path=customXml/itemProps2.xml><?xml version="1.0" encoding="utf-8"?>
<ds:datastoreItem xmlns:ds="http://schemas.openxmlformats.org/officeDocument/2006/customXml" ds:itemID="{8CE039A0-9F4D-46F6-9693-7E0EE923765F}">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60ac0015-3a45-424a-a9eb-fdada17f5e1a"/>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B2BDB46F-40CA-4FF1-B94C-D56E4A61E708}">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12488</TotalTime>
  <Words>1621</Words>
  <Application>Microsoft Office PowerPoint</Application>
  <PresentationFormat>شاشة عريضة</PresentationFormat>
  <Paragraphs>468</Paragraphs>
  <Slides>11</Slides>
  <Notes>5</Notes>
  <HiddenSlides>0</HiddenSlides>
  <MMClips>0</MMClips>
  <ScaleCrop>false</ScaleCrop>
  <HeadingPairs>
    <vt:vector size="6" baseType="variant">
      <vt:variant>
        <vt:lpstr>الخطوط المستخدمة</vt:lpstr>
      </vt:variant>
      <vt:variant>
        <vt:i4>19</vt:i4>
      </vt:variant>
      <vt:variant>
        <vt:lpstr>نسق</vt:lpstr>
      </vt:variant>
      <vt:variant>
        <vt:i4>2</vt:i4>
      </vt:variant>
      <vt:variant>
        <vt:lpstr>عناوين الشرائح</vt:lpstr>
      </vt:variant>
      <vt:variant>
        <vt:i4>11</vt:i4>
      </vt:variant>
    </vt:vector>
  </HeadingPairs>
  <TitlesOfParts>
    <vt:vector size="32" baseType="lpstr">
      <vt:lpstr>Aptos</vt:lpstr>
      <vt:lpstr>Aptos Display</vt:lpstr>
      <vt:lpstr>Arial</vt:lpstr>
      <vt:lpstr>Bahij TheSansArabic Bold</vt:lpstr>
      <vt:lpstr>Bahij TheSansArabic ExtraLight</vt:lpstr>
      <vt:lpstr>Bahij TheSansArabic SemiBold</vt:lpstr>
      <vt:lpstr>Calibri</vt:lpstr>
      <vt:lpstr>Cambria</vt:lpstr>
      <vt:lpstr>Courier New</vt:lpstr>
      <vt:lpstr>Frutiger LT Arabic 45 Light</vt:lpstr>
      <vt:lpstr>Neo Sans Arabic Bold</vt:lpstr>
      <vt:lpstr>Neo Sans Arabic Medium</vt:lpstr>
      <vt:lpstr>Ping AR + LT</vt:lpstr>
      <vt:lpstr>Ping AR + LT Medium</vt:lpstr>
      <vt:lpstr>Sakkal Majalla</vt:lpstr>
      <vt:lpstr>Tajawal</vt:lpstr>
      <vt:lpstr>Tajawal ExtraBold</vt:lpstr>
      <vt:lpstr>Tajawal Medium</vt:lpstr>
      <vt:lpstr>Wingdings</vt:lpstr>
      <vt:lpstr>نسق Office</vt:lpstr>
      <vt:lpstr>4_نسق الصندوق 01</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نظرية التغيير لإدارة الدعم </vt:lpstr>
      <vt:lpstr>نظرية التغيير لإدارة الدعم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عرض تقديمي في PowerPoint</dc:title>
  <dc:creator>مريم اسامه عبدالله الصوفي العرفج</dc:creator>
  <cp:lastModifiedBy>فاطمه السكيت</cp:lastModifiedBy>
  <cp:revision>148</cp:revision>
  <dcterms:created xsi:type="dcterms:W3CDTF">2024-07-15T05:36:55Z</dcterms:created>
  <dcterms:modified xsi:type="dcterms:W3CDTF">2026-01-19T14:34:29Z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0x0101002D25D66503ACC74E9ACCF61A02BBA683</vt:lpwstr>
  </property>
</Properties>
</file>